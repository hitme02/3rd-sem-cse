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9" r:id="rId2"/>
    <p:sldId id="336" r:id="rId3"/>
    <p:sldId id="338" r:id="rId4"/>
    <p:sldId id="337" r:id="rId5"/>
    <p:sldId id="341" r:id="rId6"/>
    <p:sldId id="344" r:id="rId7"/>
    <p:sldId id="343" r:id="rId8"/>
    <p:sldId id="342" r:id="rId9"/>
    <p:sldId id="346" r:id="rId10"/>
    <p:sldId id="348" r:id="rId11"/>
    <p:sldId id="350" r:id="rId12"/>
    <p:sldId id="351" r:id="rId13"/>
    <p:sldId id="260" r:id="rId14"/>
    <p:sldId id="262" r:id="rId15"/>
    <p:sldId id="261" r:id="rId16"/>
    <p:sldId id="263" r:id="rId17"/>
    <p:sldId id="265" r:id="rId18"/>
    <p:sldId id="266" r:id="rId19"/>
    <p:sldId id="270" r:id="rId20"/>
    <p:sldId id="269" r:id="rId21"/>
    <p:sldId id="267" r:id="rId22"/>
    <p:sldId id="268" r:id="rId23"/>
    <p:sldId id="289" r:id="rId24"/>
    <p:sldId id="283" r:id="rId25"/>
    <p:sldId id="284"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120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025B-968F-4AB8-A123-732CBA9A067F}" type="datetimeFigureOut">
              <a:rPr lang="en-IN" smtClean="0"/>
              <a:t>05/01/2024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C72E7-01A6-4798-8D04-E9AD6A028172}" type="slidenum">
              <a:rPr lang="en-IN" smtClean="0"/>
              <a:t>‹#›</a:t>
            </a:fld>
            <a:endParaRPr lang="en-IN"/>
          </a:p>
        </p:txBody>
      </p:sp>
    </p:spTree>
    <p:extLst>
      <p:ext uri="{BB962C8B-B14F-4D97-AF65-F5344CB8AC3E}">
        <p14:creationId xmlns:p14="http://schemas.microsoft.com/office/powerpoint/2010/main" val="90579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E479F50-D3E6-CC82-AFDC-BA936C81DD99}"/>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A2D7A79B-F721-4E4A-A224-307ADCC3F6FC}" type="slidenum">
              <a:rPr lang="en-US" altLang="en-US" sz="1000"/>
              <a:pPr/>
              <a:t>2</a:t>
            </a:fld>
            <a:endParaRPr lang="en-US" altLang="en-US" sz="1000"/>
          </a:p>
        </p:txBody>
      </p:sp>
      <p:sp>
        <p:nvSpPr>
          <p:cNvPr id="39939" name="Rectangle 2">
            <a:extLst>
              <a:ext uri="{FF2B5EF4-FFF2-40B4-BE49-F238E27FC236}">
                <a16:creationId xmlns:a16="http://schemas.microsoft.com/office/drawing/2014/main" id="{DDEDA755-5717-2471-9927-283DEEEC296D}"/>
              </a:ext>
            </a:extLst>
          </p:cNvPr>
          <p:cNvSpPr>
            <a:spLocks noGrp="1" noRot="1" noChangeAspect="1" noChangeArrowheads="1" noTextEdit="1"/>
          </p:cNvSpPr>
          <p:nvPr>
            <p:ph type="sldImg"/>
          </p:nvPr>
        </p:nvSpPr>
        <p:spPr>
          <a:xfrm>
            <a:off x="446088" y="612775"/>
            <a:ext cx="5978525" cy="3363913"/>
          </a:xfrm>
          <a:noFill/>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229C6F4-EDB2-A72C-246E-AF429F996BFE}"/>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0A25E6D0-29B8-4F75-84E9-FB86EF02F6C7}" type="slidenum">
              <a:rPr lang="en-US" altLang="en-US" sz="1000"/>
              <a:pPr/>
              <a:t>3</a:t>
            </a:fld>
            <a:endParaRPr lang="en-US" altLang="en-US" sz="1000"/>
          </a:p>
        </p:txBody>
      </p:sp>
      <p:sp>
        <p:nvSpPr>
          <p:cNvPr id="41987" name="Rectangle 2">
            <a:extLst>
              <a:ext uri="{FF2B5EF4-FFF2-40B4-BE49-F238E27FC236}">
                <a16:creationId xmlns:a16="http://schemas.microsoft.com/office/drawing/2014/main" id="{5AF03DC1-1233-D453-8539-CA99ED9CE721}"/>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200634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4</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5</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1995582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6</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1874186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7</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3016752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8</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1302966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7884F9A-55D3-ED13-B4E8-64DB47832E77}"/>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F9076D2-EA6F-407B-9FEE-3C11B0036537}" type="slidenum">
              <a:rPr lang="en-US" altLang="en-US" sz="1000"/>
              <a:pPr/>
              <a:t>10</a:t>
            </a:fld>
            <a:endParaRPr lang="en-US" altLang="en-US" sz="1000"/>
          </a:p>
        </p:txBody>
      </p:sp>
      <p:sp>
        <p:nvSpPr>
          <p:cNvPr id="47107" name="Rectangle 2">
            <a:extLst>
              <a:ext uri="{FF2B5EF4-FFF2-40B4-BE49-F238E27FC236}">
                <a16:creationId xmlns:a16="http://schemas.microsoft.com/office/drawing/2014/main" id="{1440ECC1-D1C5-B83F-019E-8955711DB881}"/>
              </a:ext>
            </a:extLst>
          </p:cNvPr>
          <p:cNvSpPr>
            <a:spLocks noGrp="1" noRot="1" noChangeAspect="1" noChangeArrowheads="1" noTextEdit="1"/>
          </p:cNvSpPr>
          <p:nvPr>
            <p:ph type="sldImg"/>
          </p:nvPr>
        </p:nvSpPr>
        <p:spPr>
          <a:xfrm>
            <a:off x="444500" y="612775"/>
            <a:ext cx="5980113" cy="3363913"/>
          </a:xfrm>
          <a:noFill/>
          <a:ln cap="flat"/>
        </p:spPr>
      </p:sp>
    </p:spTree>
    <p:extLst>
      <p:ext uri="{BB962C8B-B14F-4D97-AF65-F5344CB8AC3E}">
        <p14:creationId xmlns:p14="http://schemas.microsoft.com/office/powerpoint/2010/main" val="1993469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39E45BC8-BC47-C38F-1935-453132B3A6A1}"/>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7D300430-6B86-4CB5-B6CD-977FEF1CFA34}" type="slidenum">
              <a:rPr lang="en-US" altLang="en-US" sz="1000"/>
              <a:pPr/>
              <a:t>11</a:t>
            </a:fld>
            <a:endParaRPr lang="en-US" altLang="en-US" sz="1000"/>
          </a:p>
        </p:txBody>
      </p:sp>
      <p:sp>
        <p:nvSpPr>
          <p:cNvPr id="49155" name="Rectangle 2">
            <a:extLst>
              <a:ext uri="{FF2B5EF4-FFF2-40B4-BE49-F238E27FC236}">
                <a16:creationId xmlns:a16="http://schemas.microsoft.com/office/drawing/2014/main" id="{E13505D9-D5D3-FB52-9C12-048A39C3C0AC}"/>
              </a:ext>
            </a:extLst>
          </p:cNvPr>
          <p:cNvSpPr>
            <a:spLocks noGrp="1" noRot="1" noChangeAspect="1" noChangeArrowheads="1" noTextEdit="1"/>
          </p:cNvSpPr>
          <p:nvPr>
            <p:ph type="sldImg"/>
          </p:nvPr>
        </p:nvSpPr>
        <p:spPr>
          <a:xfrm>
            <a:off x="444500" y="612775"/>
            <a:ext cx="5980113" cy="3363913"/>
          </a:xfrm>
          <a:noFill/>
          <a:ln cap="flat"/>
        </p:spPr>
      </p:sp>
    </p:spTree>
    <p:extLst>
      <p:ext uri="{BB962C8B-B14F-4D97-AF65-F5344CB8AC3E}">
        <p14:creationId xmlns:p14="http://schemas.microsoft.com/office/powerpoint/2010/main" val="3205254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5FBB-6B10-4765-B1D4-E598610B4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C7555F-EF95-4EEB-A632-3ACEC94D1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81FC1-D330-43DF-85A4-9713006C4E41}"/>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5" name="Footer Placeholder 4">
            <a:extLst>
              <a:ext uri="{FF2B5EF4-FFF2-40B4-BE49-F238E27FC236}">
                <a16:creationId xmlns:a16="http://schemas.microsoft.com/office/drawing/2014/main" id="{86C7DB5C-E255-4C79-B842-85F35B6B15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04C98D-7CCD-4AF3-A28E-63C765AE127D}"/>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20F-226C-44C6-924F-610E17489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04D3-603E-45E1-BC15-C2419DDE0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6EE79-8467-4732-BA30-4FB1AEA5AE7A}"/>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5" name="Footer Placeholder 4">
            <a:extLst>
              <a:ext uri="{FF2B5EF4-FFF2-40B4-BE49-F238E27FC236}">
                <a16:creationId xmlns:a16="http://schemas.microsoft.com/office/drawing/2014/main" id="{AC97ADA7-6BC9-49F0-BD30-EA67FA9B6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90EF18-F33F-4A89-8F0A-8AA8992A41B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08942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4357-CD8D-436E-8876-C93D4C937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F6D4F-7782-4459-AB32-F5A5D1613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855B7-4859-46C2-8A21-DA8C93FB874B}"/>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5" name="Footer Placeholder 4">
            <a:extLst>
              <a:ext uri="{FF2B5EF4-FFF2-40B4-BE49-F238E27FC236}">
                <a16:creationId xmlns:a16="http://schemas.microsoft.com/office/drawing/2014/main" id="{0A04C77A-5956-4146-92FF-6C88E7C469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D2035E-CA8D-4F67-8677-679942CE6668}"/>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50824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EDC01-D39F-46C6-B1F5-45E438DCA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FCD2F-DCA5-4CCF-B943-24363AC23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6FD3-D0E7-432C-8AA6-2C85B1E80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7DD97F-BB99-46E4-A338-C5233A10BB06}"/>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6" name="Footer Placeholder 5">
            <a:extLst>
              <a:ext uri="{FF2B5EF4-FFF2-40B4-BE49-F238E27FC236}">
                <a16:creationId xmlns:a16="http://schemas.microsoft.com/office/drawing/2014/main" id="{989B0763-6316-4843-AC6A-9A8A68CA05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3CE640-E4C6-4B88-A8DA-38A9033DA3FA}"/>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7013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FB83-6B10-4A64-B3BB-98CAC14D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E9DE2-792F-4BC0-A80A-EE029779A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AB455-C8CC-4950-BC91-ECB1997330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6EE469-C945-4C43-8B79-88EE3725C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CC345-6EFF-4C29-9B73-78CE8E5E13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137C-E752-4F84-ABD2-7FC8643F992A}"/>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8" name="Footer Placeholder 7">
            <a:extLst>
              <a:ext uri="{FF2B5EF4-FFF2-40B4-BE49-F238E27FC236}">
                <a16:creationId xmlns:a16="http://schemas.microsoft.com/office/drawing/2014/main" id="{6D3601E4-17F6-4FAE-A68B-F4BE405B6C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AB9419-9D23-495C-8A1C-B6D8952DEF15}"/>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7305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1E3-F378-4BB8-B917-4BD77284D8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20584-5CEE-4F64-B702-B4EC57D26955}"/>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4" name="Footer Placeholder 3">
            <a:extLst>
              <a:ext uri="{FF2B5EF4-FFF2-40B4-BE49-F238E27FC236}">
                <a16:creationId xmlns:a16="http://schemas.microsoft.com/office/drawing/2014/main" id="{5A1AA801-D588-4550-B954-A43548D8A5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A0DD41-C8FD-40BB-ACB6-0AF2BB1A1F1B}"/>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47802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717B2-71B4-4C0F-9115-D7F7F7C7B8FE}"/>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3" name="Footer Placeholder 2">
            <a:extLst>
              <a:ext uri="{FF2B5EF4-FFF2-40B4-BE49-F238E27FC236}">
                <a16:creationId xmlns:a16="http://schemas.microsoft.com/office/drawing/2014/main" id="{C09F5609-A997-4AF2-B42F-F902B88203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7BD6E9-BDB3-404A-BCF1-D8E0677477C1}"/>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685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E4A0-7895-4E52-BC0D-D4B8120B7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9E0547-D743-4911-8648-4216EE678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6E74B-EF54-4E60-8E9A-CE0B8BA59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71B80-3F72-4134-9FE9-A57FE401FBEC}"/>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6" name="Footer Placeholder 5">
            <a:extLst>
              <a:ext uri="{FF2B5EF4-FFF2-40B4-BE49-F238E27FC236}">
                <a16:creationId xmlns:a16="http://schemas.microsoft.com/office/drawing/2014/main" id="{C6B8F800-B884-4690-8505-0E9CD7DD78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638766-C73C-4FFE-AEB6-D8F51D69F45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3563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EFFA4-E406-42D6-9550-222E77C5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E926F8-4D24-4D1E-A248-57EEF25B3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AFB05F-F858-4389-A732-7C287E2A7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111B2-54DA-4B5C-B515-E431309C5C68}"/>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6" name="Footer Placeholder 5">
            <a:extLst>
              <a:ext uri="{FF2B5EF4-FFF2-40B4-BE49-F238E27FC236}">
                <a16:creationId xmlns:a16="http://schemas.microsoft.com/office/drawing/2014/main" id="{2DDCA196-0B13-4226-B9CD-C01568A818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0E081F-0D3D-423C-8BF4-0110BF40DC52}"/>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44635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E6B-49B8-4934-9F98-031D4F13A9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C7CAA-6EC3-4F8F-BFF7-2DE455D8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FFC5D-767D-470C-A822-22EC9FB331F2}"/>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5" name="Footer Placeholder 4">
            <a:extLst>
              <a:ext uri="{FF2B5EF4-FFF2-40B4-BE49-F238E27FC236}">
                <a16:creationId xmlns:a16="http://schemas.microsoft.com/office/drawing/2014/main" id="{027BDF6D-A32A-48D5-AAC5-B041762A10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D0F613-209D-4CEC-B2E8-F68CF0E2BF17}"/>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27828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88483-7E35-4A37-8272-3BEB4088A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7394D-78E6-4B06-8AF2-ED7CBE65A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827AD-FFE6-49C4-A8AA-ACB07402CB83}"/>
              </a:ext>
            </a:extLst>
          </p:cNvPr>
          <p:cNvSpPr>
            <a:spLocks noGrp="1"/>
          </p:cNvSpPr>
          <p:nvPr>
            <p:ph type="dt" sz="half" idx="10"/>
          </p:nvPr>
        </p:nvSpPr>
        <p:spPr/>
        <p:txBody>
          <a:bodyPr/>
          <a:lstStyle/>
          <a:p>
            <a:fld id="{BDC1F4AA-9C80-4F4C-8E54-D9E3C8CD668A}" type="datetimeFigureOut">
              <a:rPr lang="en-IN" smtClean="0"/>
              <a:t>05/01/2024</a:t>
            </a:fld>
            <a:endParaRPr lang="en-IN"/>
          </a:p>
        </p:txBody>
      </p:sp>
      <p:sp>
        <p:nvSpPr>
          <p:cNvPr id="5" name="Footer Placeholder 4">
            <a:extLst>
              <a:ext uri="{FF2B5EF4-FFF2-40B4-BE49-F238E27FC236}">
                <a16:creationId xmlns:a16="http://schemas.microsoft.com/office/drawing/2014/main" id="{CC738B0B-5A05-48C8-B4EC-C6F46310A3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00F4C5-DDFB-4838-84E2-7FB32A0407A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3484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2E860-C0B1-4D74-B86A-B1A68E9A2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B34395-CC14-4672-9177-8A8C80267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39AEF-45BF-45A9-A01D-8A3FB7BA1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C1F4AA-9C80-4F4C-8E54-D9E3C8CD668A}" type="datetimeFigureOut">
              <a:rPr lang="en-IN" smtClean="0"/>
              <a:t>05/01/2024</a:t>
            </a:fld>
            <a:endParaRPr lang="en-IN"/>
          </a:p>
        </p:txBody>
      </p:sp>
      <p:sp>
        <p:nvSpPr>
          <p:cNvPr id="5" name="Footer Placeholder 4">
            <a:extLst>
              <a:ext uri="{FF2B5EF4-FFF2-40B4-BE49-F238E27FC236}">
                <a16:creationId xmlns:a16="http://schemas.microsoft.com/office/drawing/2014/main" id="{99D57279-8A49-457E-832B-E679E02E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B47146-650E-4058-A039-730239EB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A1374-4C1F-4D42-8836-504BF6B6184D}" type="slidenum">
              <a:rPr lang="en-IN" smtClean="0"/>
              <a:t>‹#›</a:t>
            </a:fld>
            <a:endParaRPr lang="en-IN"/>
          </a:p>
        </p:txBody>
      </p:sp>
    </p:spTree>
    <p:extLst>
      <p:ext uri="{BB962C8B-B14F-4D97-AF65-F5344CB8AC3E}">
        <p14:creationId xmlns:p14="http://schemas.microsoft.com/office/powerpoint/2010/main" val="260740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485249" y="2532184"/>
            <a:ext cx="9608234" cy="1415772"/>
          </a:xfrm>
          <a:prstGeom prst="rect">
            <a:avLst/>
          </a:prstGeom>
          <a:noFill/>
        </p:spPr>
        <p:txBody>
          <a:bodyPr wrap="square" rtlCol="0">
            <a:spAutoFit/>
          </a:bodyPr>
          <a:lstStyle/>
          <a:p>
            <a:pPr algn="just"/>
            <a:r>
              <a:rPr lang="en-IN" sz="4400" b="1" i="0" dirty="0">
                <a:solidFill>
                  <a:srgbClr val="FF0000"/>
                </a:solidFill>
                <a:effectLst/>
                <a:latin typeface="Myriad Pro"/>
              </a:rPr>
              <a:t>ADDERS</a:t>
            </a:r>
            <a:endParaRPr lang="en-IN" sz="4400" dirty="0">
              <a:solidFill>
                <a:srgbClr val="FF0000"/>
              </a:solidFill>
            </a:endParaRPr>
          </a:p>
          <a:p>
            <a:pPr algn="just"/>
            <a:endParaRPr lang="en-IN" sz="2400" dirty="0">
              <a:solidFill>
                <a:srgbClr val="FF0000"/>
              </a:solidFill>
            </a:endParaRPr>
          </a:p>
          <a:p>
            <a:pPr algn="just"/>
            <a:endParaRPr lang="en-IN" dirty="0"/>
          </a:p>
        </p:txBody>
      </p:sp>
    </p:spTree>
    <p:extLst>
      <p:ext uri="{BB962C8B-B14F-4D97-AF65-F5344CB8AC3E}">
        <p14:creationId xmlns:p14="http://schemas.microsoft.com/office/powerpoint/2010/main" val="120427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4">
            <a:extLst>
              <a:ext uri="{FF2B5EF4-FFF2-40B4-BE49-F238E27FC236}">
                <a16:creationId xmlns:a16="http://schemas.microsoft.com/office/drawing/2014/main" id="{978A6F0C-61F7-1A43-A867-AB7C7730BB3B}"/>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FA6BED6C-4076-4EA0-88A3-2D4AFC891B76}" type="slidenum">
              <a:rPr lang="en-US" altLang="en-US" sz="1400"/>
              <a:pPr/>
              <a:t>2</a:t>
            </a:fld>
            <a:endParaRPr lang="en-US" altLang="en-US" sz="1400"/>
          </a:p>
        </p:txBody>
      </p:sp>
      <p:sp>
        <p:nvSpPr>
          <p:cNvPr id="11268" name="Rectangle 2">
            <a:extLst>
              <a:ext uri="{FF2B5EF4-FFF2-40B4-BE49-F238E27FC236}">
                <a16:creationId xmlns:a16="http://schemas.microsoft.com/office/drawing/2014/main" id="{B8390C04-A7A4-1BFB-90B9-D9DA77C743BF}"/>
              </a:ext>
            </a:extLst>
          </p:cNvPr>
          <p:cNvSpPr>
            <a:spLocks noGrp="1" noChangeArrowheads="1"/>
          </p:cNvSpPr>
          <p:nvPr>
            <p:ph type="title"/>
          </p:nvPr>
        </p:nvSpPr>
        <p:spPr>
          <a:xfrm>
            <a:off x="838200" y="86519"/>
            <a:ext cx="10515600" cy="1325563"/>
          </a:xfrm>
          <a:noFill/>
        </p:spPr>
        <p:txBody>
          <a:bodyPr/>
          <a:lstStyle/>
          <a:p>
            <a:r>
              <a:rPr lang="en-US" altLang="en-US" dirty="0"/>
              <a:t>Circuits for Binary Addition</a:t>
            </a:r>
          </a:p>
        </p:txBody>
      </p:sp>
      <p:sp>
        <p:nvSpPr>
          <p:cNvPr id="11269" name="Rectangle 3">
            <a:extLst>
              <a:ext uri="{FF2B5EF4-FFF2-40B4-BE49-F238E27FC236}">
                <a16:creationId xmlns:a16="http://schemas.microsoft.com/office/drawing/2014/main" id="{EB65B78F-82D3-1331-DDD7-A24315A2FDB9}"/>
              </a:ext>
            </a:extLst>
          </p:cNvPr>
          <p:cNvSpPr>
            <a:spLocks noChangeArrowheads="1"/>
          </p:cNvSpPr>
          <p:nvPr/>
        </p:nvSpPr>
        <p:spPr bwMode="auto">
          <a:xfrm>
            <a:off x="838200" y="1450577"/>
            <a:ext cx="12827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i="1" dirty="0">
                <a:latin typeface="Arial" panose="020B0604020202020204" pitchFamily="34" charset="0"/>
              </a:rPr>
              <a:t>Half Adder</a:t>
            </a:r>
          </a:p>
        </p:txBody>
      </p:sp>
      <p:pic>
        <p:nvPicPr>
          <p:cNvPr id="11271" name="Picture 5">
            <a:extLst>
              <a:ext uri="{FF2B5EF4-FFF2-40B4-BE49-F238E27FC236}">
                <a16:creationId xmlns:a16="http://schemas.microsoft.com/office/drawing/2014/main" id="{67F95A2C-94A6-3545-DE97-2EFE905D9F3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2057400"/>
            <a:ext cx="6451600"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2" name="Rectangle 6">
            <a:extLst>
              <a:ext uri="{FF2B5EF4-FFF2-40B4-BE49-F238E27FC236}">
                <a16:creationId xmlns:a16="http://schemas.microsoft.com/office/drawing/2014/main" id="{EF8246B8-0783-DA0A-580A-193CB8CC83BB}"/>
              </a:ext>
            </a:extLst>
          </p:cNvPr>
          <p:cNvSpPr>
            <a:spLocks noChangeArrowheads="1"/>
          </p:cNvSpPr>
          <p:nvPr/>
        </p:nvSpPr>
        <p:spPr bwMode="auto">
          <a:xfrm>
            <a:off x="5918200" y="5575301"/>
            <a:ext cx="2463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Half-adder Schematic</a:t>
            </a:r>
          </a:p>
        </p:txBody>
      </p:sp>
      <p:pic>
        <p:nvPicPr>
          <p:cNvPr id="11273" name="Picture 7">
            <a:extLst>
              <a:ext uri="{FF2B5EF4-FFF2-40B4-BE49-F238E27FC236}">
                <a16:creationId xmlns:a16="http://schemas.microsoft.com/office/drawing/2014/main" id="{8FCEE221-6C7E-ECEA-4CBF-E99AAAE0CC7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5850" y="4565650"/>
            <a:ext cx="2425700"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4" name="Line 8">
            <a:extLst>
              <a:ext uri="{FF2B5EF4-FFF2-40B4-BE49-F238E27FC236}">
                <a16:creationId xmlns:a16="http://schemas.microsoft.com/office/drawing/2014/main" id="{5986EA73-BC07-CD17-B500-AB81F0C07258}"/>
              </a:ext>
            </a:extLst>
          </p:cNvPr>
          <p:cNvSpPr>
            <a:spLocks noChangeShapeType="1"/>
          </p:cNvSpPr>
          <p:nvPr/>
        </p:nvSpPr>
        <p:spPr bwMode="auto">
          <a:xfrm>
            <a:off x="3352800" y="60960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5" name="Line 9">
            <a:extLst>
              <a:ext uri="{FF2B5EF4-FFF2-40B4-BE49-F238E27FC236}">
                <a16:creationId xmlns:a16="http://schemas.microsoft.com/office/drawing/2014/main" id="{B174A5FA-08F1-4F92-415B-12A2090E3250}"/>
              </a:ext>
            </a:extLst>
          </p:cNvPr>
          <p:cNvSpPr>
            <a:spLocks noChangeShapeType="1"/>
          </p:cNvSpPr>
          <p:nvPr/>
        </p:nvSpPr>
        <p:spPr bwMode="auto">
          <a:xfrm>
            <a:off x="5867400" y="2438400"/>
            <a:ext cx="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4">
            <a:extLst>
              <a:ext uri="{FF2B5EF4-FFF2-40B4-BE49-F238E27FC236}">
                <a16:creationId xmlns:a16="http://schemas.microsoft.com/office/drawing/2014/main" id="{6F995771-EAD4-18A3-72D1-5F5C316222D3}"/>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E8B16041-7E95-42D9-A819-4046C81ED4D6}" type="slidenum">
              <a:rPr lang="en-US" altLang="en-US" sz="1400"/>
              <a:pPr/>
              <a:t>3</a:t>
            </a:fld>
            <a:endParaRPr lang="en-US" altLang="en-US" sz="1400"/>
          </a:p>
        </p:txBody>
      </p:sp>
      <p:sp>
        <p:nvSpPr>
          <p:cNvPr id="13316" name="Rectangle 2">
            <a:extLst>
              <a:ext uri="{FF2B5EF4-FFF2-40B4-BE49-F238E27FC236}">
                <a16:creationId xmlns:a16="http://schemas.microsoft.com/office/drawing/2014/main" id="{0E6D746F-389A-9B92-F1DE-DF5A061F88B6}"/>
              </a:ext>
            </a:extLst>
          </p:cNvPr>
          <p:cNvSpPr>
            <a:spLocks noGrp="1" noChangeArrowheads="1"/>
          </p:cNvSpPr>
          <p:nvPr>
            <p:ph type="title"/>
          </p:nvPr>
        </p:nvSpPr>
        <p:spPr>
          <a:noFill/>
        </p:spPr>
        <p:txBody>
          <a:bodyPr/>
          <a:lstStyle/>
          <a:p>
            <a:r>
              <a:rPr lang="en-US" altLang="en-US"/>
              <a:t>Full Adder</a:t>
            </a:r>
          </a:p>
        </p:txBody>
      </p:sp>
      <p:pic>
        <p:nvPicPr>
          <p:cNvPr id="13317" name="Picture 3">
            <a:extLst>
              <a:ext uri="{FF2B5EF4-FFF2-40B4-BE49-F238E27FC236}">
                <a16:creationId xmlns:a16="http://schemas.microsoft.com/office/drawing/2014/main" id="{3E2D1C7B-D589-EC2E-BC99-B399063C43B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300" y="1130300"/>
            <a:ext cx="5575300" cy="334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8" name="Rectangle 4">
            <a:extLst>
              <a:ext uri="{FF2B5EF4-FFF2-40B4-BE49-F238E27FC236}">
                <a16:creationId xmlns:a16="http://schemas.microsoft.com/office/drawing/2014/main" id="{818C3111-2018-5462-4E37-383093060B9E}"/>
              </a:ext>
            </a:extLst>
          </p:cNvPr>
          <p:cNvSpPr>
            <a:spLocks noChangeArrowheads="1"/>
          </p:cNvSpPr>
          <p:nvPr/>
        </p:nvSpPr>
        <p:spPr bwMode="auto">
          <a:xfrm>
            <a:off x="3517900" y="4762500"/>
            <a:ext cx="4764088"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S = CI xor A xor B</a:t>
            </a:r>
          </a:p>
          <a:p>
            <a:pPr>
              <a:lnSpc>
                <a:spcPct val="85000"/>
              </a:lnSpc>
            </a:pPr>
            <a:endParaRPr lang="en-US" altLang="en-US" sz="1800" b="1">
              <a:latin typeface="Arial" panose="020B0604020202020204" pitchFamily="34" charset="0"/>
            </a:endParaRPr>
          </a:p>
          <a:p>
            <a:pPr>
              <a:lnSpc>
                <a:spcPct val="85000"/>
              </a:lnSpc>
            </a:pPr>
            <a:r>
              <a:rPr lang="en-US" altLang="en-US" sz="1800" b="1">
                <a:latin typeface="Arial" panose="020B0604020202020204" pitchFamily="34" charset="0"/>
              </a:rPr>
              <a:t>CO = B CI  +  A CI  +  A B = CI (A + B) + A B</a:t>
            </a:r>
          </a:p>
        </p:txBody>
      </p:sp>
      <p:sp>
        <p:nvSpPr>
          <p:cNvPr id="13319" name="Line 5">
            <a:extLst>
              <a:ext uri="{FF2B5EF4-FFF2-40B4-BE49-F238E27FC236}">
                <a16:creationId xmlns:a16="http://schemas.microsoft.com/office/drawing/2014/main" id="{7B94D9B9-78EC-4873-1FDB-23B8C94E64B1}"/>
              </a:ext>
            </a:extLst>
          </p:cNvPr>
          <p:cNvSpPr>
            <a:spLocks noChangeShapeType="1"/>
          </p:cNvSpPr>
          <p:nvPr/>
        </p:nvSpPr>
        <p:spPr bwMode="auto">
          <a:xfrm>
            <a:off x="3581400" y="1447800"/>
            <a:ext cx="2286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20171527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4</a:t>
            </a:fld>
            <a:endParaRPr lang="en-US" altLang="en-US" sz="1400"/>
          </a:p>
        </p:txBody>
      </p:sp>
      <p:pic>
        <p:nvPicPr>
          <p:cNvPr id="12293" name="Picture 3">
            <a:extLst>
              <a:ext uri="{FF2B5EF4-FFF2-40B4-BE49-F238E27FC236}">
                <a16:creationId xmlns:a16="http://schemas.microsoft.com/office/drawing/2014/main" id="{53AC0B91-515F-6E8C-33D1-D7174F0978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2134" y="2468253"/>
            <a:ext cx="6767732" cy="407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709245" y="0"/>
            <a:ext cx="10510911" cy="67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Cascaded 4 BIT </a:t>
            </a:r>
          </a:p>
          <a:p>
            <a:pPr algn="ctr">
              <a:lnSpc>
                <a:spcPct val="85000"/>
              </a:lnSpc>
            </a:pPr>
            <a:r>
              <a:rPr lang="en-US" altLang="en-US" sz="2400" b="1" dirty="0">
                <a:solidFill>
                  <a:srgbClr val="FF0000"/>
                </a:solidFill>
                <a:latin typeface="Arial" panose="020B0604020202020204" pitchFamily="34" charset="0"/>
              </a:rPr>
              <a:t>Parallel Adders / Ripple Adder</a:t>
            </a:r>
          </a:p>
        </p:txBody>
      </p:sp>
      <p:sp>
        <p:nvSpPr>
          <p:cNvPr id="7" name="TextBox 6">
            <a:extLst>
              <a:ext uri="{FF2B5EF4-FFF2-40B4-BE49-F238E27FC236}">
                <a16:creationId xmlns:a16="http://schemas.microsoft.com/office/drawing/2014/main" id="{40BCB8E3-6772-B1EC-3F1C-1F6FB83D40B0}"/>
              </a:ext>
            </a:extLst>
          </p:cNvPr>
          <p:cNvSpPr txBox="1"/>
          <p:nvPr/>
        </p:nvSpPr>
        <p:spPr>
          <a:xfrm>
            <a:off x="422029" y="679160"/>
            <a:ext cx="11085341" cy="1477328"/>
          </a:xfrm>
          <a:prstGeom prst="rect">
            <a:avLst/>
          </a:prstGeom>
          <a:noFill/>
        </p:spPr>
        <p:txBody>
          <a:bodyPr wrap="square">
            <a:spAutoFit/>
          </a:bodyPr>
          <a:lstStyle/>
          <a:p>
            <a:r>
              <a:rPr lang="en-US" sz="1800" dirty="0">
                <a:solidFill>
                  <a:srgbClr val="000000"/>
                </a:solidFill>
                <a:effectLst/>
                <a:latin typeface="Times New Roman" panose="02020603050405020304" pitchFamily="18" charset="0"/>
                <a:ea typeface="Times New Roman" panose="02020603050405020304" pitchFamily="18" charset="0"/>
              </a:rPr>
              <a:t>Parallel</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adders</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are</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digital</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circuits</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that</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t>
            </a:r>
            <a:r>
              <a:rPr lang="en-US" sz="1800" spc="3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mpute</a:t>
            </a:r>
            <a:r>
              <a:rPr lang="en-US" sz="1800" spc="2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addit</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on</a:t>
            </a:r>
            <a:r>
              <a:rPr lang="en-US" sz="1800" spc="2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of</a:t>
            </a:r>
            <a:r>
              <a:rPr lang="en-US" sz="1800" spc="2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variab</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27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ary strings</a:t>
            </a:r>
            <a:r>
              <a:rPr lang="en-US" sz="1800" spc="3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of</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5" dirty="0">
                <a:solidFill>
                  <a:srgbClr val="000000"/>
                </a:solidFill>
                <a:effectLst/>
                <a:latin typeface="Times New Roman" panose="02020603050405020304" pitchFamily="18" charset="0"/>
                <a:ea typeface="Times New Roman" panose="02020603050405020304" pitchFamily="18" charset="0"/>
              </a:rPr>
              <a:t>q</a:t>
            </a:r>
            <a:r>
              <a:rPr lang="en-US" sz="1800" dirty="0">
                <a:solidFill>
                  <a:srgbClr val="000000"/>
                </a:solidFill>
                <a:effectLst/>
                <a:latin typeface="Times New Roman" panose="02020603050405020304" pitchFamily="18" charset="0"/>
                <a:ea typeface="Times New Roman" panose="02020603050405020304" pitchFamily="18" charset="0"/>
              </a:rPr>
              <a:t>ui</a:t>
            </a:r>
            <a:r>
              <a:rPr lang="en-US" sz="1800" spc="5" dirty="0">
                <a:solidFill>
                  <a:srgbClr val="000000"/>
                </a:solidFill>
                <a:effectLst/>
                <a:latin typeface="Times New Roman" panose="02020603050405020304" pitchFamily="18" charset="0"/>
                <a:ea typeface="Times New Roman" panose="02020603050405020304" pitchFamily="18" charset="0"/>
              </a:rPr>
              <a:t>v</a:t>
            </a:r>
            <a:r>
              <a:rPr lang="en-US" sz="1800" dirty="0">
                <a:solidFill>
                  <a:srgbClr val="000000"/>
                </a:solidFill>
                <a:effectLst/>
                <a:latin typeface="Times New Roman" panose="02020603050405020304" pitchFamily="18" charset="0"/>
                <a:ea typeface="Times New Roman" panose="02020603050405020304" pitchFamily="18" charset="0"/>
              </a:rPr>
              <a:t>alent</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r</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di</a:t>
            </a:r>
            <a:r>
              <a:rPr lang="en-US" sz="1800" dirty="0">
                <a:solidFill>
                  <a:srgbClr val="000000"/>
                </a:solidFill>
                <a:effectLst/>
                <a:latin typeface="Times New Roman" panose="02020603050405020304" pitchFamily="18" charset="0"/>
                <a:ea typeface="Times New Roman" panose="02020603050405020304" pitchFamily="18" charset="0"/>
              </a:rPr>
              <a:t>ffere</a:t>
            </a:r>
            <a:r>
              <a:rPr lang="en-US" sz="1800" spc="5" dirty="0">
                <a:solidFill>
                  <a:srgbClr val="000000"/>
                </a:solidFill>
                <a:effectLst/>
                <a:latin typeface="Times New Roman" panose="02020603050405020304" pitchFamily="18" charset="0"/>
                <a:ea typeface="Times New Roman" panose="02020603050405020304" pitchFamily="18" charset="0"/>
              </a:rPr>
              <a:t>nt</a:t>
            </a:r>
            <a:r>
              <a:rPr lang="en-US" sz="1800" spc="3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size</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n</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paralle</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3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3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schematic</a:t>
            </a:r>
            <a:r>
              <a:rPr lang="en-US" sz="1800" spc="3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diagram</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f</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 parallel</a:t>
            </a:r>
            <a:r>
              <a:rPr lang="en-US" sz="1800" spc="1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adder</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shown,</a:t>
            </a:r>
            <a:r>
              <a:rPr lang="en-US" sz="1800" spc="1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a:t>
            </a:r>
            <a:r>
              <a:rPr lang="en-US" sz="1800" spc="180" dirty="0">
                <a:solidFill>
                  <a:srgbClr val="000000"/>
                </a:solidFill>
                <a:effectLst/>
                <a:latin typeface="Times New Roman" panose="02020603050405020304" pitchFamily="18" charset="0"/>
                <a:ea typeface="Times New Roman" panose="02020603050405020304" pitchFamily="18" charset="0"/>
              </a:rPr>
              <a:t> </a:t>
            </a:r>
            <a:r>
              <a:rPr lang="en-US" sz="1800" spc="175" dirty="0">
                <a:solidFill>
                  <a:srgbClr val="000000"/>
                </a:solidFill>
                <a:effectLst/>
                <a:latin typeface="Times New Roman" panose="02020603050405020304" pitchFamily="18" charset="0"/>
                <a:ea typeface="Times New Roman" panose="02020603050405020304" pitchFamily="18" charset="0"/>
              </a:rPr>
              <a:t>two 4 bit </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ary</a:t>
            </a:r>
            <a:r>
              <a:rPr lang="en-US" sz="1800" spc="19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nu</a:t>
            </a:r>
            <a:r>
              <a:rPr lang="en-US" sz="1800" dirty="0">
                <a:solidFill>
                  <a:srgbClr val="000000"/>
                </a:solidFill>
                <a:effectLst/>
                <a:latin typeface="Times New Roman" panose="02020603050405020304" pitchFamily="18" charset="0"/>
                <a:ea typeface="Times New Roman" panose="02020603050405020304" pitchFamily="18" charset="0"/>
              </a:rPr>
              <a:t>m</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circuit</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 laid out</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from</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right</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lef</a:t>
            </a:r>
            <a:r>
              <a:rPr lang="en-US" sz="1800" spc="5" dirty="0">
                <a:solidFill>
                  <a:srgbClr val="000000"/>
                </a:solidFill>
                <a:effectLst/>
                <a:latin typeface="Times New Roman" panose="02020603050405020304" pitchFamily="18" charset="0"/>
                <a:ea typeface="Times New Roman" panose="02020603050405020304" pitchFamily="18" charset="0"/>
              </a:rPr>
              <a:t>t</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si</a:t>
            </a:r>
            <a:r>
              <a:rPr lang="en-US" sz="1800" dirty="0">
                <a:solidFill>
                  <a:srgbClr val="000000"/>
                </a:solidFill>
                <a:effectLst/>
                <a:latin typeface="Times New Roman" panose="02020603050405020304" pitchFamily="18" charset="0"/>
                <a:ea typeface="Times New Roman" panose="02020603050405020304" pitchFamily="18" charset="0"/>
              </a:rPr>
              <a:t>m</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lar</a:t>
            </a:r>
            <a:r>
              <a:rPr lang="en-US" sz="1800" spc="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a:t>
            </a:r>
            <a:r>
              <a:rPr lang="en-US" sz="1800" spc="5" dirty="0">
                <a:solidFill>
                  <a:srgbClr val="000000"/>
                </a:solidFill>
                <a:effectLst/>
                <a:latin typeface="Times New Roman" panose="02020603050405020304" pitchFamily="18" charset="0"/>
                <a:ea typeface="Times New Roman" panose="02020603050405020304" pitchFamily="18" charset="0"/>
              </a:rPr>
              <a:t>o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way</a:t>
            </a:r>
            <a:r>
              <a:rPr lang="en-US" sz="1800" spc="3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we</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 dirty="0">
                <a:solidFill>
                  <a:srgbClr val="000000"/>
                </a:solidFill>
                <a:effectLst/>
                <a:latin typeface="Times New Roman" panose="02020603050405020304" pitchFamily="18" charset="0"/>
                <a:ea typeface="Times New Roman" panose="02020603050405020304" pitchFamily="18" charset="0"/>
              </a:rPr>
              <a:t>dd </a:t>
            </a:r>
            <a:r>
              <a:rPr lang="en-US" sz="1800" dirty="0">
                <a:solidFill>
                  <a:srgbClr val="000000"/>
                </a:solidFill>
                <a:effectLst/>
                <a:latin typeface="Times New Roman" panose="02020603050405020304" pitchFamily="18" charset="0"/>
                <a:ea typeface="Times New Roman" panose="02020603050405020304" pitchFamily="18" charset="0"/>
              </a:rPr>
              <a:t>b</a:t>
            </a:r>
            <a:r>
              <a:rPr lang="en-US" sz="1800" spc="5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ary</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um</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Therefore,</a:t>
            </a:r>
            <a:r>
              <a:rPr lang="en-US" sz="1800" spc="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 least</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significant</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column</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on</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right,</a:t>
            </a:r>
            <a:r>
              <a:rPr lang="en-US" sz="1800" spc="9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and</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most</a:t>
            </a:r>
            <a:r>
              <a:rPr lang="en-US" sz="1800" spc="1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significant</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column</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on</a:t>
            </a:r>
            <a:r>
              <a:rPr lang="en-US" sz="1800" spc="1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 le</a:t>
            </a:r>
            <a:r>
              <a:rPr lang="en-US" sz="1800" spc="-5" dirty="0">
                <a:solidFill>
                  <a:srgbClr val="000000"/>
                </a:solidFill>
                <a:effectLst/>
                <a:latin typeface="Times New Roman" panose="02020603050405020304" pitchFamily="18" charset="0"/>
                <a:ea typeface="Times New Roman" panose="02020603050405020304" pitchFamily="18" charset="0"/>
              </a:rPr>
              <a:t>f</a:t>
            </a:r>
            <a:r>
              <a:rPr lang="en-US" sz="1800" dirty="0">
                <a:solidFill>
                  <a:srgbClr val="000000"/>
                </a:solidFill>
                <a:effectLst/>
                <a:latin typeface="Times New Roman" panose="02020603050405020304" pitchFamily="18" charset="0"/>
                <a:ea typeface="Times New Roman" panose="02020603050405020304" pitchFamily="18" charset="0"/>
              </a:rPr>
              <a:t>t.</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boxes</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labeled</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FA/+</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are</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full</a:t>
            </a:r>
            <a:r>
              <a:rPr lang="en-US" sz="1800" spc="1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 dirty="0">
                <a:solidFill>
                  <a:srgbClr val="000000"/>
                </a:solidFill>
                <a:effectLst/>
                <a:latin typeface="Times New Roman" panose="02020603050405020304" pitchFamily="18" charset="0"/>
                <a:ea typeface="Times New Roman" panose="02020603050405020304" pitchFamily="18" charset="0"/>
              </a:rPr>
              <a:t>dd</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1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Carry</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out</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from</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each</a:t>
            </a:r>
            <a:r>
              <a:rPr lang="en-US" sz="1800" spc="1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fu</a:t>
            </a:r>
            <a:r>
              <a:rPr lang="en-US" sz="1800" spc="5" dirty="0">
                <a:solidFill>
                  <a:srgbClr val="000000"/>
                </a:solidFill>
                <a:effectLst/>
                <a:latin typeface="Times New Roman" panose="02020603050405020304" pitchFamily="18" charset="0"/>
                <a:ea typeface="Times New Roman" panose="02020603050405020304" pitchFamily="18" charset="0"/>
              </a:rPr>
              <a:t>ll</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adder</a:t>
            </a:r>
            <a:r>
              <a:rPr lang="en-US" sz="1800" spc="1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 the</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Carry-</a:t>
            </a:r>
            <a:r>
              <a:rPr lang="en-US" sz="1800" spc="5" dirty="0">
                <a:solidFill>
                  <a:srgbClr val="000000"/>
                </a:solidFill>
                <a:effectLst/>
                <a:latin typeface="Times New Roman" panose="02020603050405020304" pitchFamily="18" charset="0"/>
                <a:ea typeface="Times New Roman" panose="02020603050405020304" pitchFamily="18" charset="0"/>
              </a:rPr>
              <a:t>in</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to</a:t>
            </a:r>
            <a:r>
              <a:rPr lang="en-US" sz="1800" spc="4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5" dirty="0">
                <a:solidFill>
                  <a:srgbClr val="000000"/>
                </a:solidFill>
                <a:effectLst/>
                <a:latin typeface="Times New Roman" panose="02020603050405020304" pitchFamily="18" charset="0"/>
                <a:ea typeface="Times New Roman" panose="02020603050405020304" pitchFamily="18" charset="0"/>
              </a:rPr>
              <a:t>xt</a:t>
            </a:r>
            <a:r>
              <a:rPr lang="en-US" sz="1800" spc="4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h</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g</a:t>
            </a:r>
            <a:r>
              <a:rPr lang="en-US" sz="1800" dirty="0">
                <a:solidFill>
                  <a:srgbClr val="000000"/>
                </a:solidFill>
                <a:effectLst/>
                <a:latin typeface="Times New Roman" panose="02020603050405020304" pitchFamily="18" charset="0"/>
                <a:ea typeface="Times New Roman" panose="02020603050405020304" pitchFamily="18" charset="0"/>
              </a:rPr>
              <a:t>her</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full</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a:t>
            </a:r>
            <a:r>
              <a:rPr lang="en-US" sz="1800" spc="5" dirty="0">
                <a:solidFill>
                  <a:srgbClr val="000000"/>
                </a:solidFill>
                <a:effectLst/>
                <a:latin typeface="Times New Roman" panose="02020603050405020304" pitchFamily="18" charset="0"/>
                <a:ea typeface="Times New Roman" panose="02020603050405020304" pitchFamily="18" charset="0"/>
              </a:rPr>
              <a:t>d</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35" dirty="0">
                <a:solidFill>
                  <a:srgbClr val="000000"/>
                </a:solidFill>
                <a:effectLst/>
                <a:latin typeface="Times New Roman" panose="02020603050405020304" pitchFamily="18" charset="0"/>
                <a:ea typeface="Times New Roman" panose="02020603050405020304" pitchFamily="18" charset="0"/>
              </a:rPr>
              <a:t> </a:t>
            </a:r>
            <a:endParaRPr lang="en-IN"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5</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701040" y="165879"/>
            <a:ext cx="10510911"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4 BIT Adder / Subtractor</a:t>
            </a:r>
          </a:p>
        </p:txBody>
      </p:sp>
      <p:sp>
        <p:nvSpPr>
          <p:cNvPr id="5" name="TextBox 4">
            <a:extLst>
              <a:ext uri="{FF2B5EF4-FFF2-40B4-BE49-F238E27FC236}">
                <a16:creationId xmlns:a16="http://schemas.microsoft.com/office/drawing/2014/main" id="{80A7DB48-E837-3C2B-7E60-56956A6A4D01}"/>
              </a:ext>
            </a:extLst>
          </p:cNvPr>
          <p:cNvSpPr txBox="1"/>
          <p:nvPr/>
        </p:nvSpPr>
        <p:spPr>
          <a:xfrm>
            <a:off x="281354" y="531107"/>
            <a:ext cx="11910646" cy="1022459"/>
          </a:xfrm>
          <a:prstGeom prst="rect">
            <a:avLst/>
          </a:prstGeom>
          <a:noFill/>
        </p:spPr>
        <p:txBody>
          <a:bodyPr wrap="square">
            <a:spAutoFit/>
          </a:bodyPr>
          <a:lstStyle/>
          <a:p>
            <a:pPr marR="85090" algn="just">
              <a:lnSpc>
                <a:spcPct val="115000"/>
              </a:lnSpc>
              <a:spcAft>
                <a:spcPts val="75"/>
              </a:spcAft>
              <a:tabLst>
                <a:tab pos="6000750" algn="l"/>
              </a:tabLst>
            </a:pP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numbers</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being</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processe</a:t>
            </a:r>
            <a:r>
              <a:rPr lang="en-US" sz="1800" spc="5" dirty="0">
                <a:solidFill>
                  <a:srgbClr val="000000"/>
                </a:solidFill>
                <a:effectLst/>
                <a:latin typeface="Times New Roman" panose="02020603050405020304" pitchFamily="18" charset="0"/>
                <a:ea typeface="Times New Roman" panose="02020603050405020304" pitchFamily="18" charset="0"/>
              </a:rPr>
              <a:t>d</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are</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 dirty="0">
                <a:solidFill>
                  <a:srgbClr val="000000"/>
                </a:solidFill>
                <a:effectLst/>
                <a:latin typeface="Times New Roman" panose="02020603050405020304" pitchFamily="18" charset="0"/>
                <a:ea typeface="Times New Roman" panose="02020603050405020304" pitchFamily="18" charset="0"/>
              </a:rPr>
              <a:t>4</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A3 A2</a:t>
            </a:r>
            <a:r>
              <a:rPr lang="en-US" sz="1800" spc="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A1and</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B4</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B3</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B2</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B1,</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while</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answer</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S4</a:t>
            </a:r>
            <a:r>
              <a:rPr lang="en-US" sz="1800" spc="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S3</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S2</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S1.</a:t>
            </a:r>
            <a:r>
              <a:rPr lang="en-US" sz="1800" spc="80" dirty="0">
                <a:solidFill>
                  <a:srgbClr val="000000"/>
                </a:solidFill>
                <a:effectLst/>
                <a:latin typeface="Times New Roman" panose="02020603050405020304" pitchFamily="18" charset="0"/>
                <a:ea typeface="Times New Roman" panose="02020603050405020304" pitchFamily="18" charset="0"/>
              </a:rPr>
              <a:t>  4 bit adder is built as described in the previous slide, using 4 numbers of  single bit full adders. Here </a:t>
            </a:r>
            <a:r>
              <a:rPr lang="en-US" sz="1800" spc="80" dirty="0" err="1">
                <a:solidFill>
                  <a:srgbClr val="000000"/>
                </a:solidFill>
                <a:effectLst/>
                <a:latin typeface="Times New Roman" panose="02020603050405020304" pitchFamily="18" charset="0"/>
                <a:ea typeface="Times New Roman" panose="02020603050405020304" pitchFamily="18" charset="0"/>
              </a:rPr>
              <a:t>ExOR</a:t>
            </a:r>
            <a:r>
              <a:rPr lang="en-US" sz="1800" spc="80" dirty="0">
                <a:solidFill>
                  <a:srgbClr val="000000"/>
                </a:solidFill>
                <a:effectLst/>
                <a:latin typeface="Times New Roman" panose="02020603050405020304" pitchFamily="18" charset="0"/>
                <a:ea typeface="Times New Roman" panose="02020603050405020304" pitchFamily="18" charset="0"/>
              </a:rPr>
              <a:t> gate is used, control the circuit to work as an 4 bit adder or 4 bit subtractor. </a:t>
            </a:r>
            <a:endParaRPr lang="en-IN" sz="12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103A74E2-89DA-1D7F-B5DF-BA3B872716AD}"/>
              </a:ext>
            </a:extLst>
          </p:cNvPr>
          <p:cNvPicPr>
            <a:picLocks noChangeAspect="1"/>
          </p:cNvPicPr>
          <p:nvPr/>
        </p:nvPicPr>
        <p:blipFill>
          <a:blip r:embed="rId3"/>
          <a:stretch>
            <a:fillRect/>
          </a:stretch>
        </p:blipFill>
        <p:spPr>
          <a:xfrm>
            <a:off x="979463" y="1553566"/>
            <a:ext cx="10233074" cy="5189038"/>
          </a:xfrm>
          <a:prstGeom prst="rect">
            <a:avLst/>
          </a:prstGeom>
        </p:spPr>
      </p:pic>
    </p:spTree>
    <p:extLst>
      <p:ext uri="{BB962C8B-B14F-4D97-AF65-F5344CB8AC3E}">
        <p14:creationId xmlns:p14="http://schemas.microsoft.com/office/powerpoint/2010/main" val="270948910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6</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701040" y="165879"/>
            <a:ext cx="10510911" cy="67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4 BIT Adder / Subtractor Examples:</a:t>
            </a:r>
          </a:p>
          <a:p>
            <a:pPr algn="ctr">
              <a:lnSpc>
                <a:spcPct val="85000"/>
              </a:lnSpc>
            </a:pPr>
            <a:endParaRPr lang="en-US" altLang="en-US" sz="2400" b="1" dirty="0">
              <a:solidFill>
                <a:srgbClr val="FF0000"/>
              </a:solidFill>
              <a:latin typeface="Arial" panose="020B0604020202020204" pitchFamily="34" charset="0"/>
            </a:endParaRPr>
          </a:p>
        </p:txBody>
      </p:sp>
      <p:sp>
        <p:nvSpPr>
          <p:cNvPr id="5" name="TextBox 4">
            <a:extLst>
              <a:ext uri="{FF2B5EF4-FFF2-40B4-BE49-F238E27FC236}">
                <a16:creationId xmlns:a16="http://schemas.microsoft.com/office/drawing/2014/main" id="{80A7DB48-E837-3C2B-7E60-56956A6A4D01}"/>
              </a:ext>
            </a:extLst>
          </p:cNvPr>
          <p:cNvSpPr txBox="1"/>
          <p:nvPr/>
        </p:nvSpPr>
        <p:spPr>
          <a:xfrm>
            <a:off x="281354" y="531107"/>
            <a:ext cx="11910646" cy="5899692"/>
          </a:xfrm>
          <a:prstGeom prst="rect">
            <a:avLst/>
          </a:prstGeom>
          <a:noFill/>
        </p:spPr>
        <p:txBody>
          <a:bodyPr wrap="square">
            <a:spAutoFit/>
          </a:bodyPr>
          <a:lstStyle/>
          <a:p>
            <a:pPr marR="85090" algn="just">
              <a:lnSpc>
                <a:spcPct val="115000"/>
              </a:lnSpc>
              <a:spcAft>
                <a:spcPts val="75"/>
              </a:spcAft>
              <a:tabLst>
                <a:tab pos="6000750" algn="l"/>
              </a:tabLst>
            </a:pPr>
            <a:r>
              <a:rPr lang="en-IN" dirty="0">
                <a:solidFill>
                  <a:srgbClr val="FF0000"/>
                </a:solidFill>
                <a:latin typeface="Times New Roman" panose="02020603050405020304" pitchFamily="18" charset="0"/>
                <a:ea typeface="Times New Roman" panose="02020603050405020304" pitchFamily="18" charset="0"/>
              </a:rPr>
              <a:t>Perform addition of  following numbers, given in binary form</a:t>
            </a:r>
            <a:endParaRPr lang="en-IN" dirty="0">
              <a:solidFill>
                <a:srgbClr val="FF0000"/>
              </a:solidFill>
              <a:effectLst/>
              <a:latin typeface="Times New Roman" panose="02020603050405020304" pitchFamily="18" charset="0"/>
              <a:ea typeface="Times New Roman" panose="02020603050405020304" pitchFamily="18" charset="0"/>
            </a:endParaRP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 1000</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 1100</a:t>
            </a: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a:t>
            </a:r>
            <a:endParaRPr lang="en-IN" dirty="0">
              <a:effectLst/>
              <a:latin typeface="Times New Roman" panose="02020603050405020304" pitchFamily="18" charset="0"/>
              <a:ea typeface="Times New Roman" panose="02020603050405020304" pitchFamily="18" charset="0"/>
            </a:endParaRP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10100</a:t>
            </a:r>
          </a:p>
          <a:p>
            <a:pPr marR="85090" algn="just">
              <a:lnSpc>
                <a:spcPct val="115000"/>
              </a:lnSpc>
              <a:spcAft>
                <a:spcPts val="75"/>
              </a:spcAft>
              <a:tabLst>
                <a:tab pos="6000750" algn="l"/>
              </a:tabLst>
            </a:pPr>
            <a:r>
              <a:rPr lang="en-IN" dirty="0">
                <a:solidFill>
                  <a:srgbClr val="FF0000"/>
                </a:solidFill>
                <a:effectLst/>
                <a:latin typeface="Times New Roman" panose="02020603050405020304" pitchFamily="18" charset="0"/>
                <a:ea typeface="Times New Roman" panose="02020603050405020304" pitchFamily="18" charset="0"/>
              </a:rPr>
              <a:t>Perform addition of  following numbers, given in decimal number system.</a:t>
            </a: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15     -   1111</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+9    -    1001</a:t>
            </a: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    -----------</a:t>
            </a:r>
          </a:p>
          <a:p>
            <a:pPr marL="228600" marR="85090" indent="-228600" algn="just">
              <a:lnSpc>
                <a:spcPct val="115000"/>
              </a:lnSpc>
              <a:spcAft>
                <a:spcPts val="75"/>
              </a:spcAft>
              <a:buAutoNum type="arabicPlain" startAt="24"/>
              <a:tabLst>
                <a:tab pos="6000750" algn="l"/>
              </a:tabLst>
            </a:pPr>
            <a:r>
              <a:rPr lang="en-IN" dirty="0">
                <a:effectLst/>
                <a:latin typeface="Times New Roman" panose="02020603050405020304" pitchFamily="18" charset="0"/>
                <a:ea typeface="Times New Roman" panose="02020603050405020304" pitchFamily="18" charset="0"/>
              </a:rPr>
              <a:t>    1  1000</a:t>
            </a:r>
          </a:p>
          <a:p>
            <a:pPr marR="85090" algn="just">
              <a:lnSpc>
                <a:spcPct val="115000"/>
              </a:lnSpc>
              <a:spcAft>
                <a:spcPts val="75"/>
              </a:spcAft>
              <a:tabLst>
                <a:tab pos="6000750" algn="l"/>
              </a:tabLst>
            </a:pPr>
            <a:r>
              <a:rPr lang="en-IN" dirty="0">
                <a:solidFill>
                  <a:srgbClr val="FF0000"/>
                </a:solidFill>
                <a:effectLst/>
                <a:latin typeface="Times New Roman" panose="02020603050405020304" pitchFamily="18" charset="0"/>
                <a:ea typeface="Times New Roman" panose="02020603050405020304" pitchFamily="18" charset="0"/>
              </a:rPr>
              <a:t>Perform addition of  following numbers given in hexadecimal number system</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A          1010</a:t>
            </a:r>
          </a:p>
          <a:p>
            <a:pPr marL="228600" marR="85090" indent="-228600" algn="just">
              <a:lnSpc>
                <a:spcPct val="115000"/>
              </a:lnSpc>
              <a:spcAft>
                <a:spcPts val="75"/>
              </a:spcAft>
              <a:buAutoNum type="arabicPlain" startAt="9"/>
              <a:tabLst>
                <a:tab pos="6000750" algn="l"/>
              </a:tabLst>
            </a:pPr>
            <a:r>
              <a:rPr lang="en-IN" dirty="0">
                <a:latin typeface="Times New Roman" panose="02020603050405020304" pitchFamily="18" charset="0"/>
                <a:ea typeface="Times New Roman" panose="02020603050405020304" pitchFamily="18" charset="0"/>
              </a:rPr>
              <a:t>       1001</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      ---------</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1 3      1 0011</a:t>
            </a:r>
          </a:p>
          <a:p>
            <a:pPr marR="85090" algn="just">
              <a:lnSpc>
                <a:spcPct val="115000"/>
              </a:lnSpc>
              <a:spcAft>
                <a:spcPts val="75"/>
              </a:spcAft>
              <a:tabLst>
                <a:tab pos="6000750" algn="l"/>
              </a:tabLst>
            </a:pPr>
            <a:endParaRPr lang="en-IN" sz="1200" dirty="0">
              <a:latin typeface="Times New Roman" panose="02020603050405020304" pitchFamily="18" charset="0"/>
              <a:ea typeface="Times New Roman" panose="02020603050405020304" pitchFamily="18" charset="0"/>
            </a:endParaRPr>
          </a:p>
          <a:p>
            <a:pPr marR="85090" algn="just">
              <a:lnSpc>
                <a:spcPct val="115000"/>
              </a:lnSpc>
              <a:spcAft>
                <a:spcPts val="75"/>
              </a:spcAft>
              <a:tabLst>
                <a:tab pos="6000750" algn="l"/>
              </a:tabLst>
            </a:pPr>
            <a:r>
              <a:rPr lang="en-IN" dirty="0">
                <a:solidFill>
                  <a:srgbClr val="FF0000"/>
                </a:solidFill>
                <a:effectLst/>
                <a:latin typeface="Times New Roman" panose="02020603050405020304" pitchFamily="18" charset="0"/>
                <a:ea typeface="Times New Roman" panose="02020603050405020304" pitchFamily="18" charset="0"/>
              </a:rPr>
              <a:t>Note: for subtraction, take the 2s compliment of second number </a:t>
            </a:r>
            <a:r>
              <a:rPr lang="en-IN" dirty="0">
                <a:solidFill>
                  <a:srgbClr val="FF0000"/>
                </a:solidFill>
                <a:latin typeface="Times New Roman" panose="02020603050405020304" pitchFamily="18" charset="0"/>
                <a:ea typeface="Times New Roman" panose="02020603050405020304" pitchFamily="18" charset="0"/>
              </a:rPr>
              <a:t>and add to the first number. Note, the carry will be the opposite of the actual value</a:t>
            </a:r>
            <a:endParaRPr lang="en-IN"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228731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7</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686972" y="202605"/>
            <a:ext cx="10510911"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Application of Adder: used for Excess-3 to BCD Converter, vice versa</a:t>
            </a:r>
          </a:p>
        </p:txBody>
      </p:sp>
      <p:sp>
        <p:nvSpPr>
          <p:cNvPr id="4" name="TextBox 3">
            <a:extLst>
              <a:ext uri="{FF2B5EF4-FFF2-40B4-BE49-F238E27FC236}">
                <a16:creationId xmlns:a16="http://schemas.microsoft.com/office/drawing/2014/main" id="{50E9CBCD-F02F-ED0B-EB5E-A444A0A1FE69}"/>
              </a:ext>
            </a:extLst>
          </p:cNvPr>
          <p:cNvSpPr txBox="1"/>
          <p:nvPr/>
        </p:nvSpPr>
        <p:spPr>
          <a:xfrm>
            <a:off x="506436" y="525138"/>
            <a:ext cx="11685563" cy="2615203"/>
          </a:xfrm>
          <a:prstGeom prst="rect">
            <a:avLst/>
          </a:prstGeom>
          <a:noFill/>
        </p:spPr>
        <p:txBody>
          <a:bodyPr wrap="square">
            <a:spAutoFit/>
          </a:bodyPr>
          <a:lstStyle/>
          <a:p>
            <a:pPr marR="85090">
              <a:lnSpc>
                <a:spcPct val="115000"/>
              </a:lnSpc>
              <a:tabLst>
                <a:tab pos="6000750" algn="l"/>
              </a:tabLst>
            </a:pPr>
            <a:r>
              <a:rPr lang="en-US" sz="1800" b="1" dirty="0">
                <a:effectLst/>
                <a:latin typeface="Times New Roman" panose="02020603050405020304" pitchFamily="18" charset="0"/>
                <a:ea typeface="Times New Roman" panose="02020603050405020304" pitchFamily="18" charset="0"/>
              </a:rPr>
              <a:t>Binary Coded Decimal: </a:t>
            </a:r>
            <a:r>
              <a:rPr lang="en-US" sz="1800" dirty="0">
                <a:effectLst/>
                <a:latin typeface="Times New Roman" panose="02020603050405020304" pitchFamily="18" charset="0"/>
                <a:ea typeface="Times New Roman" panose="02020603050405020304" pitchFamily="18" charset="0"/>
              </a:rPr>
              <a:t>Binary Coded Decimal is a method of using binary digits to represent the decimal digits 0 through 9. It is possible to assign weights to the binary bits according to their positions. The weights in the BCD code are 8, 4, 2 and 1. Ex: (137)</a:t>
            </a:r>
            <a:r>
              <a:rPr lang="en-US" sz="1800" baseline="-25000" dirty="0">
                <a:effectLst/>
                <a:latin typeface="Times New Roman" panose="02020603050405020304" pitchFamily="18" charset="0"/>
                <a:ea typeface="Times New Roman" panose="02020603050405020304" pitchFamily="18" charset="0"/>
              </a:rPr>
              <a:t>10</a:t>
            </a:r>
            <a:r>
              <a:rPr lang="en-US" sz="1800" dirty="0">
                <a:effectLst/>
                <a:latin typeface="Times New Roman" panose="02020603050405020304" pitchFamily="18" charset="0"/>
                <a:ea typeface="Times New Roman" panose="02020603050405020304" pitchFamily="18" charset="0"/>
              </a:rPr>
              <a:t> - BCD equivalent (0001 0011 0111)</a:t>
            </a:r>
            <a:r>
              <a:rPr lang="en-US" sz="1800" baseline="-25000" dirty="0">
                <a:effectLst/>
                <a:latin typeface="Times New Roman" panose="02020603050405020304" pitchFamily="18" charset="0"/>
                <a:ea typeface="Times New Roman" panose="02020603050405020304" pitchFamily="18" charset="0"/>
              </a:rPr>
              <a:t>2.</a:t>
            </a:r>
            <a:endParaRPr lang="en-IN" sz="1200" dirty="0">
              <a:effectLst/>
              <a:latin typeface="Times New Roman" panose="02020603050405020304" pitchFamily="18" charset="0"/>
              <a:ea typeface="Times New Roman" panose="02020603050405020304" pitchFamily="18" charset="0"/>
            </a:endParaRPr>
          </a:p>
          <a:p>
            <a:pPr marR="85090" algn="just">
              <a:lnSpc>
                <a:spcPct val="115000"/>
              </a:lnSpc>
              <a:tabLst>
                <a:tab pos="6000750" algn="l"/>
              </a:tabLst>
            </a:pPr>
            <a:r>
              <a:rPr lang="en-US" sz="1800" b="1" dirty="0">
                <a:effectLst/>
                <a:latin typeface="Times New Roman" panose="02020603050405020304" pitchFamily="18" charset="0"/>
                <a:ea typeface="Times New Roman" panose="02020603050405020304" pitchFamily="18" charset="0"/>
              </a:rPr>
              <a:t>Excess-3 Code: </a:t>
            </a:r>
            <a:r>
              <a:rPr lang="en-US" sz="1800" dirty="0">
                <a:effectLst/>
                <a:latin typeface="Times New Roman" panose="02020603050405020304" pitchFamily="18" charset="0"/>
                <a:ea typeface="Times New Roman" panose="02020603050405020304" pitchFamily="18" charset="0"/>
              </a:rPr>
              <a:t>This is an un-weighted code. Its code assignment is obtained from the corresponding value of BCD after the addition of (0011)</a:t>
            </a:r>
            <a:r>
              <a:rPr lang="en-US" sz="1800" baseline="-25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a:p>
            <a:pPr marR="85090" algn="just">
              <a:lnSpc>
                <a:spcPct val="115000"/>
              </a:lnSpc>
              <a:tabLst>
                <a:tab pos="6000750" algn="l"/>
              </a:tabLst>
            </a:pPr>
            <a:r>
              <a:rPr lang="en-US" sz="1800" b="1" dirty="0">
                <a:effectLst/>
                <a:latin typeface="Times New Roman" panose="02020603050405020304" pitchFamily="18" charset="0"/>
                <a:ea typeface="Times New Roman" panose="02020603050405020304" pitchFamily="18" charset="0"/>
              </a:rPr>
              <a:t>BCD to Excess-3 (or) Excess-3 to BCD:  </a:t>
            </a:r>
            <a:r>
              <a:rPr lang="en-US" sz="1800" dirty="0">
                <a:effectLst/>
                <a:latin typeface="Times New Roman" panose="02020603050405020304" pitchFamily="18" charset="0"/>
                <a:ea typeface="Times New Roman" panose="02020603050405020304" pitchFamily="18" charset="0"/>
              </a:rPr>
              <a:t>Since each code uses four bits to represent a decimal digit, there must be four inputs and four output variables. The input variable are designated as B3, B2, B1, B0 and the output variables are designated as E3 , E2, E1, E0 in the truth table. </a:t>
            </a:r>
            <a:endParaRPr lang="en-IN" sz="1200"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3AD8A946-FA8F-02D1-7FD3-86925D781394}"/>
              </a:ext>
            </a:extLst>
          </p:cNvPr>
          <p:cNvPicPr>
            <a:picLocks noChangeAspect="1"/>
          </p:cNvPicPr>
          <p:nvPr/>
        </p:nvPicPr>
        <p:blipFill>
          <a:blip r:embed="rId3"/>
          <a:stretch>
            <a:fillRect/>
          </a:stretch>
        </p:blipFill>
        <p:spPr>
          <a:xfrm>
            <a:off x="2255039" y="3462874"/>
            <a:ext cx="7271703" cy="2873777"/>
          </a:xfrm>
          <a:prstGeom prst="rect">
            <a:avLst/>
          </a:prstGeom>
        </p:spPr>
      </p:pic>
    </p:spTree>
    <p:extLst>
      <p:ext uri="{BB962C8B-B14F-4D97-AF65-F5344CB8AC3E}">
        <p14:creationId xmlns:p14="http://schemas.microsoft.com/office/powerpoint/2010/main" val="25423117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8</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686972" y="202605"/>
            <a:ext cx="10510911"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Application of Adder: used for Excess-3 to BCD Converter, vice versa</a:t>
            </a:r>
          </a:p>
        </p:txBody>
      </p:sp>
      <p:pic>
        <p:nvPicPr>
          <p:cNvPr id="2" name="Picture 1">
            <a:extLst>
              <a:ext uri="{FF2B5EF4-FFF2-40B4-BE49-F238E27FC236}">
                <a16:creationId xmlns:a16="http://schemas.microsoft.com/office/drawing/2014/main" id="{C1314417-2C62-EA71-24C8-0048245A6B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677" y="778288"/>
            <a:ext cx="8285871" cy="5943187"/>
          </a:xfrm>
          <a:prstGeom prst="rect">
            <a:avLst/>
          </a:prstGeom>
          <a:noFill/>
          <a:ln>
            <a:noFill/>
          </a:ln>
        </p:spPr>
      </p:pic>
      <p:sp>
        <p:nvSpPr>
          <p:cNvPr id="3" name="TextBox 2">
            <a:extLst>
              <a:ext uri="{FF2B5EF4-FFF2-40B4-BE49-F238E27FC236}">
                <a16:creationId xmlns:a16="http://schemas.microsoft.com/office/drawing/2014/main" id="{FDEDA5C3-FDEF-AAE3-67D9-28DDA2D321F2}"/>
              </a:ext>
            </a:extLst>
          </p:cNvPr>
          <p:cNvSpPr txBox="1"/>
          <p:nvPr/>
        </p:nvSpPr>
        <p:spPr>
          <a:xfrm>
            <a:off x="8285871" y="1764722"/>
            <a:ext cx="3550921" cy="3970318"/>
          </a:xfrm>
          <a:prstGeom prst="rect">
            <a:avLst/>
          </a:prstGeom>
          <a:noFill/>
        </p:spPr>
        <p:txBody>
          <a:bodyPr wrap="square" rtlCol="0">
            <a:spAutoFit/>
          </a:bodyPr>
          <a:lstStyle/>
          <a:p>
            <a:r>
              <a:rPr lang="en-IN" sz="2400" dirty="0">
                <a:solidFill>
                  <a:srgbClr val="002060"/>
                </a:solidFill>
              </a:rPr>
              <a:t>During the BCD to Excess 3 conversion: 0011 is applied to B3 B2 B1 B0 INPUTS of 4 bit adder (GND-0,VCC-1).</a:t>
            </a:r>
          </a:p>
          <a:p>
            <a:endParaRPr lang="en-IN" dirty="0">
              <a:solidFill>
                <a:srgbClr val="002060"/>
              </a:solidFill>
            </a:endParaRPr>
          </a:p>
          <a:p>
            <a:endParaRPr lang="en-IN" dirty="0">
              <a:solidFill>
                <a:srgbClr val="002060"/>
              </a:solidFill>
            </a:endParaRPr>
          </a:p>
          <a:p>
            <a:r>
              <a:rPr lang="en-IN" sz="2400" dirty="0">
                <a:solidFill>
                  <a:srgbClr val="002060"/>
                </a:solidFill>
              </a:rPr>
              <a:t>During Excess 3 to BCD conversion, 3 (0011) is subtracted from the number, using twos compliment method.</a:t>
            </a:r>
          </a:p>
        </p:txBody>
      </p:sp>
    </p:spTree>
    <p:extLst>
      <p:ext uri="{BB962C8B-B14F-4D97-AF65-F5344CB8AC3E}">
        <p14:creationId xmlns:p14="http://schemas.microsoft.com/office/powerpoint/2010/main" val="288141607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5">
            <a:extLst>
              <a:ext uri="{FF2B5EF4-FFF2-40B4-BE49-F238E27FC236}">
                <a16:creationId xmlns:a16="http://schemas.microsoft.com/office/drawing/2014/main" id="{CF4946B7-45DE-8430-43C2-F6F72985B266}"/>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FAD175E9-9E1C-443F-A711-F8E948C047B4}" type="slidenum">
              <a:rPr lang="en-US" altLang="en-US" sz="1400"/>
              <a:pPr/>
              <a:t>9</a:t>
            </a:fld>
            <a:endParaRPr lang="en-US" altLang="en-US" sz="1400" dirty="0"/>
          </a:p>
        </p:txBody>
      </p:sp>
      <p:sp>
        <p:nvSpPr>
          <p:cNvPr id="16388" name="Rectangle 2">
            <a:extLst>
              <a:ext uri="{FF2B5EF4-FFF2-40B4-BE49-F238E27FC236}">
                <a16:creationId xmlns:a16="http://schemas.microsoft.com/office/drawing/2014/main" id="{CD48901C-5E84-EDB9-047F-A8A732EF13D4}"/>
              </a:ext>
            </a:extLst>
          </p:cNvPr>
          <p:cNvSpPr>
            <a:spLocks noGrp="1" noChangeArrowheads="1"/>
          </p:cNvSpPr>
          <p:nvPr>
            <p:ph type="title"/>
          </p:nvPr>
        </p:nvSpPr>
        <p:spPr>
          <a:xfrm>
            <a:off x="2102661" y="0"/>
            <a:ext cx="10515600" cy="1325563"/>
          </a:xfrm>
        </p:spPr>
        <p:txBody>
          <a:bodyPr/>
          <a:lstStyle/>
          <a:p>
            <a:r>
              <a:rPr lang="en-US" altLang="en-US" dirty="0">
                <a:solidFill>
                  <a:srgbClr val="FF0000"/>
                </a:solidFill>
              </a:rPr>
              <a:t>Delay Analysis of Ripple Adder</a:t>
            </a:r>
          </a:p>
        </p:txBody>
      </p:sp>
      <p:sp>
        <p:nvSpPr>
          <p:cNvPr id="16389" name="Rectangle 3">
            <a:extLst>
              <a:ext uri="{FF2B5EF4-FFF2-40B4-BE49-F238E27FC236}">
                <a16:creationId xmlns:a16="http://schemas.microsoft.com/office/drawing/2014/main" id="{91B21AD8-D53A-949A-63CB-6FA6AB608125}"/>
              </a:ext>
            </a:extLst>
          </p:cNvPr>
          <p:cNvSpPr>
            <a:spLocks noGrp="1" noChangeArrowheads="1"/>
          </p:cNvSpPr>
          <p:nvPr>
            <p:ph type="body" idx="1"/>
          </p:nvPr>
        </p:nvSpPr>
        <p:spPr>
          <a:xfrm>
            <a:off x="225287" y="1118533"/>
            <a:ext cx="11741425" cy="4351338"/>
          </a:xfrm>
        </p:spPr>
        <p:txBody>
          <a:bodyPr/>
          <a:lstStyle/>
          <a:p>
            <a:pPr>
              <a:lnSpc>
                <a:spcPct val="90000"/>
              </a:lnSpc>
            </a:pPr>
            <a:r>
              <a:rPr lang="en-US" altLang="en-US" dirty="0"/>
              <a:t>Carry out of a single stage can be implemented in 2 gate delays (Units of Time)</a:t>
            </a:r>
          </a:p>
          <a:p>
            <a:pPr>
              <a:lnSpc>
                <a:spcPct val="90000"/>
              </a:lnSpc>
            </a:pPr>
            <a:r>
              <a:rPr lang="en-US" altLang="en-US" dirty="0"/>
              <a:t>For a 16 bit adder, the 16th bit carry is generated after </a:t>
            </a:r>
            <a:r>
              <a:rPr lang="en-US" altLang="en-US" dirty="0">
                <a:solidFill>
                  <a:srgbClr val="FF0000"/>
                </a:solidFill>
              </a:rPr>
              <a:t>16 * 2 = 32 </a:t>
            </a:r>
            <a:r>
              <a:rPr lang="en-US" altLang="en-US" dirty="0"/>
              <a:t>gate delays.</a:t>
            </a:r>
          </a:p>
          <a:p>
            <a:pPr marL="0" indent="0">
              <a:lnSpc>
                <a:spcPct val="90000"/>
              </a:lnSpc>
              <a:buNone/>
            </a:pPr>
            <a:r>
              <a:rPr lang="en-US" altLang="en-US" dirty="0">
                <a:solidFill>
                  <a:srgbClr val="FF0000"/>
                </a:solidFill>
              </a:rPr>
              <a:t>     Total Time Required for N bit adder </a:t>
            </a:r>
            <a:r>
              <a:rPr lang="en-US" altLang="en-US" dirty="0"/>
              <a:t>using Ripple parallel adder = </a:t>
            </a:r>
            <a:r>
              <a:rPr lang="en-US" altLang="en-US" dirty="0">
                <a:solidFill>
                  <a:srgbClr val="FF0000"/>
                </a:solidFill>
              </a:rPr>
              <a:t>N * 2</a:t>
            </a:r>
          </a:p>
          <a:p>
            <a:pPr>
              <a:lnSpc>
                <a:spcPct val="90000"/>
              </a:lnSpc>
            </a:pPr>
            <a:r>
              <a:rPr lang="en-US" altLang="en-US" dirty="0"/>
              <a:t>Takes too long - need to investigate FASTER adders!</a:t>
            </a:r>
          </a:p>
          <a:p>
            <a:r>
              <a:rPr lang="en-US" altLang="en-US" dirty="0"/>
              <a:t>Carry Look Ahead Adders, CLA adders, overcomes the disadvantage of taking more units of time. The principle behind design of CLA adders, can be understood by looking at the equation for carry generated at the </a:t>
            </a:r>
            <a:r>
              <a:rPr lang="en-US" altLang="en-US" dirty="0" err="1"/>
              <a:t>ith</a:t>
            </a:r>
            <a:r>
              <a:rPr lang="en-US" altLang="en-US" dirty="0"/>
              <a:t> stage, Ci+1, for full adder </a:t>
            </a:r>
          </a:p>
          <a:p>
            <a:pPr marL="0" indent="0">
              <a:buNone/>
            </a:pPr>
            <a:r>
              <a:rPr lang="en-US" altLang="en-US" b="1" dirty="0">
                <a:solidFill>
                  <a:srgbClr val="FF0000"/>
                </a:solidFill>
                <a:latin typeface="Arial" panose="020B0604020202020204" pitchFamily="34" charset="0"/>
              </a:rPr>
              <a:t>                            Ci+1 = </a:t>
            </a:r>
            <a:r>
              <a:rPr lang="en-US" altLang="en-US" b="1" dirty="0">
                <a:solidFill>
                  <a:srgbClr val="0070C0"/>
                </a:solidFill>
                <a:latin typeface="Arial" panose="020B0604020202020204" pitchFamily="34" charset="0"/>
              </a:rPr>
              <a:t>Xi Yi + Xi Ci + Yi Ci</a:t>
            </a:r>
          </a:p>
          <a:p>
            <a:pPr>
              <a:lnSpc>
                <a:spcPct val="90000"/>
              </a:lnSpc>
            </a:pPr>
            <a:endParaRPr lang="en-US" altLang="en-US" dirty="0"/>
          </a:p>
        </p:txBody>
      </p:sp>
      <p:pic>
        <p:nvPicPr>
          <p:cNvPr id="2" name="Picture 3">
            <a:extLst>
              <a:ext uri="{FF2B5EF4-FFF2-40B4-BE49-F238E27FC236}">
                <a16:creationId xmlns:a16="http://schemas.microsoft.com/office/drawing/2014/main" id="{5024230C-C7B0-BB0F-E042-F9261A71103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4504" y="5368166"/>
            <a:ext cx="4444040" cy="1489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a:extLst>
              <a:ext uri="{FF2B5EF4-FFF2-40B4-BE49-F238E27FC236}">
                <a16:creationId xmlns:a16="http://schemas.microsoft.com/office/drawing/2014/main" id="{B5EEAE04-3B95-ADF2-8CD7-A0FFA8F66445}"/>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A9DA43DC-A9B9-4D5B-B836-145B54CE7D55}" type="slidenum">
              <a:rPr lang="en-US" altLang="en-US" sz="1400"/>
              <a:pPr/>
              <a:t>10</a:t>
            </a:fld>
            <a:endParaRPr lang="en-US" altLang="en-US" sz="1400"/>
          </a:p>
        </p:txBody>
      </p:sp>
      <p:sp>
        <p:nvSpPr>
          <p:cNvPr id="19462" name="Rectangle 4">
            <a:extLst>
              <a:ext uri="{FF2B5EF4-FFF2-40B4-BE49-F238E27FC236}">
                <a16:creationId xmlns:a16="http://schemas.microsoft.com/office/drawing/2014/main" id="{A2CC7C62-4277-8503-9066-394F3037B1C1}"/>
              </a:ext>
            </a:extLst>
          </p:cNvPr>
          <p:cNvSpPr>
            <a:spLocks noChangeArrowheads="1"/>
          </p:cNvSpPr>
          <p:nvPr/>
        </p:nvSpPr>
        <p:spPr bwMode="auto">
          <a:xfrm>
            <a:off x="350519" y="598190"/>
            <a:ext cx="11507371" cy="3452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b="1" dirty="0">
                <a:solidFill>
                  <a:srgbClr val="FF0000"/>
                </a:solidFill>
                <a:latin typeface="Arial" panose="020B0604020202020204" pitchFamily="34" charset="0"/>
              </a:rPr>
              <a:t>Si = </a:t>
            </a:r>
            <a:r>
              <a:rPr lang="en-US" altLang="en-US" b="1" dirty="0">
                <a:solidFill>
                  <a:srgbClr val="0070C0"/>
                </a:solidFill>
                <a:latin typeface="Arial" panose="020B0604020202020204" pitchFamily="34" charset="0"/>
              </a:rPr>
              <a:t>Xi .</a:t>
            </a:r>
            <a:r>
              <a:rPr lang="en-US" altLang="en-US" b="1" dirty="0" err="1">
                <a:solidFill>
                  <a:srgbClr val="0070C0"/>
                </a:solidFill>
                <a:latin typeface="Arial" panose="020B0604020202020204" pitchFamily="34" charset="0"/>
              </a:rPr>
              <a:t>xor</a:t>
            </a:r>
            <a:r>
              <a:rPr lang="en-US" altLang="en-US" b="1" dirty="0">
                <a:solidFill>
                  <a:srgbClr val="0070C0"/>
                </a:solidFill>
                <a:latin typeface="Arial" panose="020B0604020202020204" pitchFamily="34" charset="0"/>
              </a:rPr>
              <a:t>. Yi .</a:t>
            </a:r>
            <a:r>
              <a:rPr lang="en-US" altLang="en-US" b="1" dirty="0" err="1">
                <a:solidFill>
                  <a:srgbClr val="0070C0"/>
                </a:solidFill>
                <a:latin typeface="Arial" panose="020B0604020202020204" pitchFamily="34" charset="0"/>
              </a:rPr>
              <a:t>xor</a:t>
            </a:r>
            <a:r>
              <a:rPr lang="en-US" altLang="en-US" b="1" dirty="0">
                <a:solidFill>
                  <a:srgbClr val="0070C0"/>
                </a:solidFill>
                <a:latin typeface="Arial" panose="020B0604020202020204" pitchFamily="34" charset="0"/>
              </a:rPr>
              <a:t>. Ci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Ci+1 = </a:t>
            </a:r>
            <a:r>
              <a:rPr lang="en-US" altLang="en-US" b="1" dirty="0">
                <a:solidFill>
                  <a:srgbClr val="0070C0"/>
                </a:solidFill>
                <a:latin typeface="Arial" panose="020B0604020202020204" pitchFamily="34" charset="0"/>
              </a:rPr>
              <a:t>Xi Yi + Xi Ci + Yi Ci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        = </a:t>
            </a:r>
            <a:r>
              <a:rPr lang="en-US" altLang="en-US" b="1" dirty="0">
                <a:solidFill>
                  <a:srgbClr val="0070C0"/>
                </a:solidFill>
                <a:latin typeface="Arial" panose="020B0604020202020204" pitchFamily="34" charset="0"/>
              </a:rPr>
              <a:t>Xi Yi + Ci (Xi + Yi)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        = </a:t>
            </a:r>
            <a:r>
              <a:rPr lang="en-US" altLang="en-US" b="1" dirty="0">
                <a:solidFill>
                  <a:srgbClr val="0070C0"/>
                </a:solidFill>
                <a:latin typeface="Arial" panose="020B0604020202020204" pitchFamily="34" charset="0"/>
              </a:rPr>
              <a:t>Xi Yi + Ci (Xi .or. Yi)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Let us represent, </a:t>
            </a:r>
            <a:r>
              <a:rPr lang="en-US" altLang="en-US" b="1" dirty="0" err="1">
                <a:solidFill>
                  <a:srgbClr val="002060"/>
                </a:solidFill>
                <a:latin typeface="Arial" panose="020B0604020202020204" pitchFamily="34" charset="0"/>
              </a:rPr>
              <a:t>XiYi</a:t>
            </a:r>
            <a:r>
              <a:rPr lang="en-US" altLang="en-US" b="1" dirty="0">
                <a:solidFill>
                  <a:srgbClr val="002060"/>
                </a:solidFill>
                <a:latin typeface="Arial" panose="020B0604020202020204" pitchFamily="34" charset="0"/>
              </a:rPr>
              <a:t>        </a:t>
            </a:r>
            <a:r>
              <a:rPr lang="en-US" altLang="en-US" b="1" dirty="0">
                <a:solidFill>
                  <a:srgbClr val="FF0000"/>
                </a:solidFill>
                <a:latin typeface="Arial" panose="020B0604020202020204" pitchFamily="34" charset="0"/>
              </a:rPr>
              <a:t>by</a:t>
            </a:r>
            <a:r>
              <a:rPr lang="en-US" altLang="en-US" b="1" dirty="0">
                <a:solidFill>
                  <a:srgbClr val="002060"/>
                </a:solidFill>
                <a:latin typeface="Arial" panose="020B0604020202020204" pitchFamily="34" charset="0"/>
              </a:rPr>
              <a:t> Gi  </a:t>
            </a:r>
            <a:r>
              <a:rPr lang="en-US" altLang="en-US" b="1" dirty="0">
                <a:solidFill>
                  <a:srgbClr val="FF0000"/>
                </a:solidFill>
                <a:latin typeface="Arial" panose="020B0604020202020204" pitchFamily="34" charset="0"/>
              </a:rPr>
              <a:t>(also called as Carry generate function) &amp;                </a:t>
            </a:r>
          </a:p>
          <a:p>
            <a:pPr>
              <a:lnSpc>
                <a:spcPct val="85000"/>
              </a:lnSpc>
            </a:pPr>
            <a:r>
              <a:rPr lang="en-US" altLang="en-US" b="1" dirty="0">
                <a:solidFill>
                  <a:srgbClr val="FF0000"/>
                </a:solidFill>
                <a:latin typeface="Arial" panose="020B0604020202020204" pitchFamily="34" charset="0"/>
              </a:rPr>
              <a:t>                              </a:t>
            </a:r>
            <a:r>
              <a:rPr lang="en-US" altLang="en-US" b="1" dirty="0" err="1">
                <a:solidFill>
                  <a:srgbClr val="002060"/>
                </a:solidFill>
                <a:latin typeface="Arial" panose="020B0604020202020204" pitchFamily="34" charset="0"/>
              </a:rPr>
              <a:t>Xi.or.Yi</a:t>
            </a:r>
            <a:r>
              <a:rPr lang="en-US" altLang="en-US" b="1" dirty="0">
                <a:solidFill>
                  <a:srgbClr val="002060"/>
                </a:solidFill>
                <a:latin typeface="Arial" panose="020B0604020202020204" pitchFamily="34" charset="0"/>
              </a:rPr>
              <a:t>   </a:t>
            </a:r>
            <a:r>
              <a:rPr lang="en-US" altLang="en-US" b="1" dirty="0">
                <a:solidFill>
                  <a:srgbClr val="FF0000"/>
                </a:solidFill>
                <a:latin typeface="Arial" panose="020B0604020202020204" pitchFamily="34" charset="0"/>
              </a:rPr>
              <a:t>by</a:t>
            </a:r>
            <a:r>
              <a:rPr lang="en-US" altLang="en-US" b="1" dirty="0">
                <a:solidFill>
                  <a:srgbClr val="002060"/>
                </a:solidFill>
                <a:latin typeface="Arial" panose="020B0604020202020204" pitchFamily="34" charset="0"/>
              </a:rPr>
              <a:t> Pi  </a:t>
            </a:r>
            <a:r>
              <a:rPr lang="en-US" altLang="en-US" b="1" dirty="0">
                <a:solidFill>
                  <a:srgbClr val="FF0000"/>
                </a:solidFill>
                <a:latin typeface="Arial" panose="020B0604020202020204" pitchFamily="34" charset="0"/>
              </a:rPr>
              <a:t>(also called carry propagate function)</a:t>
            </a:r>
          </a:p>
          <a:p>
            <a:pPr>
              <a:lnSpc>
                <a:spcPct val="85000"/>
              </a:lnSpc>
            </a:pPr>
            <a:r>
              <a:rPr lang="en-US" altLang="en-US" b="1" dirty="0">
                <a:solidFill>
                  <a:srgbClr val="FF0000"/>
                </a:solidFill>
                <a:latin typeface="Arial" panose="020B0604020202020204" pitchFamily="34" charset="0"/>
              </a:rPr>
              <a:t>        = Gi + Ci Pi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Now, lets write the these expressions, for C1,C2,C3 and C4</a:t>
            </a:r>
          </a:p>
        </p:txBody>
      </p:sp>
      <p:sp>
        <p:nvSpPr>
          <p:cNvPr id="4" name="TextBox 3">
            <a:extLst>
              <a:ext uri="{FF2B5EF4-FFF2-40B4-BE49-F238E27FC236}">
                <a16:creationId xmlns:a16="http://schemas.microsoft.com/office/drawing/2014/main" id="{C78A9299-F0E7-51DC-3D38-6E362D312C95}"/>
              </a:ext>
            </a:extLst>
          </p:cNvPr>
          <p:cNvSpPr txBox="1"/>
          <p:nvPr/>
        </p:nvSpPr>
        <p:spPr>
          <a:xfrm>
            <a:off x="120749" y="110943"/>
            <a:ext cx="12191999" cy="461665"/>
          </a:xfrm>
          <a:prstGeom prst="rect">
            <a:avLst/>
          </a:prstGeom>
          <a:noFill/>
        </p:spPr>
        <p:txBody>
          <a:bodyPr wrap="square" rtlCol="0">
            <a:spAutoFit/>
          </a:bodyPr>
          <a:lstStyle/>
          <a:p>
            <a:r>
              <a:rPr lang="en-IN" sz="2400" dirty="0">
                <a:solidFill>
                  <a:srgbClr val="FF0000"/>
                </a:solidFill>
              </a:rPr>
              <a:t>Let us write S and </a:t>
            </a:r>
            <a:r>
              <a:rPr lang="en-IN" sz="2400" dirty="0" err="1">
                <a:solidFill>
                  <a:srgbClr val="FF0000"/>
                </a:solidFill>
              </a:rPr>
              <a:t>Cout</a:t>
            </a:r>
            <a:r>
              <a:rPr lang="en-IN" sz="2400" dirty="0">
                <a:solidFill>
                  <a:srgbClr val="FF0000"/>
                </a:solidFill>
              </a:rPr>
              <a:t> expressions for full adder, in terms of  inputs X and Y and </a:t>
            </a:r>
            <a:r>
              <a:rPr lang="en-IN" sz="2400" dirty="0" err="1">
                <a:solidFill>
                  <a:srgbClr val="FF0000"/>
                </a:solidFill>
              </a:rPr>
              <a:t>Cin</a:t>
            </a:r>
            <a:r>
              <a:rPr lang="en-IN" sz="2400" dirty="0">
                <a:solidFill>
                  <a:srgbClr val="FF0000"/>
                </a:solidFill>
              </a:rPr>
              <a:t>, for ‘</a:t>
            </a:r>
            <a:r>
              <a:rPr lang="en-IN" sz="2400" dirty="0" err="1">
                <a:solidFill>
                  <a:srgbClr val="FF0000"/>
                </a:solidFill>
              </a:rPr>
              <a:t>i</a:t>
            </a:r>
            <a:r>
              <a:rPr lang="en-IN" sz="2400" dirty="0">
                <a:solidFill>
                  <a:srgbClr val="FF0000"/>
                </a:solidFill>
              </a:rPr>
              <a:t>’ </a:t>
            </a:r>
            <a:r>
              <a:rPr lang="en-IN" sz="2400" dirty="0" err="1">
                <a:solidFill>
                  <a:srgbClr val="FF0000"/>
                </a:solidFill>
              </a:rPr>
              <a:t>th</a:t>
            </a:r>
            <a:r>
              <a:rPr lang="en-IN" sz="2400" dirty="0">
                <a:solidFill>
                  <a:srgbClr val="FF0000"/>
                </a:solidFill>
              </a:rPr>
              <a:t> bi</a:t>
            </a:r>
            <a:r>
              <a:rPr lang="en-IN" sz="2400" dirty="0"/>
              <a:t>t</a:t>
            </a:r>
          </a:p>
        </p:txBody>
      </p:sp>
      <p:sp>
        <p:nvSpPr>
          <p:cNvPr id="5" name="Rectangle 4">
            <a:extLst>
              <a:ext uri="{FF2B5EF4-FFF2-40B4-BE49-F238E27FC236}">
                <a16:creationId xmlns:a16="http://schemas.microsoft.com/office/drawing/2014/main" id="{2C3C38B7-FA38-7467-072B-23BCD845C866}"/>
              </a:ext>
            </a:extLst>
          </p:cNvPr>
          <p:cNvSpPr>
            <a:spLocks noChangeArrowheads="1"/>
          </p:cNvSpPr>
          <p:nvPr/>
        </p:nvSpPr>
        <p:spPr bwMode="auto">
          <a:xfrm>
            <a:off x="2040997" y="4071847"/>
            <a:ext cx="8126413"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dirty="0">
                <a:latin typeface="Arial" panose="020B0604020202020204" pitchFamily="34" charset="0"/>
              </a:rPr>
              <a:t>C1 = G0 +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C2 = G1 + P1 C1 = G1 + P1 G0 +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C3 = G2 + P2 C2 = G2 + P2 G1 + P2 P1 G0 + P2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C4 = G3 + P3 C3 = G3 + P3 G2 + P3 P2 G1 + P3 P2 P1 G0 + P3 P2 P1 P0 C0</a:t>
            </a:r>
          </a:p>
        </p:txBody>
      </p:sp>
      <p:sp>
        <p:nvSpPr>
          <p:cNvPr id="6" name="TextBox 5">
            <a:extLst>
              <a:ext uri="{FF2B5EF4-FFF2-40B4-BE49-F238E27FC236}">
                <a16:creationId xmlns:a16="http://schemas.microsoft.com/office/drawing/2014/main" id="{900ED543-5D1D-B7B1-B5C8-9206667B1E1C}"/>
              </a:ext>
            </a:extLst>
          </p:cNvPr>
          <p:cNvSpPr txBox="1"/>
          <p:nvPr/>
        </p:nvSpPr>
        <p:spPr>
          <a:xfrm>
            <a:off x="224919" y="5756185"/>
            <a:ext cx="11338560" cy="1200329"/>
          </a:xfrm>
          <a:prstGeom prst="rect">
            <a:avLst/>
          </a:prstGeom>
          <a:noFill/>
        </p:spPr>
        <p:txBody>
          <a:bodyPr wrap="square" rtlCol="0">
            <a:spAutoFit/>
          </a:bodyPr>
          <a:lstStyle/>
          <a:p>
            <a:r>
              <a:rPr lang="en-IN" sz="2400" dirty="0">
                <a:solidFill>
                  <a:srgbClr val="FF0000"/>
                </a:solidFill>
              </a:rPr>
              <a:t>Important: </a:t>
            </a:r>
            <a:r>
              <a:rPr lang="en-IN" sz="2400" dirty="0">
                <a:solidFill>
                  <a:srgbClr val="0070C0"/>
                </a:solidFill>
              </a:rPr>
              <a:t>Carry  input at each stage is direct function of operand bits. Thus the idea of having SUM and CARRY outputs of the </a:t>
            </a:r>
            <a:r>
              <a:rPr lang="en-IN" sz="2400" dirty="0" err="1">
                <a:solidFill>
                  <a:srgbClr val="0070C0"/>
                </a:solidFill>
              </a:rPr>
              <a:t>ith</a:t>
            </a:r>
            <a:r>
              <a:rPr lang="en-IN" sz="2400" dirty="0">
                <a:solidFill>
                  <a:srgbClr val="0070C0"/>
                </a:solidFill>
              </a:rPr>
              <a:t> stage be a function of </a:t>
            </a:r>
            <a:r>
              <a:rPr lang="en-IN" sz="2400" dirty="0" err="1">
                <a:solidFill>
                  <a:srgbClr val="0070C0"/>
                </a:solidFill>
              </a:rPr>
              <a:t>x</a:t>
            </a:r>
            <a:r>
              <a:rPr lang="en-IN" sz="1050" dirty="0" err="1">
                <a:solidFill>
                  <a:srgbClr val="0070C0"/>
                </a:solidFill>
              </a:rPr>
              <a:t>i</a:t>
            </a:r>
            <a:r>
              <a:rPr lang="en-IN" sz="2400" dirty="0" err="1">
                <a:solidFill>
                  <a:srgbClr val="0070C0"/>
                </a:solidFill>
              </a:rPr>
              <a:t>,y</a:t>
            </a:r>
            <a:r>
              <a:rPr lang="en-IN" sz="1400" dirty="0" err="1">
                <a:solidFill>
                  <a:srgbClr val="0070C0"/>
                </a:solidFill>
              </a:rPr>
              <a:t>i</a:t>
            </a:r>
            <a:r>
              <a:rPr lang="en-IN" sz="2400" dirty="0">
                <a:solidFill>
                  <a:srgbClr val="0070C0"/>
                </a:solidFill>
              </a:rPr>
              <a:t> and c</a:t>
            </a:r>
            <a:r>
              <a:rPr lang="en-IN" sz="1400" dirty="0">
                <a:solidFill>
                  <a:srgbClr val="0070C0"/>
                </a:solidFill>
              </a:rPr>
              <a:t>i</a:t>
            </a:r>
            <a:r>
              <a:rPr lang="en-IN" sz="2400" dirty="0">
                <a:solidFill>
                  <a:srgbClr val="0070C0"/>
                </a:solidFill>
              </a:rPr>
              <a:t> is replaced by having these outputs be a function of x</a:t>
            </a:r>
            <a:r>
              <a:rPr lang="en-IN" sz="1100" dirty="0">
                <a:solidFill>
                  <a:srgbClr val="0070C0"/>
                </a:solidFill>
              </a:rPr>
              <a:t>0</a:t>
            </a:r>
            <a:r>
              <a:rPr lang="en-IN" sz="2400" dirty="0">
                <a:solidFill>
                  <a:srgbClr val="0070C0"/>
                </a:solidFill>
              </a:rPr>
              <a:t>,x</a:t>
            </a:r>
            <a:r>
              <a:rPr lang="en-IN" sz="1200" dirty="0">
                <a:solidFill>
                  <a:srgbClr val="0070C0"/>
                </a:solidFill>
              </a:rPr>
              <a:t>1</a:t>
            </a:r>
            <a:r>
              <a:rPr lang="en-IN" sz="2400" dirty="0">
                <a:solidFill>
                  <a:srgbClr val="0070C0"/>
                </a:solidFill>
              </a:rPr>
              <a:t>,…,x</a:t>
            </a:r>
            <a:r>
              <a:rPr lang="en-IN" sz="1400" dirty="0">
                <a:solidFill>
                  <a:srgbClr val="0070C0"/>
                </a:solidFill>
              </a:rPr>
              <a:t>i</a:t>
            </a:r>
            <a:r>
              <a:rPr lang="en-IN" sz="2400" dirty="0">
                <a:solidFill>
                  <a:srgbClr val="0070C0"/>
                </a:solidFill>
              </a:rPr>
              <a:t>, y</a:t>
            </a:r>
            <a:r>
              <a:rPr lang="en-IN" sz="1200" dirty="0">
                <a:solidFill>
                  <a:srgbClr val="0070C0"/>
                </a:solidFill>
              </a:rPr>
              <a:t>0</a:t>
            </a:r>
            <a:r>
              <a:rPr lang="en-IN" sz="2400" dirty="0">
                <a:solidFill>
                  <a:srgbClr val="0070C0"/>
                </a:solidFill>
              </a:rPr>
              <a:t>,y</a:t>
            </a:r>
            <a:r>
              <a:rPr lang="en-IN" sz="1200" dirty="0">
                <a:solidFill>
                  <a:srgbClr val="0070C0"/>
                </a:solidFill>
              </a:rPr>
              <a:t>1</a:t>
            </a:r>
            <a:r>
              <a:rPr lang="en-IN" sz="2400" dirty="0">
                <a:solidFill>
                  <a:srgbClr val="0070C0"/>
                </a:solidFill>
              </a:rPr>
              <a:t>,…,</a:t>
            </a:r>
            <a:r>
              <a:rPr lang="en-IN" sz="2400" dirty="0" err="1">
                <a:solidFill>
                  <a:srgbClr val="0070C0"/>
                </a:solidFill>
              </a:rPr>
              <a:t>y</a:t>
            </a:r>
            <a:r>
              <a:rPr lang="en-IN" sz="1200" dirty="0" err="1">
                <a:solidFill>
                  <a:srgbClr val="0070C0"/>
                </a:solidFill>
              </a:rPr>
              <a:t>i</a:t>
            </a:r>
            <a:r>
              <a:rPr lang="en-IN" sz="2400" dirty="0">
                <a:solidFill>
                  <a:srgbClr val="0070C0"/>
                </a:solidFill>
              </a:rPr>
              <a:t> and c</a:t>
            </a:r>
            <a:r>
              <a:rPr lang="en-IN" sz="1200" dirty="0">
                <a:solidFill>
                  <a:srgbClr val="0070C0"/>
                </a:solidFill>
              </a:rPr>
              <a:t>0</a:t>
            </a:r>
            <a:endParaRPr lang="en-IN" sz="2400" dirty="0">
              <a:solidFill>
                <a:srgbClr val="0070C0"/>
              </a:solidFill>
            </a:endParaRPr>
          </a:p>
        </p:txBody>
      </p:sp>
    </p:spTree>
    <p:extLst>
      <p:ext uri="{BB962C8B-B14F-4D97-AF65-F5344CB8AC3E}">
        <p14:creationId xmlns:p14="http://schemas.microsoft.com/office/powerpoint/2010/main" val="767444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4">
            <a:extLst>
              <a:ext uri="{FF2B5EF4-FFF2-40B4-BE49-F238E27FC236}">
                <a16:creationId xmlns:a16="http://schemas.microsoft.com/office/drawing/2014/main" id="{59D6FF71-DD3E-5C60-4C9C-B74C1177C60A}"/>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4882A495-E525-44B1-B64D-E37F5CD31359}" type="slidenum">
              <a:rPr lang="en-US" altLang="en-US" sz="1400"/>
              <a:pPr/>
              <a:t>11</a:t>
            </a:fld>
            <a:endParaRPr lang="en-US" altLang="en-US" sz="1400"/>
          </a:p>
        </p:txBody>
      </p:sp>
      <p:sp>
        <p:nvSpPr>
          <p:cNvPr id="21531" name="Arc 25">
            <a:extLst>
              <a:ext uri="{FF2B5EF4-FFF2-40B4-BE49-F238E27FC236}">
                <a16:creationId xmlns:a16="http://schemas.microsoft.com/office/drawing/2014/main" id="{26D84494-0698-6C52-025A-220C1A178A08}"/>
              </a:ext>
            </a:extLst>
          </p:cNvPr>
          <p:cNvSpPr>
            <a:spLocks/>
          </p:cNvSpPr>
          <p:nvPr/>
        </p:nvSpPr>
        <p:spPr bwMode="auto">
          <a:xfrm>
            <a:off x="3482976" y="2319338"/>
            <a:ext cx="231775" cy="247650"/>
          </a:xfrm>
          <a:custGeom>
            <a:avLst/>
            <a:gdLst>
              <a:gd name="T0" fmla="*/ 0 w 21600"/>
              <a:gd name="T1" fmla="*/ 0 h 21600"/>
              <a:gd name="T2" fmla="*/ 2487021 w 21600"/>
              <a:gd name="T3" fmla="*/ 2839376 h 21600"/>
              <a:gd name="T4" fmla="*/ 0 w 21600"/>
              <a:gd name="T5" fmla="*/ 283937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533" name="Arc 27">
            <a:extLst>
              <a:ext uri="{FF2B5EF4-FFF2-40B4-BE49-F238E27FC236}">
                <a16:creationId xmlns:a16="http://schemas.microsoft.com/office/drawing/2014/main" id="{EBEC6A04-5FAA-C68E-5A01-F37D356A8795}"/>
              </a:ext>
            </a:extLst>
          </p:cNvPr>
          <p:cNvSpPr>
            <a:spLocks/>
          </p:cNvSpPr>
          <p:nvPr/>
        </p:nvSpPr>
        <p:spPr bwMode="auto">
          <a:xfrm>
            <a:off x="3482976" y="2547938"/>
            <a:ext cx="231775" cy="247650"/>
          </a:xfrm>
          <a:custGeom>
            <a:avLst/>
            <a:gdLst>
              <a:gd name="T0" fmla="*/ 2487021 w 21600"/>
              <a:gd name="T1" fmla="*/ 0 h 21600"/>
              <a:gd name="T2" fmla="*/ 0 w 21600"/>
              <a:gd name="T3" fmla="*/ 283937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21564" name="Group 58">
            <a:extLst>
              <a:ext uri="{FF2B5EF4-FFF2-40B4-BE49-F238E27FC236}">
                <a16:creationId xmlns:a16="http://schemas.microsoft.com/office/drawing/2014/main" id="{CACDF0F9-07D9-6814-2A99-8C04CD7FBC81}"/>
              </a:ext>
            </a:extLst>
          </p:cNvPr>
          <p:cNvGrpSpPr>
            <a:grpSpLocks/>
          </p:cNvGrpSpPr>
          <p:nvPr/>
        </p:nvGrpSpPr>
        <p:grpSpPr bwMode="auto">
          <a:xfrm>
            <a:off x="2084389" y="3505200"/>
            <a:ext cx="7742237" cy="2778125"/>
            <a:chOff x="353" y="2208"/>
            <a:chExt cx="4877" cy="1750"/>
          </a:xfrm>
        </p:grpSpPr>
        <p:sp>
          <p:nvSpPr>
            <p:cNvPr id="21592" name="Line 59">
              <a:extLst>
                <a:ext uri="{FF2B5EF4-FFF2-40B4-BE49-F238E27FC236}">
                  <a16:creationId xmlns:a16="http://schemas.microsoft.com/office/drawing/2014/main" id="{DB2A8997-699E-68C8-930D-18D568384403}"/>
                </a:ext>
              </a:extLst>
            </p:cNvPr>
            <p:cNvSpPr>
              <a:spLocks noChangeShapeType="1"/>
            </p:cNvSpPr>
            <p:nvPr/>
          </p:nvSpPr>
          <p:spPr bwMode="auto">
            <a:xfrm>
              <a:off x="592" y="2208"/>
              <a:ext cx="260"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3" name="Line 60">
              <a:extLst>
                <a:ext uri="{FF2B5EF4-FFF2-40B4-BE49-F238E27FC236}">
                  <a16:creationId xmlns:a16="http://schemas.microsoft.com/office/drawing/2014/main" id="{C2332766-1C67-D43E-6E28-A6601CFF0989}"/>
                </a:ext>
              </a:extLst>
            </p:cNvPr>
            <p:cNvSpPr>
              <a:spLocks noChangeShapeType="1"/>
            </p:cNvSpPr>
            <p:nvPr/>
          </p:nvSpPr>
          <p:spPr bwMode="auto">
            <a:xfrm>
              <a:off x="592" y="2468"/>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4" name="Line 61">
              <a:extLst>
                <a:ext uri="{FF2B5EF4-FFF2-40B4-BE49-F238E27FC236}">
                  <a16:creationId xmlns:a16="http://schemas.microsoft.com/office/drawing/2014/main" id="{CD7AAFA7-4089-B174-90B2-DE6AACF6D3E8}"/>
                </a:ext>
              </a:extLst>
            </p:cNvPr>
            <p:cNvSpPr>
              <a:spLocks noChangeShapeType="1"/>
            </p:cNvSpPr>
            <p:nvPr/>
          </p:nvSpPr>
          <p:spPr bwMode="auto">
            <a:xfrm flipV="1">
              <a:off x="592" y="2208"/>
              <a:ext cx="1" cy="26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5" name="Arc 62">
              <a:extLst>
                <a:ext uri="{FF2B5EF4-FFF2-40B4-BE49-F238E27FC236}">
                  <a16:creationId xmlns:a16="http://schemas.microsoft.com/office/drawing/2014/main" id="{17D2125D-FFB3-B32C-E037-2962641E676B}"/>
                </a:ext>
              </a:extLst>
            </p:cNvPr>
            <p:cNvSpPr>
              <a:spLocks/>
            </p:cNvSpPr>
            <p:nvPr/>
          </p:nvSpPr>
          <p:spPr bwMode="auto">
            <a:xfrm>
              <a:off x="853" y="2208"/>
              <a:ext cx="131" cy="141"/>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596" name="Arc 63">
              <a:extLst>
                <a:ext uri="{FF2B5EF4-FFF2-40B4-BE49-F238E27FC236}">
                  <a16:creationId xmlns:a16="http://schemas.microsoft.com/office/drawing/2014/main" id="{7CD8F68F-C60B-D464-4ECD-6922E3375BEB}"/>
                </a:ext>
              </a:extLst>
            </p:cNvPr>
            <p:cNvSpPr>
              <a:spLocks/>
            </p:cNvSpPr>
            <p:nvPr/>
          </p:nvSpPr>
          <p:spPr bwMode="auto">
            <a:xfrm>
              <a:off x="853" y="2213"/>
              <a:ext cx="126" cy="136"/>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597" name="Arc 64">
              <a:extLst>
                <a:ext uri="{FF2B5EF4-FFF2-40B4-BE49-F238E27FC236}">
                  <a16:creationId xmlns:a16="http://schemas.microsoft.com/office/drawing/2014/main" id="{3B9A4E28-A14D-CFE0-8261-BF721899B422}"/>
                </a:ext>
              </a:extLst>
            </p:cNvPr>
            <p:cNvSpPr>
              <a:spLocks/>
            </p:cNvSpPr>
            <p:nvPr/>
          </p:nvSpPr>
          <p:spPr bwMode="auto">
            <a:xfrm>
              <a:off x="853" y="2338"/>
              <a:ext cx="131" cy="140"/>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598" name="Arc 65">
              <a:extLst>
                <a:ext uri="{FF2B5EF4-FFF2-40B4-BE49-F238E27FC236}">
                  <a16:creationId xmlns:a16="http://schemas.microsoft.com/office/drawing/2014/main" id="{63E1E799-7177-6D43-E30A-610D5CEE154C}"/>
                </a:ext>
              </a:extLst>
            </p:cNvPr>
            <p:cNvSpPr>
              <a:spLocks/>
            </p:cNvSpPr>
            <p:nvPr/>
          </p:nvSpPr>
          <p:spPr bwMode="auto">
            <a:xfrm>
              <a:off x="853" y="2338"/>
              <a:ext cx="126" cy="135"/>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w="17463">
              <a:solidFill>
                <a:srgbClr val="000000"/>
              </a:solidFill>
              <a:round/>
              <a:headEnd/>
              <a:tailEnd/>
            </a:ln>
          </p:spPr>
          <p:txBody>
            <a:bodyPr/>
            <a:lstStyle/>
            <a:p>
              <a:endParaRPr lang="en-IN"/>
            </a:p>
          </p:txBody>
        </p:sp>
        <p:sp>
          <p:nvSpPr>
            <p:cNvPr id="21599" name="Arc 66">
              <a:extLst>
                <a:ext uri="{FF2B5EF4-FFF2-40B4-BE49-F238E27FC236}">
                  <a16:creationId xmlns:a16="http://schemas.microsoft.com/office/drawing/2014/main" id="{11C44098-5E36-0BAD-1A51-16550BE5718A}"/>
                </a:ext>
              </a:extLst>
            </p:cNvPr>
            <p:cNvSpPr>
              <a:spLocks/>
            </p:cNvSpPr>
            <p:nvPr/>
          </p:nvSpPr>
          <p:spPr bwMode="auto">
            <a:xfrm>
              <a:off x="1167" y="2278"/>
              <a:ext cx="60" cy="114"/>
            </a:xfrm>
            <a:custGeom>
              <a:avLst/>
              <a:gdLst>
                <a:gd name="T0" fmla="*/ 0 w 21600"/>
                <a:gd name="T1" fmla="*/ 0 h 21600"/>
                <a:gd name="T2" fmla="*/ 0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00" name="Arc 67">
              <a:extLst>
                <a:ext uri="{FF2B5EF4-FFF2-40B4-BE49-F238E27FC236}">
                  <a16:creationId xmlns:a16="http://schemas.microsoft.com/office/drawing/2014/main" id="{ABC97D5F-B887-B435-DD12-F3C9E6031EA1}"/>
                </a:ext>
              </a:extLst>
            </p:cNvPr>
            <p:cNvSpPr>
              <a:spLocks/>
            </p:cNvSpPr>
            <p:nvPr/>
          </p:nvSpPr>
          <p:spPr bwMode="auto">
            <a:xfrm>
              <a:off x="1167" y="2278"/>
              <a:ext cx="408" cy="125"/>
            </a:xfrm>
            <a:custGeom>
              <a:avLst/>
              <a:gdLst>
                <a:gd name="T0" fmla="*/ 0 w 21600"/>
                <a:gd name="T1" fmla="*/ 0 h 21600"/>
                <a:gd name="T2" fmla="*/ 8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01" name="Arc 68">
              <a:extLst>
                <a:ext uri="{FF2B5EF4-FFF2-40B4-BE49-F238E27FC236}">
                  <a16:creationId xmlns:a16="http://schemas.microsoft.com/office/drawing/2014/main" id="{8D7545A4-1BE7-11A8-0D09-01B938308C1E}"/>
                </a:ext>
              </a:extLst>
            </p:cNvPr>
            <p:cNvSpPr>
              <a:spLocks/>
            </p:cNvSpPr>
            <p:nvPr/>
          </p:nvSpPr>
          <p:spPr bwMode="auto">
            <a:xfrm>
              <a:off x="1189" y="2392"/>
              <a:ext cx="386"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02" name="Arc 69">
              <a:extLst>
                <a:ext uri="{FF2B5EF4-FFF2-40B4-BE49-F238E27FC236}">
                  <a16:creationId xmlns:a16="http://schemas.microsoft.com/office/drawing/2014/main" id="{947C8E22-C5EC-154C-F0DF-FB916A98A361}"/>
                </a:ext>
              </a:extLst>
            </p:cNvPr>
            <p:cNvSpPr>
              <a:spLocks/>
            </p:cNvSpPr>
            <p:nvPr/>
          </p:nvSpPr>
          <p:spPr bwMode="auto">
            <a:xfrm>
              <a:off x="1167" y="2392"/>
              <a:ext cx="60" cy="125"/>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03" name="Line 70">
              <a:extLst>
                <a:ext uri="{FF2B5EF4-FFF2-40B4-BE49-F238E27FC236}">
                  <a16:creationId xmlns:a16="http://schemas.microsoft.com/office/drawing/2014/main" id="{59ABD548-4D37-57EC-8EA9-CA42EC72F2A5}"/>
                </a:ext>
              </a:extLst>
            </p:cNvPr>
            <p:cNvSpPr>
              <a:spLocks noChangeShapeType="1"/>
            </p:cNvSpPr>
            <p:nvPr/>
          </p:nvSpPr>
          <p:spPr bwMode="auto">
            <a:xfrm>
              <a:off x="1189" y="2338"/>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4" name="Line 71">
              <a:extLst>
                <a:ext uri="{FF2B5EF4-FFF2-40B4-BE49-F238E27FC236}">
                  <a16:creationId xmlns:a16="http://schemas.microsoft.com/office/drawing/2014/main" id="{A0062C58-0D42-DC32-D572-A97DCFC7CB93}"/>
                </a:ext>
              </a:extLst>
            </p:cNvPr>
            <p:cNvSpPr>
              <a:spLocks noChangeShapeType="1"/>
            </p:cNvSpPr>
            <p:nvPr/>
          </p:nvSpPr>
          <p:spPr bwMode="auto">
            <a:xfrm>
              <a:off x="1189" y="2446"/>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5" name="Line 72">
              <a:extLst>
                <a:ext uri="{FF2B5EF4-FFF2-40B4-BE49-F238E27FC236}">
                  <a16:creationId xmlns:a16="http://schemas.microsoft.com/office/drawing/2014/main" id="{F8F7A88C-26FE-29EB-8315-1299034294A7}"/>
                </a:ext>
              </a:extLst>
            </p:cNvPr>
            <p:cNvSpPr>
              <a:spLocks noChangeShapeType="1"/>
            </p:cNvSpPr>
            <p:nvPr/>
          </p:nvSpPr>
          <p:spPr bwMode="auto">
            <a:xfrm>
              <a:off x="592" y="2910"/>
              <a:ext cx="260"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6" name="Line 73">
              <a:extLst>
                <a:ext uri="{FF2B5EF4-FFF2-40B4-BE49-F238E27FC236}">
                  <a16:creationId xmlns:a16="http://schemas.microsoft.com/office/drawing/2014/main" id="{B7804B6B-55AA-55B9-9027-1EB75875FE35}"/>
                </a:ext>
              </a:extLst>
            </p:cNvPr>
            <p:cNvSpPr>
              <a:spLocks noChangeShapeType="1"/>
            </p:cNvSpPr>
            <p:nvPr/>
          </p:nvSpPr>
          <p:spPr bwMode="auto">
            <a:xfrm>
              <a:off x="592" y="3169"/>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7" name="Line 74">
              <a:extLst>
                <a:ext uri="{FF2B5EF4-FFF2-40B4-BE49-F238E27FC236}">
                  <a16:creationId xmlns:a16="http://schemas.microsoft.com/office/drawing/2014/main" id="{B63884C8-4B1E-915A-5A5D-39F2047641A5}"/>
                </a:ext>
              </a:extLst>
            </p:cNvPr>
            <p:cNvSpPr>
              <a:spLocks noChangeShapeType="1"/>
            </p:cNvSpPr>
            <p:nvPr/>
          </p:nvSpPr>
          <p:spPr bwMode="auto">
            <a:xfrm>
              <a:off x="592" y="2910"/>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8" name="Arc 75">
              <a:extLst>
                <a:ext uri="{FF2B5EF4-FFF2-40B4-BE49-F238E27FC236}">
                  <a16:creationId xmlns:a16="http://schemas.microsoft.com/office/drawing/2014/main" id="{E02789C8-D671-FC0F-02F5-66AB19DAC3F3}"/>
                </a:ext>
              </a:extLst>
            </p:cNvPr>
            <p:cNvSpPr>
              <a:spLocks/>
            </p:cNvSpPr>
            <p:nvPr/>
          </p:nvSpPr>
          <p:spPr bwMode="auto">
            <a:xfrm>
              <a:off x="853" y="2910"/>
              <a:ext cx="131" cy="141"/>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09" name="Arc 76">
              <a:extLst>
                <a:ext uri="{FF2B5EF4-FFF2-40B4-BE49-F238E27FC236}">
                  <a16:creationId xmlns:a16="http://schemas.microsoft.com/office/drawing/2014/main" id="{E66A9941-3CCC-CCB8-19FD-A47B4CB3B18E}"/>
                </a:ext>
              </a:extLst>
            </p:cNvPr>
            <p:cNvSpPr>
              <a:spLocks/>
            </p:cNvSpPr>
            <p:nvPr/>
          </p:nvSpPr>
          <p:spPr bwMode="auto">
            <a:xfrm>
              <a:off x="853" y="2915"/>
              <a:ext cx="126" cy="136"/>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10" name="Arc 77">
              <a:extLst>
                <a:ext uri="{FF2B5EF4-FFF2-40B4-BE49-F238E27FC236}">
                  <a16:creationId xmlns:a16="http://schemas.microsoft.com/office/drawing/2014/main" id="{AC77E14C-9AC6-F533-4C52-78C91C5A824D}"/>
                </a:ext>
              </a:extLst>
            </p:cNvPr>
            <p:cNvSpPr>
              <a:spLocks/>
            </p:cNvSpPr>
            <p:nvPr/>
          </p:nvSpPr>
          <p:spPr bwMode="auto">
            <a:xfrm>
              <a:off x="853" y="3040"/>
              <a:ext cx="131" cy="141"/>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11" name="Arc 78">
              <a:extLst>
                <a:ext uri="{FF2B5EF4-FFF2-40B4-BE49-F238E27FC236}">
                  <a16:creationId xmlns:a16="http://schemas.microsoft.com/office/drawing/2014/main" id="{F5E00EF3-8CA5-B3E8-E209-28A3B694BBDC}"/>
                </a:ext>
              </a:extLst>
            </p:cNvPr>
            <p:cNvSpPr>
              <a:spLocks/>
            </p:cNvSpPr>
            <p:nvPr/>
          </p:nvSpPr>
          <p:spPr bwMode="auto">
            <a:xfrm>
              <a:off x="853" y="3040"/>
              <a:ext cx="126" cy="136"/>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w="17463">
              <a:solidFill>
                <a:srgbClr val="000000"/>
              </a:solidFill>
              <a:round/>
              <a:headEnd/>
              <a:tailEnd/>
            </a:ln>
          </p:spPr>
          <p:txBody>
            <a:bodyPr/>
            <a:lstStyle/>
            <a:p>
              <a:endParaRPr lang="en-IN"/>
            </a:p>
          </p:txBody>
        </p:sp>
        <p:sp>
          <p:nvSpPr>
            <p:cNvPr id="21612" name="Line 79">
              <a:extLst>
                <a:ext uri="{FF2B5EF4-FFF2-40B4-BE49-F238E27FC236}">
                  <a16:creationId xmlns:a16="http://schemas.microsoft.com/office/drawing/2014/main" id="{A074DF43-DC6E-57D0-ABBD-76F0064BE810}"/>
                </a:ext>
              </a:extLst>
            </p:cNvPr>
            <p:cNvSpPr>
              <a:spLocks noChangeShapeType="1"/>
            </p:cNvSpPr>
            <p:nvPr/>
          </p:nvSpPr>
          <p:spPr bwMode="auto">
            <a:xfrm>
              <a:off x="592" y="3234"/>
              <a:ext cx="260"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13" name="Line 80">
              <a:extLst>
                <a:ext uri="{FF2B5EF4-FFF2-40B4-BE49-F238E27FC236}">
                  <a16:creationId xmlns:a16="http://schemas.microsoft.com/office/drawing/2014/main" id="{AC1A7BE7-1AE6-ED9A-D64A-EC4FFCA58DDE}"/>
                </a:ext>
              </a:extLst>
            </p:cNvPr>
            <p:cNvSpPr>
              <a:spLocks noChangeShapeType="1"/>
            </p:cNvSpPr>
            <p:nvPr/>
          </p:nvSpPr>
          <p:spPr bwMode="auto">
            <a:xfrm>
              <a:off x="592" y="3493"/>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14" name="Line 81">
              <a:extLst>
                <a:ext uri="{FF2B5EF4-FFF2-40B4-BE49-F238E27FC236}">
                  <a16:creationId xmlns:a16="http://schemas.microsoft.com/office/drawing/2014/main" id="{329E8C66-CC9C-8EE7-23DC-FD4C30783E9D}"/>
                </a:ext>
              </a:extLst>
            </p:cNvPr>
            <p:cNvSpPr>
              <a:spLocks noChangeShapeType="1"/>
            </p:cNvSpPr>
            <p:nvPr/>
          </p:nvSpPr>
          <p:spPr bwMode="auto">
            <a:xfrm flipV="1">
              <a:off x="592" y="3234"/>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15" name="Arc 82">
              <a:extLst>
                <a:ext uri="{FF2B5EF4-FFF2-40B4-BE49-F238E27FC236}">
                  <a16:creationId xmlns:a16="http://schemas.microsoft.com/office/drawing/2014/main" id="{B2B57972-9AB8-BC22-742A-4D7A886C6FD8}"/>
                </a:ext>
              </a:extLst>
            </p:cNvPr>
            <p:cNvSpPr>
              <a:spLocks/>
            </p:cNvSpPr>
            <p:nvPr/>
          </p:nvSpPr>
          <p:spPr bwMode="auto">
            <a:xfrm>
              <a:off x="853" y="3234"/>
              <a:ext cx="131" cy="141"/>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16" name="Arc 83">
              <a:extLst>
                <a:ext uri="{FF2B5EF4-FFF2-40B4-BE49-F238E27FC236}">
                  <a16:creationId xmlns:a16="http://schemas.microsoft.com/office/drawing/2014/main" id="{6F7A1472-B869-50B5-3869-F1F4F24F45E5}"/>
                </a:ext>
              </a:extLst>
            </p:cNvPr>
            <p:cNvSpPr>
              <a:spLocks/>
            </p:cNvSpPr>
            <p:nvPr/>
          </p:nvSpPr>
          <p:spPr bwMode="auto">
            <a:xfrm>
              <a:off x="853" y="3239"/>
              <a:ext cx="126" cy="136"/>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17" name="Arc 84">
              <a:extLst>
                <a:ext uri="{FF2B5EF4-FFF2-40B4-BE49-F238E27FC236}">
                  <a16:creationId xmlns:a16="http://schemas.microsoft.com/office/drawing/2014/main" id="{6410A10E-A12B-DCC1-F38D-9D6A0CFBC480}"/>
                </a:ext>
              </a:extLst>
            </p:cNvPr>
            <p:cNvSpPr>
              <a:spLocks/>
            </p:cNvSpPr>
            <p:nvPr/>
          </p:nvSpPr>
          <p:spPr bwMode="auto">
            <a:xfrm>
              <a:off x="853" y="3364"/>
              <a:ext cx="131" cy="141"/>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18" name="Arc 85">
              <a:extLst>
                <a:ext uri="{FF2B5EF4-FFF2-40B4-BE49-F238E27FC236}">
                  <a16:creationId xmlns:a16="http://schemas.microsoft.com/office/drawing/2014/main" id="{6E5D2D5A-9ED9-908A-1944-8D5F5AE47F7C}"/>
                </a:ext>
              </a:extLst>
            </p:cNvPr>
            <p:cNvSpPr>
              <a:spLocks/>
            </p:cNvSpPr>
            <p:nvPr/>
          </p:nvSpPr>
          <p:spPr bwMode="auto">
            <a:xfrm>
              <a:off x="853" y="3364"/>
              <a:ext cx="126" cy="136"/>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w="17463">
              <a:solidFill>
                <a:srgbClr val="000000"/>
              </a:solidFill>
              <a:round/>
              <a:headEnd/>
              <a:tailEnd/>
            </a:ln>
          </p:spPr>
          <p:txBody>
            <a:bodyPr/>
            <a:lstStyle/>
            <a:p>
              <a:endParaRPr lang="en-IN"/>
            </a:p>
          </p:txBody>
        </p:sp>
        <p:sp>
          <p:nvSpPr>
            <p:cNvPr id="21619" name="Arc 86">
              <a:extLst>
                <a:ext uri="{FF2B5EF4-FFF2-40B4-BE49-F238E27FC236}">
                  <a16:creationId xmlns:a16="http://schemas.microsoft.com/office/drawing/2014/main" id="{92E4199C-17C1-EC5B-B62C-13ADF901E1D8}"/>
                </a:ext>
              </a:extLst>
            </p:cNvPr>
            <p:cNvSpPr>
              <a:spLocks/>
            </p:cNvSpPr>
            <p:nvPr/>
          </p:nvSpPr>
          <p:spPr bwMode="auto">
            <a:xfrm>
              <a:off x="1157" y="3245"/>
              <a:ext cx="413" cy="130"/>
            </a:xfrm>
            <a:custGeom>
              <a:avLst/>
              <a:gdLst>
                <a:gd name="T0" fmla="*/ 0 w 21620"/>
                <a:gd name="T1" fmla="*/ 0 h 21600"/>
                <a:gd name="T2" fmla="*/ 8 w 21620"/>
                <a:gd name="T3" fmla="*/ 1 h 21600"/>
                <a:gd name="T4" fmla="*/ 0 w 21620"/>
                <a:gd name="T5" fmla="*/ 1 h 21600"/>
                <a:gd name="T6" fmla="*/ 0 60000 65536"/>
                <a:gd name="T7" fmla="*/ 0 60000 65536"/>
                <a:gd name="T8" fmla="*/ 0 60000 65536"/>
              </a:gdLst>
              <a:ahLst/>
              <a:cxnLst>
                <a:cxn ang="T6">
                  <a:pos x="T0" y="T1"/>
                </a:cxn>
                <a:cxn ang="T7">
                  <a:pos x="T2" y="T3"/>
                </a:cxn>
                <a:cxn ang="T8">
                  <a:pos x="T4" y="T5"/>
                </a:cxn>
              </a:cxnLst>
              <a:rect l="0" t="0" r="r" b="b"/>
              <a:pathLst>
                <a:path w="21620" h="21600" fill="none" extrusionOk="0">
                  <a:moveTo>
                    <a:pt x="0" y="0"/>
                  </a:moveTo>
                  <a:cubicBezTo>
                    <a:pt x="6" y="0"/>
                    <a:pt x="13" y="-1"/>
                    <a:pt x="20" y="0"/>
                  </a:cubicBezTo>
                  <a:cubicBezTo>
                    <a:pt x="11949" y="0"/>
                    <a:pt x="21620" y="9670"/>
                    <a:pt x="21620" y="21600"/>
                  </a:cubicBezTo>
                </a:path>
                <a:path w="21620" h="21600" stroke="0" extrusionOk="0">
                  <a:moveTo>
                    <a:pt x="0" y="0"/>
                  </a:moveTo>
                  <a:cubicBezTo>
                    <a:pt x="6" y="0"/>
                    <a:pt x="13" y="-1"/>
                    <a:pt x="20" y="0"/>
                  </a:cubicBezTo>
                  <a:cubicBezTo>
                    <a:pt x="11949" y="0"/>
                    <a:pt x="21620" y="9670"/>
                    <a:pt x="21620" y="21600"/>
                  </a:cubicBezTo>
                  <a:lnTo>
                    <a:pt x="20"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0" name="Arc 87">
              <a:extLst>
                <a:ext uri="{FF2B5EF4-FFF2-40B4-BE49-F238E27FC236}">
                  <a16:creationId xmlns:a16="http://schemas.microsoft.com/office/drawing/2014/main" id="{00DB81C7-C349-6DE8-0ED9-805BCB2160A7}"/>
                </a:ext>
              </a:extLst>
            </p:cNvPr>
            <p:cNvSpPr>
              <a:spLocks/>
            </p:cNvSpPr>
            <p:nvPr/>
          </p:nvSpPr>
          <p:spPr bwMode="auto">
            <a:xfrm>
              <a:off x="1157" y="3250"/>
              <a:ext cx="408" cy="125"/>
            </a:xfrm>
            <a:custGeom>
              <a:avLst/>
              <a:gdLst>
                <a:gd name="T0" fmla="*/ 0 w 21620"/>
                <a:gd name="T1" fmla="*/ 0 h 21600"/>
                <a:gd name="T2" fmla="*/ 8 w 21620"/>
                <a:gd name="T3" fmla="*/ 1 h 21600"/>
                <a:gd name="T4" fmla="*/ 0 w 21620"/>
                <a:gd name="T5" fmla="*/ 1 h 21600"/>
                <a:gd name="T6" fmla="*/ 0 60000 65536"/>
                <a:gd name="T7" fmla="*/ 0 60000 65536"/>
                <a:gd name="T8" fmla="*/ 0 60000 65536"/>
              </a:gdLst>
              <a:ahLst/>
              <a:cxnLst>
                <a:cxn ang="T6">
                  <a:pos x="T0" y="T1"/>
                </a:cxn>
                <a:cxn ang="T7">
                  <a:pos x="T2" y="T3"/>
                </a:cxn>
                <a:cxn ang="T8">
                  <a:pos x="T4" y="T5"/>
                </a:cxn>
              </a:cxnLst>
              <a:rect l="0" t="0" r="r" b="b"/>
              <a:pathLst>
                <a:path w="21620" h="21600" fill="none" extrusionOk="0">
                  <a:moveTo>
                    <a:pt x="0" y="0"/>
                  </a:moveTo>
                  <a:cubicBezTo>
                    <a:pt x="6" y="0"/>
                    <a:pt x="13" y="-1"/>
                    <a:pt x="20" y="0"/>
                  </a:cubicBezTo>
                  <a:cubicBezTo>
                    <a:pt x="11949" y="0"/>
                    <a:pt x="21620" y="9670"/>
                    <a:pt x="21620" y="21600"/>
                  </a:cubicBezTo>
                </a:path>
                <a:path w="21620" h="21600" stroke="0" extrusionOk="0">
                  <a:moveTo>
                    <a:pt x="0" y="0"/>
                  </a:moveTo>
                  <a:cubicBezTo>
                    <a:pt x="6" y="0"/>
                    <a:pt x="13" y="-1"/>
                    <a:pt x="20" y="0"/>
                  </a:cubicBezTo>
                  <a:cubicBezTo>
                    <a:pt x="11949" y="0"/>
                    <a:pt x="21620" y="9670"/>
                    <a:pt x="21620" y="21600"/>
                  </a:cubicBezTo>
                  <a:lnTo>
                    <a:pt x="20"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21" name="Arc 88">
              <a:extLst>
                <a:ext uri="{FF2B5EF4-FFF2-40B4-BE49-F238E27FC236}">
                  <a16:creationId xmlns:a16="http://schemas.microsoft.com/office/drawing/2014/main" id="{A2D01059-2AF7-4796-72E0-B4BEA137E33E}"/>
                </a:ext>
              </a:extLst>
            </p:cNvPr>
            <p:cNvSpPr>
              <a:spLocks/>
            </p:cNvSpPr>
            <p:nvPr/>
          </p:nvSpPr>
          <p:spPr bwMode="auto">
            <a:xfrm>
              <a:off x="1178" y="3364"/>
              <a:ext cx="391" cy="130"/>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2" name="Arc 89">
              <a:extLst>
                <a:ext uri="{FF2B5EF4-FFF2-40B4-BE49-F238E27FC236}">
                  <a16:creationId xmlns:a16="http://schemas.microsoft.com/office/drawing/2014/main" id="{E91D1437-138D-21FA-58F9-C72624DA42F1}"/>
                </a:ext>
              </a:extLst>
            </p:cNvPr>
            <p:cNvSpPr>
              <a:spLocks/>
            </p:cNvSpPr>
            <p:nvPr/>
          </p:nvSpPr>
          <p:spPr bwMode="auto">
            <a:xfrm>
              <a:off x="1178" y="3364"/>
              <a:ext cx="386"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23" name="Arc 90">
              <a:extLst>
                <a:ext uri="{FF2B5EF4-FFF2-40B4-BE49-F238E27FC236}">
                  <a16:creationId xmlns:a16="http://schemas.microsoft.com/office/drawing/2014/main" id="{2F7B42DC-3A89-92CB-D98C-92D1C98C6600}"/>
                </a:ext>
              </a:extLst>
            </p:cNvPr>
            <p:cNvSpPr>
              <a:spLocks/>
            </p:cNvSpPr>
            <p:nvPr/>
          </p:nvSpPr>
          <p:spPr bwMode="auto">
            <a:xfrm>
              <a:off x="1157" y="3364"/>
              <a:ext cx="66" cy="130"/>
            </a:xfrm>
            <a:custGeom>
              <a:avLst/>
              <a:gdLst>
                <a:gd name="T0" fmla="*/ 0 w 21640"/>
                <a:gd name="T1" fmla="*/ 0 h 21600"/>
                <a:gd name="T2" fmla="*/ 0 w 21640"/>
                <a:gd name="T3" fmla="*/ 1 h 21600"/>
                <a:gd name="T4" fmla="*/ 0 w 21640"/>
                <a:gd name="T5" fmla="*/ 0 h 21600"/>
                <a:gd name="T6" fmla="*/ 0 60000 65536"/>
                <a:gd name="T7" fmla="*/ 0 60000 65536"/>
                <a:gd name="T8" fmla="*/ 0 60000 65536"/>
              </a:gdLst>
              <a:ahLst/>
              <a:cxnLst>
                <a:cxn ang="T6">
                  <a:pos x="T0" y="T1"/>
                </a:cxn>
                <a:cxn ang="T7">
                  <a:pos x="T2" y="T3"/>
                </a:cxn>
                <a:cxn ang="T8">
                  <a:pos x="T4" y="T5"/>
                </a:cxn>
              </a:cxnLst>
              <a:rect l="0" t="0" r="r" b="b"/>
              <a:pathLst>
                <a:path w="21640" h="21600" fill="none" extrusionOk="0">
                  <a:moveTo>
                    <a:pt x="21640" y="0"/>
                  </a:moveTo>
                  <a:cubicBezTo>
                    <a:pt x="21640" y="11929"/>
                    <a:pt x="11969" y="21600"/>
                    <a:pt x="40" y="21600"/>
                  </a:cubicBezTo>
                  <a:cubicBezTo>
                    <a:pt x="26" y="21600"/>
                    <a:pt x="13" y="21599"/>
                    <a:pt x="0" y="21599"/>
                  </a:cubicBezTo>
                </a:path>
                <a:path w="21640" h="21600" stroke="0" extrusionOk="0">
                  <a:moveTo>
                    <a:pt x="21640" y="0"/>
                  </a:moveTo>
                  <a:cubicBezTo>
                    <a:pt x="21640" y="11929"/>
                    <a:pt x="11969" y="21600"/>
                    <a:pt x="40" y="21600"/>
                  </a:cubicBezTo>
                  <a:cubicBezTo>
                    <a:pt x="26" y="21600"/>
                    <a:pt x="13" y="21599"/>
                    <a:pt x="0" y="21599"/>
                  </a:cubicBezTo>
                  <a:lnTo>
                    <a:pt x="40" y="0"/>
                  </a:lnTo>
                  <a:lnTo>
                    <a:pt x="2164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4" name="Arc 91">
              <a:extLst>
                <a:ext uri="{FF2B5EF4-FFF2-40B4-BE49-F238E27FC236}">
                  <a16:creationId xmlns:a16="http://schemas.microsoft.com/office/drawing/2014/main" id="{E8ABE6B3-B546-4691-119D-401F776BCDA0}"/>
                </a:ext>
              </a:extLst>
            </p:cNvPr>
            <p:cNvSpPr>
              <a:spLocks/>
            </p:cNvSpPr>
            <p:nvPr/>
          </p:nvSpPr>
          <p:spPr bwMode="auto">
            <a:xfrm>
              <a:off x="1157" y="3364"/>
              <a:ext cx="61" cy="125"/>
            </a:xfrm>
            <a:custGeom>
              <a:avLst/>
              <a:gdLst>
                <a:gd name="T0" fmla="*/ 0 w 21642"/>
                <a:gd name="T1" fmla="*/ 0 h 21600"/>
                <a:gd name="T2" fmla="*/ 0 w 21642"/>
                <a:gd name="T3" fmla="*/ 1 h 21600"/>
                <a:gd name="T4" fmla="*/ 0 w 21642"/>
                <a:gd name="T5" fmla="*/ 0 h 21600"/>
                <a:gd name="T6" fmla="*/ 0 60000 65536"/>
                <a:gd name="T7" fmla="*/ 0 60000 65536"/>
                <a:gd name="T8" fmla="*/ 0 60000 65536"/>
              </a:gdLst>
              <a:ahLst/>
              <a:cxnLst>
                <a:cxn ang="T6">
                  <a:pos x="T0" y="T1"/>
                </a:cxn>
                <a:cxn ang="T7">
                  <a:pos x="T2" y="T3"/>
                </a:cxn>
                <a:cxn ang="T8">
                  <a:pos x="T4" y="T5"/>
                </a:cxn>
              </a:cxnLst>
              <a:rect l="0" t="0" r="r" b="b"/>
              <a:pathLst>
                <a:path w="21642" h="21600" fill="none" extrusionOk="0">
                  <a:moveTo>
                    <a:pt x="21642" y="0"/>
                  </a:moveTo>
                  <a:cubicBezTo>
                    <a:pt x="21642" y="11929"/>
                    <a:pt x="11971" y="21600"/>
                    <a:pt x="42" y="21600"/>
                  </a:cubicBezTo>
                  <a:cubicBezTo>
                    <a:pt x="28" y="21600"/>
                    <a:pt x="14" y="21599"/>
                    <a:pt x="0" y="21599"/>
                  </a:cubicBezTo>
                </a:path>
                <a:path w="21642" h="21600" stroke="0" extrusionOk="0">
                  <a:moveTo>
                    <a:pt x="21642" y="0"/>
                  </a:moveTo>
                  <a:cubicBezTo>
                    <a:pt x="21642" y="11929"/>
                    <a:pt x="11971" y="21600"/>
                    <a:pt x="42" y="21600"/>
                  </a:cubicBezTo>
                  <a:cubicBezTo>
                    <a:pt x="28" y="21600"/>
                    <a:pt x="14" y="21599"/>
                    <a:pt x="0" y="21599"/>
                  </a:cubicBezTo>
                  <a:lnTo>
                    <a:pt x="42" y="0"/>
                  </a:lnTo>
                  <a:lnTo>
                    <a:pt x="21642" y="0"/>
                  </a:lnTo>
                  <a:close/>
                </a:path>
              </a:pathLst>
            </a:custGeom>
            <a:solidFill>
              <a:srgbClr val="FFFFFF"/>
            </a:solidFill>
            <a:ln w="17463">
              <a:solidFill>
                <a:srgbClr val="000000"/>
              </a:solidFill>
              <a:round/>
              <a:headEnd/>
              <a:tailEnd/>
            </a:ln>
          </p:spPr>
          <p:txBody>
            <a:bodyPr/>
            <a:lstStyle/>
            <a:p>
              <a:endParaRPr lang="en-IN"/>
            </a:p>
          </p:txBody>
        </p:sp>
        <p:sp>
          <p:nvSpPr>
            <p:cNvPr id="21625" name="Line 92">
              <a:extLst>
                <a:ext uri="{FF2B5EF4-FFF2-40B4-BE49-F238E27FC236}">
                  <a16:creationId xmlns:a16="http://schemas.microsoft.com/office/drawing/2014/main" id="{44837518-DFF2-32F4-6625-7FC6A4A6A9E8}"/>
                </a:ext>
              </a:extLst>
            </p:cNvPr>
            <p:cNvSpPr>
              <a:spLocks noChangeShapeType="1"/>
            </p:cNvSpPr>
            <p:nvPr/>
          </p:nvSpPr>
          <p:spPr bwMode="auto">
            <a:xfrm>
              <a:off x="1189" y="3364"/>
              <a:ext cx="1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26" name="Arc 93">
              <a:extLst>
                <a:ext uri="{FF2B5EF4-FFF2-40B4-BE49-F238E27FC236}">
                  <a16:creationId xmlns:a16="http://schemas.microsoft.com/office/drawing/2014/main" id="{FE63C229-34E4-2418-1C32-49CE6E4B0091}"/>
                </a:ext>
              </a:extLst>
            </p:cNvPr>
            <p:cNvSpPr>
              <a:spLocks/>
            </p:cNvSpPr>
            <p:nvPr/>
          </p:nvSpPr>
          <p:spPr bwMode="auto">
            <a:xfrm>
              <a:off x="1157" y="3245"/>
              <a:ext cx="66" cy="119"/>
            </a:xfrm>
            <a:custGeom>
              <a:avLst/>
              <a:gdLst>
                <a:gd name="T0" fmla="*/ 0 w 21636"/>
                <a:gd name="T1" fmla="*/ 0 h 21600"/>
                <a:gd name="T2" fmla="*/ 0 w 21636"/>
                <a:gd name="T3" fmla="*/ 1 h 21600"/>
                <a:gd name="T4" fmla="*/ 0 w 21636"/>
                <a:gd name="T5" fmla="*/ 1 h 21600"/>
                <a:gd name="T6" fmla="*/ 0 60000 65536"/>
                <a:gd name="T7" fmla="*/ 0 60000 65536"/>
                <a:gd name="T8" fmla="*/ 0 60000 65536"/>
              </a:gdLst>
              <a:ahLst/>
              <a:cxnLst>
                <a:cxn ang="T6">
                  <a:pos x="T0" y="T1"/>
                </a:cxn>
                <a:cxn ang="T7">
                  <a:pos x="T2" y="T3"/>
                </a:cxn>
                <a:cxn ang="T8">
                  <a:pos x="T4" y="T5"/>
                </a:cxn>
              </a:cxnLst>
              <a:rect l="0" t="0" r="r" b="b"/>
              <a:pathLst>
                <a:path w="21636" h="21600" fill="none" extrusionOk="0">
                  <a:moveTo>
                    <a:pt x="0" y="0"/>
                  </a:moveTo>
                  <a:cubicBezTo>
                    <a:pt x="12" y="0"/>
                    <a:pt x="24" y="-1"/>
                    <a:pt x="36" y="0"/>
                  </a:cubicBezTo>
                  <a:cubicBezTo>
                    <a:pt x="11965" y="0"/>
                    <a:pt x="21636" y="9670"/>
                    <a:pt x="21636" y="21600"/>
                  </a:cubicBezTo>
                </a:path>
                <a:path w="21636" h="21600" stroke="0" extrusionOk="0">
                  <a:moveTo>
                    <a:pt x="0" y="0"/>
                  </a:moveTo>
                  <a:cubicBezTo>
                    <a:pt x="12" y="0"/>
                    <a:pt x="24" y="-1"/>
                    <a:pt x="36" y="0"/>
                  </a:cubicBezTo>
                  <a:cubicBezTo>
                    <a:pt x="11965" y="0"/>
                    <a:pt x="21636" y="9670"/>
                    <a:pt x="21636" y="21600"/>
                  </a:cubicBezTo>
                  <a:lnTo>
                    <a:pt x="36"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7" name="Arc 94">
              <a:extLst>
                <a:ext uri="{FF2B5EF4-FFF2-40B4-BE49-F238E27FC236}">
                  <a16:creationId xmlns:a16="http://schemas.microsoft.com/office/drawing/2014/main" id="{2CD05A21-B499-307E-5FAE-D5706E9C7411}"/>
                </a:ext>
              </a:extLst>
            </p:cNvPr>
            <p:cNvSpPr>
              <a:spLocks/>
            </p:cNvSpPr>
            <p:nvPr/>
          </p:nvSpPr>
          <p:spPr bwMode="auto">
            <a:xfrm>
              <a:off x="1157" y="3250"/>
              <a:ext cx="61" cy="114"/>
            </a:xfrm>
            <a:custGeom>
              <a:avLst/>
              <a:gdLst>
                <a:gd name="T0" fmla="*/ 0 w 21638"/>
                <a:gd name="T1" fmla="*/ 0 h 21600"/>
                <a:gd name="T2" fmla="*/ 0 w 21638"/>
                <a:gd name="T3" fmla="*/ 1 h 21600"/>
                <a:gd name="T4" fmla="*/ 0 w 21638"/>
                <a:gd name="T5" fmla="*/ 1 h 21600"/>
                <a:gd name="T6" fmla="*/ 0 60000 65536"/>
                <a:gd name="T7" fmla="*/ 0 60000 65536"/>
                <a:gd name="T8" fmla="*/ 0 60000 65536"/>
              </a:gdLst>
              <a:ahLst/>
              <a:cxnLst>
                <a:cxn ang="T6">
                  <a:pos x="T0" y="T1"/>
                </a:cxn>
                <a:cxn ang="T7">
                  <a:pos x="T2" y="T3"/>
                </a:cxn>
                <a:cxn ang="T8">
                  <a:pos x="T4" y="T5"/>
                </a:cxn>
              </a:cxnLst>
              <a:rect l="0" t="0" r="r" b="b"/>
              <a:pathLst>
                <a:path w="21638" h="21600" fill="none" extrusionOk="0">
                  <a:moveTo>
                    <a:pt x="0" y="0"/>
                  </a:moveTo>
                  <a:cubicBezTo>
                    <a:pt x="12" y="0"/>
                    <a:pt x="25" y="-1"/>
                    <a:pt x="38" y="0"/>
                  </a:cubicBezTo>
                  <a:cubicBezTo>
                    <a:pt x="11967" y="0"/>
                    <a:pt x="21638" y="9670"/>
                    <a:pt x="21638" y="21600"/>
                  </a:cubicBezTo>
                </a:path>
                <a:path w="21638" h="21600" stroke="0" extrusionOk="0">
                  <a:moveTo>
                    <a:pt x="0" y="0"/>
                  </a:moveTo>
                  <a:cubicBezTo>
                    <a:pt x="12" y="0"/>
                    <a:pt x="25" y="-1"/>
                    <a:pt x="38" y="0"/>
                  </a:cubicBezTo>
                  <a:cubicBezTo>
                    <a:pt x="11967" y="0"/>
                    <a:pt x="21638" y="9670"/>
                    <a:pt x="21638" y="21600"/>
                  </a:cubicBezTo>
                  <a:lnTo>
                    <a:pt x="38"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28" name="Line 95">
              <a:extLst>
                <a:ext uri="{FF2B5EF4-FFF2-40B4-BE49-F238E27FC236}">
                  <a16:creationId xmlns:a16="http://schemas.microsoft.com/office/drawing/2014/main" id="{A8747B60-895E-9C32-D016-318CB5102184}"/>
                </a:ext>
              </a:extLst>
            </p:cNvPr>
            <p:cNvSpPr>
              <a:spLocks noChangeShapeType="1"/>
            </p:cNvSpPr>
            <p:nvPr/>
          </p:nvSpPr>
          <p:spPr bwMode="auto">
            <a:xfrm>
              <a:off x="2221" y="2316"/>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29" name="Line 96">
              <a:extLst>
                <a:ext uri="{FF2B5EF4-FFF2-40B4-BE49-F238E27FC236}">
                  <a16:creationId xmlns:a16="http://schemas.microsoft.com/office/drawing/2014/main" id="{A250EA7A-4C76-0A0F-5748-A3BC50D77611}"/>
                </a:ext>
              </a:extLst>
            </p:cNvPr>
            <p:cNvSpPr>
              <a:spLocks noChangeShapeType="1"/>
            </p:cNvSpPr>
            <p:nvPr/>
          </p:nvSpPr>
          <p:spPr bwMode="auto">
            <a:xfrm>
              <a:off x="2221" y="2576"/>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0" name="Line 97">
              <a:extLst>
                <a:ext uri="{FF2B5EF4-FFF2-40B4-BE49-F238E27FC236}">
                  <a16:creationId xmlns:a16="http://schemas.microsoft.com/office/drawing/2014/main" id="{A2F03EB9-91FF-20AC-97A0-5A6ECE71864B}"/>
                </a:ext>
              </a:extLst>
            </p:cNvPr>
            <p:cNvSpPr>
              <a:spLocks noChangeShapeType="1"/>
            </p:cNvSpPr>
            <p:nvPr/>
          </p:nvSpPr>
          <p:spPr bwMode="auto">
            <a:xfrm flipV="1">
              <a:off x="2221" y="2316"/>
              <a:ext cx="1" cy="26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1" name="Line 98">
              <a:extLst>
                <a:ext uri="{FF2B5EF4-FFF2-40B4-BE49-F238E27FC236}">
                  <a16:creationId xmlns:a16="http://schemas.microsoft.com/office/drawing/2014/main" id="{94DEC9FF-E5E4-95F1-E273-FD3936E75C96}"/>
                </a:ext>
              </a:extLst>
            </p:cNvPr>
            <p:cNvSpPr>
              <a:spLocks noChangeShapeType="1"/>
            </p:cNvSpPr>
            <p:nvPr/>
          </p:nvSpPr>
          <p:spPr bwMode="auto">
            <a:xfrm>
              <a:off x="2221" y="2230"/>
              <a:ext cx="1" cy="4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2" name="Arc 99">
              <a:extLst>
                <a:ext uri="{FF2B5EF4-FFF2-40B4-BE49-F238E27FC236}">
                  <a16:creationId xmlns:a16="http://schemas.microsoft.com/office/drawing/2014/main" id="{493C7EAD-6F13-49E4-3BBF-C0B2D794BFEC}"/>
                </a:ext>
              </a:extLst>
            </p:cNvPr>
            <p:cNvSpPr>
              <a:spLocks/>
            </p:cNvSpPr>
            <p:nvPr/>
          </p:nvSpPr>
          <p:spPr bwMode="auto">
            <a:xfrm>
              <a:off x="2482" y="2316"/>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33" name="Arc 100">
              <a:extLst>
                <a:ext uri="{FF2B5EF4-FFF2-40B4-BE49-F238E27FC236}">
                  <a16:creationId xmlns:a16="http://schemas.microsoft.com/office/drawing/2014/main" id="{FF633597-D5DC-BDBC-14B2-CD11D957FBC3}"/>
                </a:ext>
              </a:extLst>
            </p:cNvPr>
            <p:cNvSpPr>
              <a:spLocks/>
            </p:cNvSpPr>
            <p:nvPr/>
          </p:nvSpPr>
          <p:spPr bwMode="auto">
            <a:xfrm>
              <a:off x="2482" y="2321"/>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34" name="Arc 101">
              <a:extLst>
                <a:ext uri="{FF2B5EF4-FFF2-40B4-BE49-F238E27FC236}">
                  <a16:creationId xmlns:a16="http://schemas.microsoft.com/office/drawing/2014/main" id="{D6302392-B864-4DCF-80F3-1D8F8AFD3534}"/>
                </a:ext>
              </a:extLst>
            </p:cNvPr>
            <p:cNvSpPr>
              <a:spLocks/>
            </p:cNvSpPr>
            <p:nvPr/>
          </p:nvSpPr>
          <p:spPr bwMode="auto">
            <a:xfrm>
              <a:off x="2482" y="2446"/>
              <a:ext cx="131" cy="140"/>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35" name="Arc 102">
              <a:extLst>
                <a:ext uri="{FF2B5EF4-FFF2-40B4-BE49-F238E27FC236}">
                  <a16:creationId xmlns:a16="http://schemas.microsoft.com/office/drawing/2014/main" id="{725E5155-3EFA-33C6-A5D8-9517E517800D}"/>
                </a:ext>
              </a:extLst>
            </p:cNvPr>
            <p:cNvSpPr>
              <a:spLocks/>
            </p:cNvSpPr>
            <p:nvPr/>
          </p:nvSpPr>
          <p:spPr bwMode="auto">
            <a:xfrm>
              <a:off x="2482" y="2446"/>
              <a:ext cx="126" cy="135"/>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36" name="Line 103">
              <a:extLst>
                <a:ext uri="{FF2B5EF4-FFF2-40B4-BE49-F238E27FC236}">
                  <a16:creationId xmlns:a16="http://schemas.microsoft.com/office/drawing/2014/main" id="{E4D9D60E-E430-FE3E-392D-AAD7C30BF50A}"/>
                </a:ext>
              </a:extLst>
            </p:cNvPr>
            <p:cNvSpPr>
              <a:spLocks noChangeShapeType="1"/>
            </p:cNvSpPr>
            <p:nvPr/>
          </p:nvSpPr>
          <p:spPr bwMode="auto">
            <a:xfrm>
              <a:off x="2221" y="2748"/>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7" name="Line 104">
              <a:extLst>
                <a:ext uri="{FF2B5EF4-FFF2-40B4-BE49-F238E27FC236}">
                  <a16:creationId xmlns:a16="http://schemas.microsoft.com/office/drawing/2014/main" id="{A6F4C4B3-09A2-E6CE-05F1-2052935A4283}"/>
                </a:ext>
              </a:extLst>
            </p:cNvPr>
            <p:cNvSpPr>
              <a:spLocks noChangeShapeType="1"/>
            </p:cNvSpPr>
            <p:nvPr/>
          </p:nvSpPr>
          <p:spPr bwMode="auto">
            <a:xfrm>
              <a:off x="2221" y="3007"/>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8" name="Line 105">
              <a:extLst>
                <a:ext uri="{FF2B5EF4-FFF2-40B4-BE49-F238E27FC236}">
                  <a16:creationId xmlns:a16="http://schemas.microsoft.com/office/drawing/2014/main" id="{87D70FD3-E530-6F9B-AF75-891954C53461}"/>
                </a:ext>
              </a:extLst>
            </p:cNvPr>
            <p:cNvSpPr>
              <a:spLocks noChangeShapeType="1"/>
            </p:cNvSpPr>
            <p:nvPr/>
          </p:nvSpPr>
          <p:spPr bwMode="auto">
            <a:xfrm>
              <a:off x="2221" y="2748"/>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9" name="Arc 106">
              <a:extLst>
                <a:ext uri="{FF2B5EF4-FFF2-40B4-BE49-F238E27FC236}">
                  <a16:creationId xmlns:a16="http://schemas.microsoft.com/office/drawing/2014/main" id="{0AF9374B-19C4-C4F2-8CB4-29EA7EDC1249}"/>
                </a:ext>
              </a:extLst>
            </p:cNvPr>
            <p:cNvSpPr>
              <a:spLocks/>
            </p:cNvSpPr>
            <p:nvPr/>
          </p:nvSpPr>
          <p:spPr bwMode="auto">
            <a:xfrm>
              <a:off x="2482" y="2748"/>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0" name="Arc 107">
              <a:extLst>
                <a:ext uri="{FF2B5EF4-FFF2-40B4-BE49-F238E27FC236}">
                  <a16:creationId xmlns:a16="http://schemas.microsoft.com/office/drawing/2014/main" id="{26CE126D-2054-57B1-6276-BCAEB0795CA9}"/>
                </a:ext>
              </a:extLst>
            </p:cNvPr>
            <p:cNvSpPr>
              <a:spLocks/>
            </p:cNvSpPr>
            <p:nvPr/>
          </p:nvSpPr>
          <p:spPr bwMode="auto">
            <a:xfrm>
              <a:off x="2482" y="2753"/>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41" name="Arc 108">
              <a:extLst>
                <a:ext uri="{FF2B5EF4-FFF2-40B4-BE49-F238E27FC236}">
                  <a16:creationId xmlns:a16="http://schemas.microsoft.com/office/drawing/2014/main" id="{EE4304E7-4F12-EF96-897A-44D64E2E7DFC}"/>
                </a:ext>
              </a:extLst>
            </p:cNvPr>
            <p:cNvSpPr>
              <a:spLocks/>
            </p:cNvSpPr>
            <p:nvPr/>
          </p:nvSpPr>
          <p:spPr bwMode="auto">
            <a:xfrm>
              <a:off x="2482" y="2878"/>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2" name="Arc 109">
              <a:extLst>
                <a:ext uri="{FF2B5EF4-FFF2-40B4-BE49-F238E27FC236}">
                  <a16:creationId xmlns:a16="http://schemas.microsoft.com/office/drawing/2014/main" id="{5F92DE06-6B32-2888-9242-3AC06467C8BE}"/>
                </a:ext>
              </a:extLst>
            </p:cNvPr>
            <p:cNvSpPr>
              <a:spLocks/>
            </p:cNvSpPr>
            <p:nvPr/>
          </p:nvSpPr>
          <p:spPr bwMode="auto">
            <a:xfrm>
              <a:off x="2482" y="2878"/>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43" name="Line 110">
              <a:extLst>
                <a:ext uri="{FF2B5EF4-FFF2-40B4-BE49-F238E27FC236}">
                  <a16:creationId xmlns:a16="http://schemas.microsoft.com/office/drawing/2014/main" id="{A82FA332-07F0-198E-183C-439F919EF3C6}"/>
                </a:ext>
              </a:extLst>
            </p:cNvPr>
            <p:cNvSpPr>
              <a:spLocks noChangeShapeType="1"/>
            </p:cNvSpPr>
            <p:nvPr/>
          </p:nvSpPr>
          <p:spPr bwMode="auto">
            <a:xfrm>
              <a:off x="2221" y="3126"/>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44" name="Line 111">
              <a:extLst>
                <a:ext uri="{FF2B5EF4-FFF2-40B4-BE49-F238E27FC236}">
                  <a16:creationId xmlns:a16="http://schemas.microsoft.com/office/drawing/2014/main" id="{EC44FE17-E753-1038-8DFD-CAEAD9FA5AE6}"/>
                </a:ext>
              </a:extLst>
            </p:cNvPr>
            <p:cNvSpPr>
              <a:spLocks noChangeShapeType="1"/>
            </p:cNvSpPr>
            <p:nvPr/>
          </p:nvSpPr>
          <p:spPr bwMode="auto">
            <a:xfrm>
              <a:off x="2221" y="3385"/>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45" name="Line 112">
              <a:extLst>
                <a:ext uri="{FF2B5EF4-FFF2-40B4-BE49-F238E27FC236}">
                  <a16:creationId xmlns:a16="http://schemas.microsoft.com/office/drawing/2014/main" id="{079E22AF-D7EC-5D6F-5D39-13DEC64ABF8A}"/>
                </a:ext>
              </a:extLst>
            </p:cNvPr>
            <p:cNvSpPr>
              <a:spLocks noChangeShapeType="1"/>
            </p:cNvSpPr>
            <p:nvPr/>
          </p:nvSpPr>
          <p:spPr bwMode="auto">
            <a:xfrm flipV="1">
              <a:off x="2221" y="3126"/>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46" name="Arc 113">
              <a:extLst>
                <a:ext uri="{FF2B5EF4-FFF2-40B4-BE49-F238E27FC236}">
                  <a16:creationId xmlns:a16="http://schemas.microsoft.com/office/drawing/2014/main" id="{5F28F8F8-0E7B-07D7-D74C-0581DE01BBDC}"/>
                </a:ext>
              </a:extLst>
            </p:cNvPr>
            <p:cNvSpPr>
              <a:spLocks/>
            </p:cNvSpPr>
            <p:nvPr/>
          </p:nvSpPr>
          <p:spPr bwMode="auto">
            <a:xfrm>
              <a:off x="2482" y="3126"/>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7" name="Arc 114">
              <a:extLst>
                <a:ext uri="{FF2B5EF4-FFF2-40B4-BE49-F238E27FC236}">
                  <a16:creationId xmlns:a16="http://schemas.microsoft.com/office/drawing/2014/main" id="{83445316-4A1A-77AB-070A-40DE1372BA2A}"/>
                </a:ext>
              </a:extLst>
            </p:cNvPr>
            <p:cNvSpPr>
              <a:spLocks/>
            </p:cNvSpPr>
            <p:nvPr/>
          </p:nvSpPr>
          <p:spPr bwMode="auto">
            <a:xfrm>
              <a:off x="2482" y="3131"/>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48" name="Arc 115">
              <a:extLst>
                <a:ext uri="{FF2B5EF4-FFF2-40B4-BE49-F238E27FC236}">
                  <a16:creationId xmlns:a16="http://schemas.microsoft.com/office/drawing/2014/main" id="{7FE27B5C-6EA5-1892-E8F5-08C5FC311D40}"/>
                </a:ext>
              </a:extLst>
            </p:cNvPr>
            <p:cNvSpPr>
              <a:spLocks/>
            </p:cNvSpPr>
            <p:nvPr/>
          </p:nvSpPr>
          <p:spPr bwMode="auto">
            <a:xfrm>
              <a:off x="2482" y="3256"/>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9" name="Arc 116">
              <a:extLst>
                <a:ext uri="{FF2B5EF4-FFF2-40B4-BE49-F238E27FC236}">
                  <a16:creationId xmlns:a16="http://schemas.microsoft.com/office/drawing/2014/main" id="{B4AABF11-C086-6EF4-0A0F-6FFAB9E4D983}"/>
                </a:ext>
              </a:extLst>
            </p:cNvPr>
            <p:cNvSpPr>
              <a:spLocks/>
            </p:cNvSpPr>
            <p:nvPr/>
          </p:nvSpPr>
          <p:spPr bwMode="auto">
            <a:xfrm>
              <a:off x="2482" y="3256"/>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50" name="Arc 117">
              <a:extLst>
                <a:ext uri="{FF2B5EF4-FFF2-40B4-BE49-F238E27FC236}">
                  <a16:creationId xmlns:a16="http://schemas.microsoft.com/office/drawing/2014/main" id="{8415A4DE-9085-F502-D476-1464AA9A17EF}"/>
                </a:ext>
              </a:extLst>
            </p:cNvPr>
            <p:cNvSpPr>
              <a:spLocks/>
            </p:cNvSpPr>
            <p:nvPr/>
          </p:nvSpPr>
          <p:spPr bwMode="auto">
            <a:xfrm>
              <a:off x="2981" y="3083"/>
              <a:ext cx="391" cy="130"/>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1" name="Arc 118">
              <a:extLst>
                <a:ext uri="{FF2B5EF4-FFF2-40B4-BE49-F238E27FC236}">
                  <a16:creationId xmlns:a16="http://schemas.microsoft.com/office/drawing/2014/main" id="{13A42566-8989-C804-E0FA-628B437F2BD7}"/>
                </a:ext>
              </a:extLst>
            </p:cNvPr>
            <p:cNvSpPr>
              <a:spLocks/>
            </p:cNvSpPr>
            <p:nvPr/>
          </p:nvSpPr>
          <p:spPr bwMode="auto">
            <a:xfrm>
              <a:off x="2981" y="3088"/>
              <a:ext cx="386" cy="125"/>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52" name="Arc 119">
              <a:extLst>
                <a:ext uri="{FF2B5EF4-FFF2-40B4-BE49-F238E27FC236}">
                  <a16:creationId xmlns:a16="http://schemas.microsoft.com/office/drawing/2014/main" id="{586AEBF1-AC05-46A4-9154-99FB483AFA4E}"/>
                </a:ext>
              </a:extLst>
            </p:cNvPr>
            <p:cNvSpPr>
              <a:spLocks/>
            </p:cNvSpPr>
            <p:nvPr/>
          </p:nvSpPr>
          <p:spPr bwMode="auto">
            <a:xfrm>
              <a:off x="2982" y="3083"/>
              <a:ext cx="44" cy="119"/>
            </a:xfrm>
            <a:custGeom>
              <a:avLst/>
              <a:gdLst>
                <a:gd name="T0" fmla="*/ 0 w 21655"/>
                <a:gd name="T1" fmla="*/ 0 h 21600"/>
                <a:gd name="T2" fmla="*/ 0 w 21655"/>
                <a:gd name="T3" fmla="*/ 1 h 21600"/>
                <a:gd name="T4" fmla="*/ 0 w 21655"/>
                <a:gd name="T5" fmla="*/ 1 h 21600"/>
                <a:gd name="T6" fmla="*/ 0 60000 65536"/>
                <a:gd name="T7" fmla="*/ 0 60000 65536"/>
                <a:gd name="T8" fmla="*/ 0 60000 65536"/>
              </a:gdLst>
              <a:ahLst/>
              <a:cxnLst>
                <a:cxn ang="T6">
                  <a:pos x="T0" y="T1"/>
                </a:cxn>
                <a:cxn ang="T7">
                  <a:pos x="T2" y="T3"/>
                </a:cxn>
                <a:cxn ang="T8">
                  <a:pos x="T4" y="T5"/>
                </a:cxn>
              </a:cxnLst>
              <a:rect l="0" t="0" r="r" b="b"/>
              <a:pathLst>
                <a:path w="21655" h="21600" fill="none" extrusionOk="0">
                  <a:moveTo>
                    <a:pt x="0" y="0"/>
                  </a:moveTo>
                  <a:cubicBezTo>
                    <a:pt x="18" y="0"/>
                    <a:pt x="36" y="-1"/>
                    <a:pt x="55" y="0"/>
                  </a:cubicBezTo>
                  <a:cubicBezTo>
                    <a:pt x="11984" y="0"/>
                    <a:pt x="21655" y="9670"/>
                    <a:pt x="21655" y="21600"/>
                  </a:cubicBezTo>
                </a:path>
                <a:path w="21655" h="21600" stroke="0" extrusionOk="0">
                  <a:moveTo>
                    <a:pt x="0" y="0"/>
                  </a:moveTo>
                  <a:cubicBezTo>
                    <a:pt x="18" y="0"/>
                    <a:pt x="36" y="-1"/>
                    <a:pt x="55" y="0"/>
                  </a:cubicBezTo>
                  <a:cubicBezTo>
                    <a:pt x="11984" y="0"/>
                    <a:pt x="21655" y="9670"/>
                    <a:pt x="21655" y="21600"/>
                  </a:cubicBezTo>
                  <a:lnTo>
                    <a:pt x="55"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3" name="Arc 120">
              <a:extLst>
                <a:ext uri="{FF2B5EF4-FFF2-40B4-BE49-F238E27FC236}">
                  <a16:creationId xmlns:a16="http://schemas.microsoft.com/office/drawing/2014/main" id="{C11C1B57-A371-4A4E-5878-7D950F3751E6}"/>
                </a:ext>
              </a:extLst>
            </p:cNvPr>
            <p:cNvSpPr>
              <a:spLocks/>
            </p:cNvSpPr>
            <p:nvPr/>
          </p:nvSpPr>
          <p:spPr bwMode="auto">
            <a:xfrm>
              <a:off x="2982" y="3088"/>
              <a:ext cx="39" cy="114"/>
            </a:xfrm>
            <a:custGeom>
              <a:avLst/>
              <a:gdLst>
                <a:gd name="T0" fmla="*/ 0 w 21659"/>
                <a:gd name="T1" fmla="*/ 0 h 21600"/>
                <a:gd name="T2" fmla="*/ 0 w 21659"/>
                <a:gd name="T3" fmla="*/ 1 h 21600"/>
                <a:gd name="T4" fmla="*/ 0 w 21659"/>
                <a:gd name="T5" fmla="*/ 1 h 21600"/>
                <a:gd name="T6" fmla="*/ 0 60000 65536"/>
                <a:gd name="T7" fmla="*/ 0 60000 65536"/>
                <a:gd name="T8" fmla="*/ 0 60000 65536"/>
              </a:gdLst>
              <a:ahLst/>
              <a:cxnLst>
                <a:cxn ang="T6">
                  <a:pos x="T0" y="T1"/>
                </a:cxn>
                <a:cxn ang="T7">
                  <a:pos x="T2" y="T3"/>
                </a:cxn>
                <a:cxn ang="T8">
                  <a:pos x="T4" y="T5"/>
                </a:cxn>
              </a:cxnLst>
              <a:rect l="0" t="0" r="r" b="b"/>
              <a:pathLst>
                <a:path w="21659" h="21600" fill="none" extrusionOk="0">
                  <a:moveTo>
                    <a:pt x="0" y="0"/>
                  </a:moveTo>
                  <a:cubicBezTo>
                    <a:pt x="19" y="0"/>
                    <a:pt x="39" y="-1"/>
                    <a:pt x="59" y="0"/>
                  </a:cubicBezTo>
                  <a:cubicBezTo>
                    <a:pt x="11988" y="0"/>
                    <a:pt x="21659" y="9670"/>
                    <a:pt x="21659" y="21600"/>
                  </a:cubicBezTo>
                </a:path>
                <a:path w="21659" h="21600" stroke="0" extrusionOk="0">
                  <a:moveTo>
                    <a:pt x="0" y="0"/>
                  </a:moveTo>
                  <a:cubicBezTo>
                    <a:pt x="19" y="0"/>
                    <a:pt x="39" y="-1"/>
                    <a:pt x="59" y="0"/>
                  </a:cubicBezTo>
                  <a:cubicBezTo>
                    <a:pt x="11988" y="0"/>
                    <a:pt x="21659" y="9670"/>
                    <a:pt x="21659" y="21600"/>
                  </a:cubicBezTo>
                  <a:lnTo>
                    <a:pt x="59"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54" name="Arc 121">
              <a:extLst>
                <a:ext uri="{FF2B5EF4-FFF2-40B4-BE49-F238E27FC236}">
                  <a16:creationId xmlns:a16="http://schemas.microsoft.com/office/drawing/2014/main" id="{4BEB22D8-31FB-91C6-7759-6108BE8E9EDA}"/>
                </a:ext>
              </a:extLst>
            </p:cNvPr>
            <p:cNvSpPr>
              <a:spLocks/>
            </p:cNvSpPr>
            <p:nvPr/>
          </p:nvSpPr>
          <p:spPr bwMode="auto">
            <a:xfrm>
              <a:off x="2981" y="3202"/>
              <a:ext cx="391" cy="130"/>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5" name="Arc 122">
              <a:extLst>
                <a:ext uri="{FF2B5EF4-FFF2-40B4-BE49-F238E27FC236}">
                  <a16:creationId xmlns:a16="http://schemas.microsoft.com/office/drawing/2014/main" id="{F333F66F-A570-2054-69E9-6FCC5A955B4D}"/>
                </a:ext>
              </a:extLst>
            </p:cNvPr>
            <p:cNvSpPr>
              <a:spLocks/>
            </p:cNvSpPr>
            <p:nvPr/>
          </p:nvSpPr>
          <p:spPr bwMode="auto">
            <a:xfrm>
              <a:off x="2981" y="3202"/>
              <a:ext cx="386"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56" name="Arc 123">
              <a:extLst>
                <a:ext uri="{FF2B5EF4-FFF2-40B4-BE49-F238E27FC236}">
                  <a16:creationId xmlns:a16="http://schemas.microsoft.com/office/drawing/2014/main" id="{364B6E1C-B7A1-6154-22F4-BA608A5A1C44}"/>
                </a:ext>
              </a:extLst>
            </p:cNvPr>
            <p:cNvSpPr>
              <a:spLocks/>
            </p:cNvSpPr>
            <p:nvPr/>
          </p:nvSpPr>
          <p:spPr bwMode="auto">
            <a:xfrm>
              <a:off x="2982" y="3202"/>
              <a:ext cx="44" cy="130"/>
            </a:xfrm>
            <a:custGeom>
              <a:avLst/>
              <a:gdLst>
                <a:gd name="T0" fmla="*/ 0 w 21660"/>
                <a:gd name="T1" fmla="*/ 0 h 21600"/>
                <a:gd name="T2" fmla="*/ 0 w 21660"/>
                <a:gd name="T3" fmla="*/ 1 h 21600"/>
                <a:gd name="T4" fmla="*/ 0 w 21660"/>
                <a:gd name="T5" fmla="*/ 0 h 21600"/>
                <a:gd name="T6" fmla="*/ 0 60000 65536"/>
                <a:gd name="T7" fmla="*/ 0 60000 65536"/>
                <a:gd name="T8" fmla="*/ 0 60000 65536"/>
              </a:gdLst>
              <a:ahLst/>
              <a:cxnLst>
                <a:cxn ang="T6">
                  <a:pos x="T0" y="T1"/>
                </a:cxn>
                <a:cxn ang="T7">
                  <a:pos x="T2" y="T3"/>
                </a:cxn>
                <a:cxn ang="T8">
                  <a:pos x="T4" y="T5"/>
                </a:cxn>
              </a:cxnLst>
              <a:rect l="0" t="0" r="r" b="b"/>
              <a:pathLst>
                <a:path w="21660" h="21600" fill="none" extrusionOk="0">
                  <a:moveTo>
                    <a:pt x="21660" y="0"/>
                  </a:moveTo>
                  <a:cubicBezTo>
                    <a:pt x="21660" y="11929"/>
                    <a:pt x="11989" y="21600"/>
                    <a:pt x="60" y="21600"/>
                  </a:cubicBezTo>
                  <a:cubicBezTo>
                    <a:pt x="40" y="21600"/>
                    <a:pt x="20" y="21599"/>
                    <a:pt x="0" y="21599"/>
                  </a:cubicBezTo>
                </a:path>
                <a:path w="21660" h="21600" stroke="0" extrusionOk="0">
                  <a:moveTo>
                    <a:pt x="21660" y="0"/>
                  </a:moveTo>
                  <a:cubicBezTo>
                    <a:pt x="21660" y="11929"/>
                    <a:pt x="11989" y="21600"/>
                    <a:pt x="60" y="21600"/>
                  </a:cubicBezTo>
                  <a:cubicBezTo>
                    <a:pt x="40" y="21600"/>
                    <a:pt x="20" y="21599"/>
                    <a:pt x="0" y="21599"/>
                  </a:cubicBezTo>
                  <a:lnTo>
                    <a:pt x="60" y="0"/>
                  </a:lnTo>
                  <a:lnTo>
                    <a:pt x="2166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7" name="Arc 124">
              <a:extLst>
                <a:ext uri="{FF2B5EF4-FFF2-40B4-BE49-F238E27FC236}">
                  <a16:creationId xmlns:a16="http://schemas.microsoft.com/office/drawing/2014/main" id="{30EDBEB5-0AD3-2114-CFE7-6E190C771BF6}"/>
                </a:ext>
              </a:extLst>
            </p:cNvPr>
            <p:cNvSpPr>
              <a:spLocks/>
            </p:cNvSpPr>
            <p:nvPr/>
          </p:nvSpPr>
          <p:spPr bwMode="auto">
            <a:xfrm>
              <a:off x="2982" y="3202"/>
              <a:ext cx="39" cy="125"/>
            </a:xfrm>
            <a:custGeom>
              <a:avLst/>
              <a:gdLst>
                <a:gd name="T0" fmla="*/ 0 w 21665"/>
                <a:gd name="T1" fmla="*/ 0 h 21600"/>
                <a:gd name="T2" fmla="*/ 0 w 21665"/>
                <a:gd name="T3" fmla="*/ 1 h 21600"/>
                <a:gd name="T4" fmla="*/ 0 w 21665"/>
                <a:gd name="T5" fmla="*/ 0 h 21600"/>
                <a:gd name="T6" fmla="*/ 0 60000 65536"/>
                <a:gd name="T7" fmla="*/ 0 60000 65536"/>
                <a:gd name="T8" fmla="*/ 0 60000 65536"/>
              </a:gdLst>
              <a:ahLst/>
              <a:cxnLst>
                <a:cxn ang="T6">
                  <a:pos x="T0" y="T1"/>
                </a:cxn>
                <a:cxn ang="T7">
                  <a:pos x="T2" y="T3"/>
                </a:cxn>
                <a:cxn ang="T8">
                  <a:pos x="T4" y="T5"/>
                </a:cxn>
              </a:cxnLst>
              <a:rect l="0" t="0" r="r" b="b"/>
              <a:pathLst>
                <a:path w="21665" h="21600" fill="none" extrusionOk="0">
                  <a:moveTo>
                    <a:pt x="21665" y="0"/>
                  </a:moveTo>
                  <a:cubicBezTo>
                    <a:pt x="21665" y="11929"/>
                    <a:pt x="11994" y="21600"/>
                    <a:pt x="65" y="21600"/>
                  </a:cubicBezTo>
                  <a:cubicBezTo>
                    <a:pt x="43" y="21600"/>
                    <a:pt x="21" y="21599"/>
                    <a:pt x="0" y="21599"/>
                  </a:cubicBezTo>
                </a:path>
                <a:path w="21665" h="21600" stroke="0" extrusionOk="0">
                  <a:moveTo>
                    <a:pt x="21665" y="0"/>
                  </a:moveTo>
                  <a:cubicBezTo>
                    <a:pt x="21665" y="11929"/>
                    <a:pt x="11994" y="21600"/>
                    <a:pt x="65" y="21600"/>
                  </a:cubicBezTo>
                  <a:cubicBezTo>
                    <a:pt x="43" y="21600"/>
                    <a:pt x="21" y="21599"/>
                    <a:pt x="0" y="21599"/>
                  </a:cubicBezTo>
                  <a:lnTo>
                    <a:pt x="65" y="0"/>
                  </a:lnTo>
                  <a:lnTo>
                    <a:pt x="21665" y="0"/>
                  </a:lnTo>
                  <a:close/>
                </a:path>
              </a:pathLst>
            </a:custGeom>
            <a:solidFill>
              <a:srgbClr val="FFFFFF"/>
            </a:solidFill>
            <a:ln w="17463">
              <a:solidFill>
                <a:srgbClr val="000000"/>
              </a:solidFill>
              <a:round/>
              <a:headEnd/>
              <a:tailEnd/>
            </a:ln>
          </p:spPr>
          <p:txBody>
            <a:bodyPr/>
            <a:lstStyle/>
            <a:p>
              <a:endParaRPr lang="en-IN"/>
            </a:p>
          </p:txBody>
        </p:sp>
        <p:sp>
          <p:nvSpPr>
            <p:cNvPr id="21658" name="Line 125">
              <a:extLst>
                <a:ext uri="{FF2B5EF4-FFF2-40B4-BE49-F238E27FC236}">
                  <a16:creationId xmlns:a16="http://schemas.microsoft.com/office/drawing/2014/main" id="{E14D36C5-BA20-3114-2ACE-2AA4D13CD60F}"/>
                </a:ext>
              </a:extLst>
            </p:cNvPr>
            <p:cNvSpPr>
              <a:spLocks noChangeShapeType="1"/>
            </p:cNvSpPr>
            <p:nvPr/>
          </p:nvSpPr>
          <p:spPr bwMode="auto">
            <a:xfrm>
              <a:off x="2981" y="3148"/>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59" name="Line 126">
              <a:extLst>
                <a:ext uri="{FF2B5EF4-FFF2-40B4-BE49-F238E27FC236}">
                  <a16:creationId xmlns:a16="http://schemas.microsoft.com/office/drawing/2014/main" id="{64DB709D-7382-6DC5-BB58-FF9901CBA464}"/>
                </a:ext>
              </a:extLst>
            </p:cNvPr>
            <p:cNvSpPr>
              <a:spLocks noChangeShapeType="1"/>
            </p:cNvSpPr>
            <p:nvPr/>
          </p:nvSpPr>
          <p:spPr bwMode="auto">
            <a:xfrm>
              <a:off x="2981" y="3256"/>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0" name="Line 127">
              <a:extLst>
                <a:ext uri="{FF2B5EF4-FFF2-40B4-BE49-F238E27FC236}">
                  <a16:creationId xmlns:a16="http://schemas.microsoft.com/office/drawing/2014/main" id="{21051056-1CB4-0A26-3E6C-6F63C9FFF24F}"/>
                </a:ext>
              </a:extLst>
            </p:cNvPr>
            <p:cNvSpPr>
              <a:spLocks noChangeShapeType="1"/>
            </p:cNvSpPr>
            <p:nvPr/>
          </p:nvSpPr>
          <p:spPr bwMode="auto">
            <a:xfrm flipV="1">
              <a:off x="2981" y="3321"/>
              <a:ext cx="1" cy="86"/>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1" name="Line 128">
              <a:extLst>
                <a:ext uri="{FF2B5EF4-FFF2-40B4-BE49-F238E27FC236}">
                  <a16:creationId xmlns:a16="http://schemas.microsoft.com/office/drawing/2014/main" id="{B63AB04D-F85A-A270-135D-9F48108E6F48}"/>
                </a:ext>
              </a:extLst>
            </p:cNvPr>
            <p:cNvSpPr>
              <a:spLocks noChangeShapeType="1"/>
            </p:cNvSpPr>
            <p:nvPr/>
          </p:nvSpPr>
          <p:spPr bwMode="auto">
            <a:xfrm>
              <a:off x="2981" y="2986"/>
              <a:ext cx="1" cy="9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2" name="Line 129">
              <a:extLst>
                <a:ext uri="{FF2B5EF4-FFF2-40B4-BE49-F238E27FC236}">
                  <a16:creationId xmlns:a16="http://schemas.microsoft.com/office/drawing/2014/main" id="{7454B089-4677-2BC2-23D0-DCC1563F45BA}"/>
                </a:ext>
              </a:extLst>
            </p:cNvPr>
            <p:cNvSpPr>
              <a:spLocks noChangeShapeType="1"/>
            </p:cNvSpPr>
            <p:nvPr/>
          </p:nvSpPr>
          <p:spPr bwMode="auto">
            <a:xfrm>
              <a:off x="4013" y="2370"/>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3" name="Line 130">
              <a:extLst>
                <a:ext uri="{FF2B5EF4-FFF2-40B4-BE49-F238E27FC236}">
                  <a16:creationId xmlns:a16="http://schemas.microsoft.com/office/drawing/2014/main" id="{6FEE00A4-572E-7853-43C0-A3B65AB336CE}"/>
                </a:ext>
              </a:extLst>
            </p:cNvPr>
            <p:cNvSpPr>
              <a:spLocks noChangeShapeType="1"/>
            </p:cNvSpPr>
            <p:nvPr/>
          </p:nvSpPr>
          <p:spPr bwMode="auto">
            <a:xfrm>
              <a:off x="4013" y="2630"/>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4" name="Arc 131">
              <a:extLst>
                <a:ext uri="{FF2B5EF4-FFF2-40B4-BE49-F238E27FC236}">
                  <a16:creationId xmlns:a16="http://schemas.microsoft.com/office/drawing/2014/main" id="{871AA7E4-01DF-7009-ADE5-4C5C864A4159}"/>
                </a:ext>
              </a:extLst>
            </p:cNvPr>
            <p:cNvSpPr>
              <a:spLocks/>
            </p:cNvSpPr>
            <p:nvPr/>
          </p:nvSpPr>
          <p:spPr bwMode="auto">
            <a:xfrm>
              <a:off x="4274" y="2375"/>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65" name="Arc 132">
              <a:extLst>
                <a:ext uri="{FF2B5EF4-FFF2-40B4-BE49-F238E27FC236}">
                  <a16:creationId xmlns:a16="http://schemas.microsoft.com/office/drawing/2014/main" id="{1545CA2F-E53B-BC44-3600-2E6B9C602C12}"/>
                </a:ext>
              </a:extLst>
            </p:cNvPr>
            <p:cNvSpPr>
              <a:spLocks/>
            </p:cNvSpPr>
            <p:nvPr/>
          </p:nvSpPr>
          <p:spPr bwMode="auto">
            <a:xfrm>
              <a:off x="4274" y="2500"/>
              <a:ext cx="126" cy="135"/>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66" name="Line 133">
              <a:extLst>
                <a:ext uri="{FF2B5EF4-FFF2-40B4-BE49-F238E27FC236}">
                  <a16:creationId xmlns:a16="http://schemas.microsoft.com/office/drawing/2014/main" id="{7C4F93D4-B743-8BEF-0C54-48BA086E9F64}"/>
                </a:ext>
              </a:extLst>
            </p:cNvPr>
            <p:cNvSpPr>
              <a:spLocks noChangeShapeType="1"/>
            </p:cNvSpPr>
            <p:nvPr/>
          </p:nvSpPr>
          <p:spPr bwMode="auto">
            <a:xfrm>
              <a:off x="4013" y="2230"/>
              <a:ext cx="1" cy="54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7" name="Line 134">
              <a:extLst>
                <a:ext uri="{FF2B5EF4-FFF2-40B4-BE49-F238E27FC236}">
                  <a16:creationId xmlns:a16="http://schemas.microsoft.com/office/drawing/2014/main" id="{906E3993-9F05-7A04-20A0-59593A73346D}"/>
                </a:ext>
              </a:extLst>
            </p:cNvPr>
            <p:cNvSpPr>
              <a:spLocks noChangeShapeType="1"/>
            </p:cNvSpPr>
            <p:nvPr/>
          </p:nvSpPr>
          <p:spPr bwMode="auto">
            <a:xfrm>
              <a:off x="4013" y="2910"/>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8" name="Line 135">
              <a:extLst>
                <a:ext uri="{FF2B5EF4-FFF2-40B4-BE49-F238E27FC236}">
                  <a16:creationId xmlns:a16="http://schemas.microsoft.com/office/drawing/2014/main" id="{FD7A0B38-0108-B3D1-E1EF-C7CAA5869D26}"/>
                </a:ext>
              </a:extLst>
            </p:cNvPr>
            <p:cNvSpPr>
              <a:spLocks noChangeShapeType="1"/>
            </p:cNvSpPr>
            <p:nvPr/>
          </p:nvSpPr>
          <p:spPr bwMode="auto">
            <a:xfrm>
              <a:off x="4013" y="3169"/>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9" name="Line 136">
              <a:extLst>
                <a:ext uri="{FF2B5EF4-FFF2-40B4-BE49-F238E27FC236}">
                  <a16:creationId xmlns:a16="http://schemas.microsoft.com/office/drawing/2014/main" id="{58765413-5BDE-6901-4F68-43EA580ED915}"/>
                </a:ext>
              </a:extLst>
            </p:cNvPr>
            <p:cNvSpPr>
              <a:spLocks noChangeShapeType="1"/>
            </p:cNvSpPr>
            <p:nvPr/>
          </p:nvSpPr>
          <p:spPr bwMode="auto">
            <a:xfrm flipV="1">
              <a:off x="4013" y="2910"/>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0" name="Line 137">
              <a:extLst>
                <a:ext uri="{FF2B5EF4-FFF2-40B4-BE49-F238E27FC236}">
                  <a16:creationId xmlns:a16="http://schemas.microsoft.com/office/drawing/2014/main" id="{D8958836-8D24-08D0-F323-DCE0B5D902EE}"/>
                </a:ext>
              </a:extLst>
            </p:cNvPr>
            <p:cNvSpPr>
              <a:spLocks noChangeShapeType="1"/>
            </p:cNvSpPr>
            <p:nvPr/>
          </p:nvSpPr>
          <p:spPr bwMode="auto">
            <a:xfrm>
              <a:off x="4013" y="2824"/>
              <a:ext cx="1" cy="4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1" name="Arc 138">
              <a:extLst>
                <a:ext uri="{FF2B5EF4-FFF2-40B4-BE49-F238E27FC236}">
                  <a16:creationId xmlns:a16="http://schemas.microsoft.com/office/drawing/2014/main" id="{21F06575-E3D5-C565-4A6D-C2B0A76D0BD4}"/>
                </a:ext>
              </a:extLst>
            </p:cNvPr>
            <p:cNvSpPr>
              <a:spLocks/>
            </p:cNvSpPr>
            <p:nvPr/>
          </p:nvSpPr>
          <p:spPr bwMode="auto">
            <a:xfrm>
              <a:off x="4274" y="2910"/>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72" name="Arc 139">
              <a:extLst>
                <a:ext uri="{FF2B5EF4-FFF2-40B4-BE49-F238E27FC236}">
                  <a16:creationId xmlns:a16="http://schemas.microsoft.com/office/drawing/2014/main" id="{2CFF52E6-CEB4-84FF-A3A0-99515647ADAF}"/>
                </a:ext>
              </a:extLst>
            </p:cNvPr>
            <p:cNvSpPr>
              <a:spLocks/>
            </p:cNvSpPr>
            <p:nvPr/>
          </p:nvSpPr>
          <p:spPr bwMode="auto">
            <a:xfrm>
              <a:off x="4274" y="2915"/>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73" name="Arc 140">
              <a:extLst>
                <a:ext uri="{FF2B5EF4-FFF2-40B4-BE49-F238E27FC236}">
                  <a16:creationId xmlns:a16="http://schemas.microsoft.com/office/drawing/2014/main" id="{A991B47F-C09F-0F41-B368-4C487FE2EBFB}"/>
                </a:ext>
              </a:extLst>
            </p:cNvPr>
            <p:cNvSpPr>
              <a:spLocks/>
            </p:cNvSpPr>
            <p:nvPr/>
          </p:nvSpPr>
          <p:spPr bwMode="auto">
            <a:xfrm>
              <a:off x="4274" y="3040"/>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74" name="Arc 141">
              <a:extLst>
                <a:ext uri="{FF2B5EF4-FFF2-40B4-BE49-F238E27FC236}">
                  <a16:creationId xmlns:a16="http://schemas.microsoft.com/office/drawing/2014/main" id="{3E8E599B-BF1C-FDBE-3229-AB66052817D3}"/>
                </a:ext>
              </a:extLst>
            </p:cNvPr>
            <p:cNvSpPr>
              <a:spLocks/>
            </p:cNvSpPr>
            <p:nvPr/>
          </p:nvSpPr>
          <p:spPr bwMode="auto">
            <a:xfrm>
              <a:off x="4274" y="3040"/>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75" name="Line 142">
              <a:extLst>
                <a:ext uri="{FF2B5EF4-FFF2-40B4-BE49-F238E27FC236}">
                  <a16:creationId xmlns:a16="http://schemas.microsoft.com/office/drawing/2014/main" id="{9A934EF0-7574-C333-E09B-8E3DD9941AC5}"/>
                </a:ext>
              </a:extLst>
            </p:cNvPr>
            <p:cNvSpPr>
              <a:spLocks noChangeShapeType="1"/>
            </p:cNvSpPr>
            <p:nvPr/>
          </p:nvSpPr>
          <p:spPr bwMode="auto">
            <a:xfrm>
              <a:off x="4013" y="3342"/>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6" name="Line 143">
              <a:extLst>
                <a:ext uri="{FF2B5EF4-FFF2-40B4-BE49-F238E27FC236}">
                  <a16:creationId xmlns:a16="http://schemas.microsoft.com/office/drawing/2014/main" id="{A1663CDA-E1E3-5ABA-736F-297D4EB0095B}"/>
                </a:ext>
              </a:extLst>
            </p:cNvPr>
            <p:cNvSpPr>
              <a:spLocks noChangeShapeType="1"/>
            </p:cNvSpPr>
            <p:nvPr/>
          </p:nvSpPr>
          <p:spPr bwMode="auto">
            <a:xfrm>
              <a:off x="4013" y="3601"/>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7" name="Line 144">
              <a:extLst>
                <a:ext uri="{FF2B5EF4-FFF2-40B4-BE49-F238E27FC236}">
                  <a16:creationId xmlns:a16="http://schemas.microsoft.com/office/drawing/2014/main" id="{C618ED24-BBF8-A59E-6A91-255EFF6BB240}"/>
                </a:ext>
              </a:extLst>
            </p:cNvPr>
            <p:cNvSpPr>
              <a:spLocks noChangeShapeType="1"/>
            </p:cNvSpPr>
            <p:nvPr/>
          </p:nvSpPr>
          <p:spPr bwMode="auto">
            <a:xfrm>
              <a:off x="4013" y="3342"/>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8" name="Arc 145">
              <a:extLst>
                <a:ext uri="{FF2B5EF4-FFF2-40B4-BE49-F238E27FC236}">
                  <a16:creationId xmlns:a16="http://schemas.microsoft.com/office/drawing/2014/main" id="{C2454C14-CDE9-6945-DE95-605B0EE08290}"/>
                </a:ext>
              </a:extLst>
            </p:cNvPr>
            <p:cNvSpPr>
              <a:spLocks/>
            </p:cNvSpPr>
            <p:nvPr/>
          </p:nvSpPr>
          <p:spPr bwMode="auto">
            <a:xfrm>
              <a:off x="4274" y="3342"/>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79" name="Arc 146">
              <a:extLst>
                <a:ext uri="{FF2B5EF4-FFF2-40B4-BE49-F238E27FC236}">
                  <a16:creationId xmlns:a16="http://schemas.microsoft.com/office/drawing/2014/main" id="{4B9F0C08-290A-AFB1-16B1-18F2079B8543}"/>
                </a:ext>
              </a:extLst>
            </p:cNvPr>
            <p:cNvSpPr>
              <a:spLocks/>
            </p:cNvSpPr>
            <p:nvPr/>
          </p:nvSpPr>
          <p:spPr bwMode="auto">
            <a:xfrm>
              <a:off x="4274" y="3347"/>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80" name="Arc 147">
              <a:extLst>
                <a:ext uri="{FF2B5EF4-FFF2-40B4-BE49-F238E27FC236}">
                  <a16:creationId xmlns:a16="http://schemas.microsoft.com/office/drawing/2014/main" id="{810FC302-5248-409A-DFCD-1A76CD1EAF78}"/>
                </a:ext>
              </a:extLst>
            </p:cNvPr>
            <p:cNvSpPr>
              <a:spLocks/>
            </p:cNvSpPr>
            <p:nvPr/>
          </p:nvSpPr>
          <p:spPr bwMode="auto">
            <a:xfrm>
              <a:off x="4274" y="3472"/>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81" name="Arc 148">
              <a:extLst>
                <a:ext uri="{FF2B5EF4-FFF2-40B4-BE49-F238E27FC236}">
                  <a16:creationId xmlns:a16="http://schemas.microsoft.com/office/drawing/2014/main" id="{B21FFBCB-B935-B24D-1689-64C800510F74}"/>
                </a:ext>
              </a:extLst>
            </p:cNvPr>
            <p:cNvSpPr>
              <a:spLocks/>
            </p:cNvSpPr>
            <p:nvPr/>
          </p:nvSpPr>
          <p:spPr bwMode="auto">
            <a:xfrm>
              <a:off x="4274" y="3472"/>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82" name="Line 149">
              <a:extLst>
                <a:ext uri="{FF2B5EF4-FFF2-40B4-BE49-F238E27FC236}">
                  <a16:creationId xmlns:a16="http://schemas.microsoft.com/office/drawing/2014/main" id="{9C52C825-AAF6-B2D0-3D5A-5383486A2165}"/>
                </a:ext>
              </a:extLst>
            </p:cNvPr>
            <p:cNvSpPr>
              <a:spLocks noChangeShapeType="1"/>
            </p:cNvSpPr>
            <p:nvPr/>
          </p:nvSpPr>
          <p:spPr bwMode="auto">
            <a:xfrm>
              <a:off x="4013" y="3666"/>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83" name="Line 150">
              <a:extLst>
                <a:ext uri="{FF2B5EF4-FFF2-40B4-BE49-F238E27FC236}">
                  <a16:creationId xmlns:a16="http://schemas.microsoft.com/office/drawing/2014/main" id="{D5FB5F3E-4FF2-B1D1-AED8-DC6FDFCC019E}"/>
                </a:ext>
              </a:extLst>
            </p:cNvPr>
            <p:cNvSpPr>
              <a:spLocks noChangeShapeType="1"/>
            </p:cNvSpPr>
            <p:nvPr/>
          </p:nvSpPr>
          <p:spPr bwMode="auto">
            <a:xfrm>
              <a:off x="4013" y="3925"/>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84" name="Line 151">
              <a:extLst>
                <a:ext uri="{FF2B5EF4-FFF2-40B4-BE49-F238E27FC236}">
                  <a16:creationId xmlns:a16="http://schemas.microsoft.com/office/drawing/2014/main" id="{8579E406-B243-2E26-82E4-9EEC04AB0292}"/>
                </a:ext>
              </a:extLst>
            </p:cNvPr>
            <p:cNvSpPr>
              <a:spLocks noChangeShapeType="1"/>
            </p:cNvSpPr>
            <p:nvPr/>
          </p:nvSpPr>
          <p:spPr bwMode="auto">
            <a:xfrm flipV="1">
              <a:off x="4013" y="3666"/>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85" name="Arc 152">
              <a:extLst>
                <a:ext uri="{FF2B5EF4-FFF2-40B4-BE49-F238E27FC236}">
                  <a16:creationId xmlns:a16="http://schemas.microsoft.com/office/drawing/2014/main" id="{42D0CEA4-2365-AC34-D85C-27F9B0B96CA7}"/>
                </a:ext>
              </a:extLst>
            </p:cNvPr>
            <p:cNvSpPr>
              <a:spLocks/>
            </p:cNvSpPr>
            <p:nvPr/>
          </p:nvSpPr>
          <p:spPr bwMode="auto">
            <a:xfrm>
              <a:off x="4274" y="3666"/>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1" y="0"/>
                    <a:pt x="21588" y="9658"/>
                    <a:pt x="21599" y="21580"/>
                  </a:cubicBezTo>
                </a:path>
                <a:path w="21600" h="21600" stroke="0" extrusionOk="0">
                  <a:moveTo>
                    <a:pt x="-1" y="0"/>
                  </a:moveTo>
                  <a:cubicBezTo>
                    <a:pt x="11921" y="0"/>
                    <a:pt x="21588" y="9658"/>
                    <a:pt x="21599" y="2158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86" name="Arc 153">
              <a:extLst>
                <a:ext uri="{FF2B5EF4-FFF2-40B4-BE49-F238E27FC236}">
                  <a16:creationId xmlns:a16="http://schemas.microsoft.com/office/drawing/2014/main" id="{41449D4D-7308-6F13-8B67-17EA7B2BD581}"/>
                </a:ext>
              </a:extLst>
            </p:cNvPr>
            <p:cNvSpPr>
              <a:spLocks/>
            </p:cNvSpPr>
            <p:nvPr/>
          </p:nvSpPr>
          <p:spPr bwMode="auto">
            <a:xfrm>
              <a:off x="4274" y="3671"/>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1" y="0"/>
                    <a:pt x="21588" y="9658"/>
                    <a:pt x="21599" y="21580"/>
                  </a:cubicBezTo>
                </a:path>
                <a:path w="21600" h="21600" stroke="0" extrusionOk="0">
                  <a:moveTo>
                    <a:pt x="-1" y="0"/>
                  </a:moveTo>
                  <a:cubicBezTo>
                    <a:pt x="11921" y="0"/>
                    <a:pt x="21588" y="9658"/>
                    <a:pt x="21599" y="2158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87" name="Arc 154">
              <a:extLst>
                <a:ext uri="{FF2B5EF4-FFF2-40B4-BE49-F238E27FC236}">
                  <a16:creationId xmlns:a16="http://schemas.microsoft.com/office/drawing/2014/main" id="{2690EEC7-3612-2C3D-0BF8-795CC2A27193}"/>
                </a:ext>
              </a:extLst>
            </p:cNvPr>
            <p:cNvSpPr>
              <a:spLocks/>
            </p:cNvSpPr>
            <p:nvPr/>
          </p:nvSpPr>
          <p:spPr bwMode="auto">
            <a:xfrm>
              <a:off x="4274" y="3796"/>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88" name="Arc 155">
              <a:extLst>
                <a:ext uri="{FF2B5EF4-FFF2-40B4-BE49-F238E27FC236}">
                  <a16:creationId xmlns:a16="http://schemas.microsoft.com/office/drawing/2014/main" id="{251D720C-B138-E1E7-EC6B-C823257E9F22}"/>
                </a:ext>
              </a:extLst>
            </p:cNvPr>
            <p:cNvSpPr>
              <a:spLocks/>
            </p:cNvSpPr>
            <p:nvPr/>
          </p:nvSpPr>
          <p:spPr bwMode="auto">
            <a:xfrm>
              <a:off x="4274" y="3796"/>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89" name="Arc 156">
              <a:extLst>
                <a:ext uri="{FF2B5EF4-FFF2-40B4-BE49-F238E27FC236}">
                  <a16:creationId xmlns:a16="http://schemas.microsoft.com/office/drawing/2014/main" id="{5BFD0B51-C4C2-5307-84A7-5BF67F5FDBC9}"/>
                </a:ext>
              </a:extLst>
            </p:cNvPr>
            <p:cNvSpPr>
              <a:spLocks/>
            </p:cNvSpPr>
            <p:nvPr/>
          </p:nvSpPr>
          <p:spPr bwMode="auto">
            <a:xfrm>
              <a:off x="4828" y="3688"/>
              <a:ext cx="402" cy="130"/>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0" name="Arc 157">
              <a:extLst>
                <a:ext uri="{FF2B5EF4-FFF2-40B4-BE49-F238E27FC236}">
                  <a16:creationId xmlns:a16="http://schemas.microsoft.com/office/drawing/2014/main" id="{8F3654F1-0DAB-AD85-6E2A-A2ADDB78B097}"/>
                </a:ext>
              </a:extLst>
            </p:cNvPr>
            <p:cNvSpPr>
              <a:spLocks/>
            </p:cNvSpPr>
            <p:nvPr/>
          </p:nvSpPr>
          <p:spPr bwMode="auto">
            <a:xfrm>
              <a:off x="4828" y="3688"/>
              <a:ext cx="397"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91" name="Arc 158">
              <a:extLst>
                <a:ext uri="{FF2B5EF4-FFF2-40B4-BE49-F238E27FC236}">
                  <a16:creationId xmlns:a16="http://schemas.microsoft.com/office/drawing/2014/main" id="{EDDB8F3C-5412-D4EF-78D6-767888DE06A7}"/>
                </a:ext>
              </a:extLst>
            </p:cNvPr>
            <p:cNvSpPr>
              <a:spLocks/>
            </p:cNvSpPr>
            <p:nvPr/>
          </p:nvSpPr>
          <p:spPr bwMode="auto">
            <a:xfrm>
              <a:off x="4828" y="3569"/>
              <a:ext cx="402" cy="130"/>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05" y="0"/>
                    <a:pt x="21565" y="9632"/>
                    <a:pt x="21599" y="21538"/>
                  </a:cubicBezTo>
                </a:path>
                <a:path w="21600" h="21600" stroke="0" extrusionOk="0">
                  <a:moveTo>
                    <a:pt x="-1" y="0"/>
                  </a:moveTo>
                  <a:cubicBezTo>
                    <a:pt x="11905" y="0"/>
                    <a:pt x="21565" y="9632"/>
                    <a:pt x="21599" y="21538"/>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2" name="Arc 159">
              <a:extLst>
                <a:ext uri="{FF2B5EF4-FFF2-40B4-BE49-F238E27FC236}">
                  <a16:creationId xmlns:a16="http://schemas.microsoft.com/office/drawing/2014/main" id="{670587FB-5BB1-7254-1603-BDB12CAA373B}"/>
                </a:ext>
              </a:extLst>
            </p:cNvPr>
            <p:cNvSpPr>
              <a:spLocks/>
            </p:cNvSpPr>
            <p:nvPr/>
          </p:nvSpPr>
          <p:spPr bwMode="auto">
            <a:xfrm>
              <a:off x="4828" y="3574"/>
              <a:ext cx="397" cy="125"/>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04" y="0"/>
                    <a:pt x="21564" y="9631"/>
                    <a:pt x="21599" y="21536"/>
                  </a:cubicBezTo>
                </a:path>
                <a:path w="21600" h="21600" stroke="0" extrusionOk="0">
                  <a:moveTo>
                    <a:pt x="-1" y="0"/>
                  </a:moveTo>
                  <a:cubicBezTo>
                    <a:pt x="11904" y="0"/>
                    <a:pt x="21564" y="9631"/>
                    <a:pt x="21599" y="21536"/>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93" name="Arc 160">
              <a:extLst>
                <a:ext uri="{FF2B5EF4-FFF2-40B4-BE49-F238E27FC236}">
                  <a16:creationId xmlns:a16="http://schemas.microsoft.com/office/drawing/2014/main" id="{3E6C318C-0A79-F181-068A-CB68F460608C}"/>
                </a:ext>
              </a:extLst>
            </p:cNvPr>
            <p:cNvSpPr>
              <a:spLocks/>
            </p:cNvSpPr>
            <p:nvPr/>
          </p:nvSpPr>
          <p:spPr bwMode="auto">
            <a:xfrm>
              <a:off x="4828" y="3569"/>
              <a:ext cx="65" cy="119"/>
            </a:xfrm>
            <a:custGeom>
              <a:avLst/>
              <a:gdLst>
                <a:gd name="T0" fmla="*/ 0 w 21600"/>
                <a:gd name="T1" fmla="*/ 0 h 21600"/>
                <a:gd name="T2" fmla="*/ 0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4" name="Arc 161">
              <a:extLst>
                <a:ext uri="{FF2B5EF4-FFF2-40B4-BE49-F238E27FC236}">
                  <a16:creationId xmlns:a16="http://schemas.microsoft.com/office/drawing/2014/main" id="{30B0DB4F-99A5-B7B0-5313-8DB3878362B5}"/>
                </a:ext>
              </a:extLst>
            </p:cNvPr>
            <p:cNvSpPr>
              <a:spLocks/>
            </p:cNvSpPr>
            <p:nvPr/>
          </p:nvSpPr>
          <p:spPr bwMode="auto">
            <a:xfrm>
              <a:off x="4828" y="3574"/>
              <a:ext cx="60" cy="114"/>
            </a:xfrm>
            <a:custGeom>
              <a:avLst/>
              <a:gdLst>
                <a:gd name="T0" fmla="*/ 0 w 21600"/>
                <a:gd name="T1" fmla="*/ 0 h 21600"/>
                <a:gd name="T2" fmla="*/ 0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95" name="Arc 162">
              <a:extLst>
                <a:ext uri="{FF2B5EF4-FFF2-40B4-BE49-F238E27FC236}">
                  <a16:creationId xmlns:a16="http://schemas.microsoft.com/office/drawing/2014/main" id="{03A659DE-C542-5303-89DF-D4E05496F245}"/>
                </a:ext>
              </a:extLst>
            </p:cNvPr>
            <p:cNvSpPr>
              <a:spLocks/>
            </p:cNvSpPr>
            <p:nvPr/>
          </p:nvSpPr>
          <p:spPr bwMode="auto">
            <a:xfrm>
              <a:off x="4828" y="3688"/>
              <a:ext cx="65" cy="130"/>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6" name="Arc 163">
              <a:extLst>
                <a:ext uri="{FF2B5EF4-FFF2-40B4-BE49-F238E27FC236}">
                  <a16:creationId xmlns:a16="http://schemas.microsoft.com/office/drawing/2014/main" id="{0FD9C2D2-39DB-0642-5124-D1F85AC2B427}"/>
                </a:ext>
              </a:extLst>
            </p:cNvPr>
            <p:cNvSpPr>
              <a:spLocks/>
            </p:cNvSpPr>
            <p:nvPr/>
          </p:nvSpPr>
          <p:spPr bwMode="auto">
            <a:xfrm>
              <a:off x="4828" y="3688"/>
              <a:ext cx="60" cy="125"/>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97" name="Line 164">
              <a:extLst>
                <a:ext uri="{FF2B5EF4-FFF2-40B4-BE49-F238E27FC236}">
                  <a16:creationId xmlns:a16="http://schemas.microsoft.com/office/drawing/2014/main" id="{668FCE69-0EA3-90BF-58EB-FC248CC47893}"/>
                </a:ext>
              </a:extLst>
            </p:cNvPr>
            <p:cNvSpPr>
              <a:spLocks noChangeShapeType="1"/>
            </p:cNvSpPr>
            <p:nvPr/>
          </p:nvSpPr>
          <p:spPr bwMode="auto">
            <a:xfrm>
              <a:off x="4828" y="3418"/>
              <a:ext cx="1" cy="15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98" name="Line 165">
              <a:extLst>
                <a:ext uri="{FF2B5EF4-FFF2-40B4-BE49-F238E27FC236}">
                  <a16:creationId xmlns:a16="http://schemas.microsoft.com/office/drawing/2014/main" id="{FB99F67C-3250-EE21-4184-ABF909E5190C}"/>
                </a:ext>
              </a:extLst>
            </p:cNvPr>
            <p:cNvSpPr>
              <a:spLocks noChangeShapeType="1"/>
            </p:cNvSpPr>
            <p:nvPr/>
          </p:nvSpPr>
          <p:spPr bwMode="auto">
            <a:xfrm flipV="1">
              <a:off x="4828" y="3806"/>
              <a:ext cx="1" cy="15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99" name="Line 166">
              <a:extLst>
                <a:ext uri="{FF2B5EF4-FFF2-40B4-BE49-F238E27FC236}">
                  <a16:creationId xmlns:a16="http://schemas.microsoft.com/office/drawing/2014/main" id="{53618DF5-DAD9-3030-B43A-7B7A08AD3E5F}"/>
                </a:ext>
              </a:extLst>
            </p:cNvPr>
            <p:cNvSpPr>
              <a:spLocks noChangeShapeType="1"/>
            </p:cNvSpPr>
            <p:nvPr/>
          </p:nvSpPr>
          <p:spPr bwMode="auto">
            <a:xfrm>
              <a:off x="4828" y="3688"/>
              <a:ext cx="54"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0" name="Line 167">
              <a:extLst>
                <a:ext uri="{FF2B5EF4-FFF2-40B4-BE49-F238E27FC236}">
                  <a16:creationId xmlns:a16="http://schemas.microsoft.com/office/drawing/2014/main" id="{33A7EED9-1744-32D6-E50F-75BF0E1DD499}"/>
                </a:ext>
              </a:extLst>
            </p:cNvPr>
            <p:cNvSpPr>
              <a:spLocks noChangeShapeType="1"/>
            </p:cNvSpPr>
            <p:nvPr/>
          </p:nvSpPr>
          <p:spPr bwMode="auto">
            <a:xfrm>
              <a:off x="3904" y="228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1" name="Rectangle 168">
              <a:extLst>
                <a:ext uri="{FF2B5EF4-FFF2-40B4-BE49-F238E27FC236}">
                  <a16:creationId xmlns:a16="http://schemas.microsoft.com/office/drawing/2014/main" id="{BBCEFF19-2500-EEE0-6EBA-7869987F3BB1}"/>
                </a:ext>
              </a:extLst>
            </p:cNvPr>
            <p:cNvSpPr>
              <a:spLocks noChangeArrowheads="1"/>
            </p:cNvSpPr>
            <p:nvPr/>
          </p:nvSpPr>
          <p:spPr bwMode="auto">
            <a:xfrm>
              <a:off x="3774" y="223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2" name="Line 169">
              <a:extLst>
                <a:ext uri="{FF2B5EF4-FFF2-40B4-BE49-F238E27FC236}">
                  <a16:creationId xmlns:a16="http://schemas.microsoft.com/office/drawing/2014/main" id="{2E08FABE-8A69-BFB3-D482-B1F2741F422B}"/>
                </a:ext>
              </a:extLst>
            </p:cNvPr>
            <p:cNvSpPr>
              <a:spLocks noChangeShapeType="1"/>
            </p:cNvSpPr>
            <p:nvPr/>
          </p:nvSpPr>
          <p:spPr bwMode="auto">
            <a:xfrm>
              <a:off x="2112" y="228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3" name="Rectangle 170">
              <a:extLst>
                <a:ext uri="{FF2B5EF4-FFF2-40B4-BE49-F238E27FC236}">
                  <a16:creationId xmlns:a16="http://schemas.microsoft.com/office/drawing/2014/main" id="{14A98D99-E5FA-3EC1-EEDC-8CBB123EF531}"/>
                </a:ext>
              </a:extLst>
            </p:cNvPr>
            <p:cNvSpPr>
              <a:spLocks noChangeArrowheads="1"/>
            </p:cNvSpPr>
            <p:nvPr/>
          </p:nvSpPr>
          <p:spPr bwMode="auto">
            <a:xfrm>
              <a:off x="1982" y="223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4" name="Line 171">
              <a:extLst>
                <a:ext uri="{FF2B5EF4-FFF2-40B4-BE49-F238E27FC236}">
                  <a16:creationId xmlns:a16="http://schemas.microsoft.com/office/drawing/2014/main" id="{F29CCF05-7F8D-5A21-ABDB-9B7E33CD026F}"/>
                </a:ext>
              </a:extLst>
            </p:cNvPr>
            <p:cNvSpPr>
              <a:spLocks noChangeShapeType="1"/>
            </p:cNvSpPr>
            <p:nvPr/>
          </p:nvSpPr>
          <p:spPr bwMode="auto">
            <a:xfrm>
              <a:off x="483" y="293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5" name="Rectangle 172">
              <a:extLst>
                <a:ext uri="{FF2B5EF4-FFF2-40B4-BE49-F238E27FC236}">
                  <a16:creationId xmlns:a16="http://schemas.microsoft.com/office/drawing/2014/main" id="{920A8E81-8F2F-FA47-7261-FB34E3C023C5}"/>
                </a:ext>
              </a:extLst>
            </p:cNvPr>
            <p:cNvSpPr>
              <a:spLocks noChangeArrowheads="1"/>
            </p:cNvSpPr>
            <p:nvPr/>
          </p:nvSpPr>
          <p:spPr bwMode="auto">
            <a:xfrm>
              <a:off x="353" y="2878"/>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6" name="Line 173">
              <a:extLst>
                <a:ext uri="{FF2B5EF4-FFF2-40B4-BE49-F238E27FC236}">
                  <a16:creationId xmlns:a16="http://schemas.microsoft.com/office/drawing/2014/main" id="{BD1CEAA6-78EE-8A30-E436-74DC6883AAFE}"/>
                </a:ext>
              </a:extLst>
            </p:cNvPr>
            <p:cNvSpPr>
              <a:spLocks noChangeShapeType="1"/>
            </p:cNvSpPr>
            <p:nvPr/>
          </p:nvSpPr>
          <p:spPr bwMode="auto">
            <a:xfrm>
              <a:off x="483" y="228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7" name="Rectangle 174">
              <a:extLst>
                <a:ext uri="{FF2B5EF4-FFF2-40B4-BE49-F238E27FC236}">
                  <a16:creationId xmlns:a16="http://schemas.microsoft.com/office/drawing/2014/main" id="{5344C23E-36EE-8CD2-2AB2-26F3D69C835D}"/>
                </a:ext>
              </a:extLst>
            </p:cNvPr>
            <p:cNvSpPr>
              <a:spLocks noChangeArrowheads="1"/>
            </p:cNvSpPr>
            <p:nvPr/>
          </p:nvSpPr>
          <p:spPr bwMode="auto">
            <a:xfrm>
              <a:off x="353" y="223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8" name="Line 175">
              <a:extLst>
                <a:ext uri="{FF2B5EF4-FFF2-40B4-BE49-F238E27FC236}">
                  <a16:creationId xmlns:a16="http://schemas.microsoft.com/office/drawing/2014/main" id="{DDBAD9E7-10BA-E4D1-3DFD-AAE40AD9B850}"/>
                </a:ext>
              </a:extLst>
            </p:cNvPr>
            <p:cNvSpPr>
              <a:spLocks noChangeShapeType="1"/>
            </p:cNvSpPr>
            <p:nvPr/>
          </p:nvSpPr>
          <p:spPr bwMode="auto">
            <a:xfrm>
              <a:off x="3904"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9" name="Rectangle 176">
              <a:extLst>
                <a:ext uri="{FF2B5EF4-FFF2-40B4-BE49-F238E27FC236}">
                  <a16:creationId xmlns:a16="http://schemas.microsoft.com/office/drawing/2014/main" id="{885A823C-206D-C300-677F-8F39D401969F}"/>
                </a:ext>
              </a:extLst>
            </p:cNvPr>
            <p:cNvSpPr>
              <a:spLocks noChangeArrowheads="1"/>
            </p:cNvSpPr>
            <p:nvPr/>
          </p:nvSpPr>
          <p:spPr bwMode="auto">
            <a:xfrm>
              <a:off x="3774" y="233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0" name="Line 177">
              <a:extLst>
                <a:ext uri="{FF2B5EF4-FFF2-40B4-BE49-F238E27FC236}">
                  <a16:creationId xmlns:a16="http://schemas.microsoft.com/office/drawing/2014/main" id="{B0A6A2A3-53FF-514B-1DA0-1D24C6A3413F}"/>
                </a:ext>
              </a:extLst>
            </p:cNvPr>
            <p:cNvSpPr>
              <a:spLocks noChangeShapeType="1"/>
            </p:cNvSpPr>
            <p:nvPr/>
          </p:nvSpPr>
          <p:spPr bwMode="auto">
            <a:xfrm>
              <a:off x="2112"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1" name="Rectangle 178">
              <a:extLst>
                <a:ext uri="{FF2B5EF4-FFF2-40B4-BE49-F238E27FC236}">
                  <a16:creationId xmlns:a16="http://schemas.microsoft.com/office/drawing/2014/main" id="{DA1B465A-339E-F603-9981-B0420243B4E9}"/>
                </a:ext>
              </a:extLst>
            </p:cNvPr>
            <p:cNvSpPr>
              <a:spLocks noChangeArrowheads="1"/>
            </p:cNvSpPr>
            <p:nvPr/>
          </p:nvSpPr>
          <p:spPr bwMode="auto">
            <a:xfrm>
              <a:off x="1982" y="233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2" name="Line 179">
              <a:extLst>
                <a:ext uri="{FF2B5EF4-FFF2-40B4-BE49-F238E27FC236}">
                  <a16:creationId xmlns:a16="http://schemas.microsoft.com/office/drawing/2014/main" id="{F8E74D7A-746E-BFAB-543E-1D147435455B}"/>
                </a:ext>
              </a:extLst>
            </p:cNvPr>
            <p:cNvSpPr>
              <a:spLocks noChangeShapeType="1"/>
            </p:cNvSpPr>
            <p:nvPr/>
          </p:nvSpPr>
          <p:spPr bwMode="auto">
            <a:xfrm>
              <a:off x="483" y="304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3" name="Rectangle 180">
              <a:extLst>
                <a:ext uri="{FF2B5EF4-FFF2-40B4-BE49-F238E27FC236}">
                  <a16:creationId xmlns:a16="http://schemas.microsoft.com/office/drawing/2014/main" id="{C548BF09-FAE8-A9F2-DB44-6B24DC5EA1BB}"/>
                </a:ext>
              </a:extLst>
            </p:cNvPr>
            <p:cNvSpPr>
              <a:spLocks noChangeArrowheads="1"/>
            </p:cNvSpPr>
            <p:nvPr/>
          </p:nvSpPr>
          <p:spPr bwMode="auto">
            <a:xfrm>
              <a:off x="353" y="298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4" name="Line 181">
              <a:extLst>
                <a:ext uri="{FF2B5EF4-FFF2-40B4-BE49-F238E27FC236}">
                  <a16:creationId xmlns:a16="http://schemas.microsoft.com/office/drawing/2014/main" id="{ABE32834-3143-49C4-DC42-51FC0501DE9D}"/>
                </a:ext>
              </a:extLst>
            </p:cNvPr>
            <p:cNvSpPr>
              <a:spLocks noChangeShapeType="1"/>
            </p:cNvSpPr>
            <p:nvPr/>
          </p:nvSpPr>
          <p:spPr bwMode="auto">
            <a:xfrm>
              <a:off x="483"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5" name="Rectangle 182">
              <a:extLst>
                <a:ext uri="{FF2B5EF4-FFF2-40B4-BE49-F238E27FC236}">
                  <a16:creationId xmlns:a16="http://schemas.microsoft.com/office/drawing/2014/main" id="{4E605F91-442B-E53A-56C0-54E16E94376D}"/>
                </a:ext>
              </a:extLst>
            </p:cNvPr>
            <p:cNvSpPr>
              <a:spLocks noChangeArrowheads="1"/>
            </p:cNvSpPr>
            <p:nvPr/>
          </p:nvSpPr>
          <p:spPr bwMode="auto">
            <a:xfrm>
              <a:off x="353" y="233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6" name="Line 183">
              <a:extLst>
                <a:ext uri="{FF2B5EF4-FFF2-40B4-BE49-F238E27FC236}">
                  <a16:creationId xmlns:a16="http://schemas.microsoft.com/office/drawing/2014/main" id="{DE4DF549-9490-3EB8-38CB-9395A435293F}"/>
                </a:ext>
              </a:extLst>
            </p:cNvPr>
            <p:cNvSpPr>
              <a:spLocks noChangeShapeType="1"/>
            </p:cNvSpPr>
            <p:nvPr/>
          </p:nvSpPr>
          <p:spPr bwMode="auto">
            <a:xfrm>
              <a:off x="972" y="2338"/>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7" name="Line 184">
              <a:extLst>
                <a:ext uri="{FF2B5EF4-FFF2-40B4-BE49-F238E27FC236}">
                  <a16:creationId xmlns:a16="http://schemas.microsoft.com/office/drawing/2014/main" id="{C69A9FB7-8FB2-A9C5-241F-6175711B8C27}"/>
                </a:ext>
              </a:extLst>
            </p:cNvPr>
            <p:cNvSpPr>
              <a:spLocks noChangeShapeType="1"/>
            </p:cNvSpPr>
            <p:nvPr/>
          </p:nvSpPr>
          <p:spPr bwMode="auto">
            <a:xfrm>
              <a:off x="1080" y="233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8" name="Line 185">
              <a:extLst>
                <a:ext uri="{FF2B5EF4-FFF2-40B4-BE49-F238E27FC236}">
                  <a16:creationId xmlns:a16="http://schemas.microsoft.com/office/drawing/2014/main" id="{6E3F254E-63B8-9D8E-5D92-0A0CF8F98537}"/>
                </a:ext>
              </a:extLst>
            </p:cNvPr>
            <p:cNvSpPr>
              <a:spLocks noChangeShapeType="1"/>
            </p:cNvSpPr>
            <p:nvPr/>
          </p:nvSpPr>
          <p:spPr bwMode="auto">
            <a:xfrm>
              <a:off x="3904" y="287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9" name="Rectangle 186">
              <a:extLst>
                <a:ext uri="{FF2B5EF4-FFF2-40B4-BE49-F238E27FC236}">
                  <a16:creationId xmlns:a16="http://schemas.microsoft.com/office/drawing/2014/main" id="{ED870704-04B6-741A-E8DF-863B54F091FF}"/>
                </a:ext>
              </a:extLst>
            </p:cNvPr>
            <p:cNvSpPr>
              <a:spLocks noChangeArrowheads="1"/>
            </p:cNvSpPr>
            <p:nvPr/>
          </p:nvSpPr>
          <p:spPr bwMode="auto">
            <a:xfrm>
              <a:off x="3774" y="2824"/>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0" name="Line 187">
              <a:extLst>
                <a:ext uri="{FF2B5EF4-FFF2-40B4-BE49-F238E27FC236}">
                  <a16:creationId xmlns:a16="http://schemas.microsoft.com/office/drawing/2014/main" id="{8C6D873E-9322-2232-EE88-14EEE0CAAB44}"/>
                </a:ext>
              </a:extLst>
            </p:cNvPr>
            <p:cNvSpPr>
              <a:spLocks noChangeShapeType="1"/>
            </p:cNvSpPr>
            <p:nvPr/>
          </p:nvSpPr>
          <p:spPr bwMode="auto">
            <a:xfrm>
              <a:off x="2112" y="277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1" name="Rectangle 188">
              <a:extLst>
                <a:ext uri="{FF2B5EF4-FFF2-40B4-BE49-F238E27FC236}">
                  <a16:creationId xmlns:a16="http://schemas.microsoft.com/office/drawing/2014/main" id="{9EE71FF1-EB61-681A-27AE-2E177F2C958D}"/>
                </a:ext>
              </a:extLst>
            </p:cNvPr>
            <p:cNvSpPr>
              <a:spLocks noChangeArrowheads="1"/>
            </p:cNvSpPr>
            <p:nvPr/>
          </p:nvSpPr>
          <p:spPr bwMode="auto">
            <a:xfrm>
              <a:off x="1982" y="2716"/>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2" name="Line 189">
              <a:extLst>
                <a:ext uri="{FF2B5EF4-FFF2-40B4-BE49-F238E27FC236}">
                  <a16:creationId xmlns:a16="http://schemas.microsoft.com/office/drawing/2014/main" id="{A7EDD5A4-ABA6-31FD-0F5A-1B21C3713ABF}"/>
                </a:ext>
              </a:extLst>
            </p:cNvPr>
            <p:cNvSpPr>
              <a:spLocks noChangeShapeType="1"/>
            </p:cNvSpPr>
            <p:nvPr/>
          </p:nvSpPr>
          <p:spPr bwMode="auto">
            <a:xfrm>
              <a:off x="483" y="331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3" name="Rectangle 190">
              <a:extLst>
                <a:ext uri="{FF2B5EF4-FFF2-40B4-BE49-F238E27FC236}">
                  <a16:creationId xmlns:a16="http://schemas.microsoft.com/office/drawing/2014/main" id="{C7309737-A693-E59B-C978-9DBB88F3607F}"/>
                </a:ext>
              </a:extLst>
            </p:cNvPr>
            <p:cNvSpPr>
              <a:spLocks noChangeArrowheads="1"/>
            </p:cNvSpPr>
            <p:nvPr/>
          </p:nvSpPr>
          <p:spPr bwMode="auto">
            <a:xfrm>
              <a:off x="353" y="3256"/>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4" name="Line 191">
              <a:extLst>
                <a:ext uri="{FF2B5EF4-FFF2-40B4-BE49-F238E27FC236}">
                  <a16:creationId xmlns:a16="http://schemas.microsoft.com/office/drawing/2014/main" id="{85F2E69A-22ED-914E-CC76-6F1DDA49E619}"/>
                </a:ext>
              </a:extLst>
            </p:cNvPr>
            <p:cNvSpPr>
              <a:spLocks noChangeShapeType="1"/>
            </p:cNvSpPr>
            <p:nvPr/>
          </p:nvSpPr>
          <p:spPr bwMode="auto">
            <a:xfrm>
              <a:off x="1080" y="244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5" name="Rectangle 192">
              <a:extLst>
                <a:ext uri="{FF2B5EF4-FFF2-40B4-BE49-F238E27FC236}">
                  <a16:creationId xmlns:a16="http://schemas.microsoft.com/office/drawing/2014/main" id="{92D6F3BE-9873-98B8-2C70-04A2813E292D}"/>
                </a:ext>
              </a:extLst>
            </p:cNvPr>
            <p:cNvSpPr>
              <a:spLocks noChangeArrowheads="1"/>
            </p:cNvSpPr>
            <p:nvPr/>
          </p:nvSpPr>
          <p:spPr bwMode="auto">
            <a:xfrm>
              <a:off x="1080" y="2446"/>
              <a:ext cx="11" cy="119"/>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26" name="Rectangle 193">
              <a:extLst>
                <a:ext uri="{FF2B5EF4-FFF2-40B4-BE49-F238E27FC236}">
                  <a16:creationId xmlns:a16="http://schemas.microsoft.com/office/drawing/2014/main" id="{9B2BF075-9C0B-6B9F-2EF9-74F708667F9C}"/>
                </a:ext>
              </a:extLst>
            </p:cNvPr>
            <p:cNvSpPr>
              <a:spLocks noChangeArrowheads="1"/>
            </p:cNvSpPr>
            <p:nvPr/>
          </p:nvSpPr>
          <p:spPr bwMode="auto">
            <a:xfrm>
              <a:off x="483" y="2554"/>
              <a:ext cx="608"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27" name="Rectangle 194">
              <a:extLst>
                <a:ext uri="{FF2B5EF4-FFF2-40B4-BE49-F238E27FC236}">
                  <a16:creationId xmlns:a16="http://schemas.microsoft.com/office/drawing/2014/main" id="{759D9DD0-A47B-691B-0319-98C32CFFCC90}"/>
                </a:ext>
              </a:extLst>
            </p:cNvPr>
            <p:cNvSpPr>
              <a:spLocks noChangeArrowheads="1"/>
            </p:cNvSpPr>
            <p:nvPr/>
          </p:nvSpPr>
          <p:spPr bwMode="auto">
            <a:xfrm>
              <a:off x="353" y="2500"/>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8" name="Line 195">
              <a:extLst>
                <a:ext uri="{FF2B5EF4-FFF2-40B4-BE49-F238E27FC236}">
                  <a16:creationId xmlns:a16="http://schemas.microsoft.com/office/drawing/2014/main" id="{BCECE392-AA3A-BF14-698C-D127004780D0}"/>
                </a:ext>
              </a:extLst>
            </p:cNvPr>
            <p:cNvSpPr>
              <a:spLocks noChangeShapeType="1"/>
            </p:cNvSpPr>
            <p:nvPr/>
          </p:nvSpPr>
          <p:spPr bwMode="auto">
            <a:xfrm>
              <a:off x="1569"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9" name="Rectangle 196">
              <a:extLst>
                <a:ext uri="{FF2B5EF4-FFF2-40B4-BE49-F238E27FC236}">
                  <a16:creationId xmlns:a16="http://schemas.microsoft.com/office/drawing/2014/main" id="{97C2BD2C-A9E7-E11F-F5BB-7A3DAB725561}"/>
                </a:ext>
              </a:extLst>
            </p:cNvPr>
            <p:cNvSpPr>
              <a:spLocks noChangeArrowheads="1"/>
            </p:cNvSpPr>
            <p:nvPr/>
          </p:nvSpPr>
          <p:spPr bwMode="auto">
            <a:xfrm>
              <a:off x="1710" y="2338"/>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C1</a:t>
              </a:r>
              <a:endParaRPr lang="en-US" altLang="en-US" sz="2800" b="1"/>
            </a:p>
          </p:txBody>
        </p:sp>
        <p:sp>
          <p:nvSpPr>
            <p:cNvPr id="21730" name="Line 197">
              <a:extLst>
                <a:ext uri="{FF2B5EF4-FFF2-40B4-BE49-F238E27FC236}">
                  <a16:creationId xmlns:a16="http://schemas.microsoft.com/office/drawing/2014/main" id="{9F27099A-AE93-49EF-422B-26E16BA792D1}"/>
                </a:ext>
              </a:extLst>
            </p:cNvPr>
            <p:cNvSpPr>
              <a:spLocks noChangeShapeType="1"/>
            </p:cNvSpPr>
            <p:nvPr/>
          </p:nvSpPr>
          <p:spPr bwMode="auto">
            <a:xfrm>
              <a:off x="3904" y="298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1" name="Rectangle 198">
              <a:extLst>
                <a:ext uri="{FF2B5EF4-FFF2-40B4-BE49-F238E27FC236}">
                  <a16:creationId xmlns:a16="http://schemas.microsoft.com/office/drawing/2014/main" id="{DFD533DE-EA3F-A7ED-F34E-0ED6C3836694}"/>
                </a:ext>
              </a:extLst>
            </p:cNvPr>
            <p:cNvSpPr>
              <a:spLocks noChangeArrowheads="1"/>
            </p:cNvSpPr>
            <p:nvPr/>
          </p:nvSpPr>
          <p:spPr bwMode="auto">
            <a:xfrm>
              <a:off x="3774" y="2932"/>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2" name="Line 199">
              <a:extLst>
                <a:ext uri="{FF2B5EF4-FFF2-40B4-BE49-F238E27FC236}">
                  <a16:creationId xmlns:a16="http://schemas.microsoft.com/office/drawing/2014/main" id="{8A6A5B34-0808-0249-2F01-433C77F7C4FA}"/>
                </a:ext>
              </a:extLst>
            </p:cNvPr>
            <p:cNvSpPr>
              <a:spLocks noChangeShapeType="1"/>
            </p:cNvSpPr>
            <p:nvPr/>
          </p:nvSpPr>
          <p:spPr bwMode="auto">
            <a:xfrm>
              <a:off x="3904" y="250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3" name="Rectangle 200">
              <a:extLst>
                <a:ext uri="{FF2B5EF4-FFF2-40B4-BE49-F238E27FC236}">
                  <a16:creationId xmlns:a16="http://schemas.microsoft.com/office/drawing/2014/main" id="{B9F4C09A-DCC1-0CDE-CC29-37B32384A4CC}"/>
                </a:ext>
              </a:extLst>
            </p:cNvPr>
            <p:cNvSpPr>
              <a:spLocks noChangeArrowheads="1"/>
            </p:cNvSpPr>
            <p:nvPr/>
          </p:nvSpPr>
          <p:spPr bwMode="auto">
            <a:xfrm>
              <a:off x="3774" y="244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4" name="Line 201">
              <a:extLst>
                <a:ext uri="{FF2B5EF4-FFF2-40B4-BE49-F238E27FC236}">
                  <a16:creationId xmlns:a16="http://schemas.microsoft.com/office/drawing/2014/main" id="{A872AE50-03C0-2C70-0EB0-C7BF80A663DF}"/>
                </a:ext>
              </a:extLst>
            </p:cNvPr>
            <p:cNvSpPr>
              <a:spLocks noChangeShapeType="1"/>
            </p:cNvSpPr>
            <p:nvPr/>
          </p:nvSpPr>
          <p:spPr bwMode="auto">
            <a:xfrm>
              <a:off x="2112" y="287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5" name="Rectangle 202">
              <a:extLst>
                <a:ext uri="{FF2B5EF4-FFF2-40B4-BE49-F238E27FC236}">
                  <a16:creationId xmlns:a16="http://schemas.microsoft.com/office/drawing/2014/main" id="{880F44B9-2A16-E114-A093-2AA5DFC9BFB8}"/>
                </a:ext>
              </a:extLst>
            </p:cNvPr>
            <p:cNvSpPr>
              <a:spLocks noChangeArrowheads="1"/>
            </p:cNvSpPr>
            <p:nvPr/>
          </p:nvSpPr>
          <p:spPr bwMode="auto">
            <a:xfrm>
              <a:off x="1982" y="282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6" name="Line 203">
              <a:extLst>
                <a:ext uri="{FF2B5EF4-FFF2-40B4-BE49-F238E27FC236}">
                  <a16:creationId xmlns:a16="http://schemas.microsoft.com/office/drawing/2014/main" id="{79708601-065E-FDC5-A846-FD4AF0687B67}"/>
                </a:ext>
              </a:extLst>
            </p:cNvPr>
            <p:cNvSpPr>
              <a:spLocks noChangeShapeType="1"/>
            </p:cNvSpPr>
            <p:nvPr/>
          </p:nvSpPr>
          <p:spPr bwMode="auto">
            <a:xfrm>
              <a:off x="2112" y="250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7" name="Rectangle 204">
              <a:extLst>
                <a:ext uri="{FF2B5EF4-FFF2-40B4-BE49-F238E27FC236}">
                  <a16:creationId xmlns:a16="http://schemas.microsoft.com/office/drawing/2014/main" id="{48B8C00A-1BCB-92B0-759C-1ABFD39774D9}"/>
                </a:ext>
              </a:extLst>
            </p:cNvPr>
            <p:cNvSpPr>
              <a:spLocks noChangeArrowheads="1"/>
            </p:cNvSpPr>
            <p:nvPr/>
          </p:nvSpPr>
          <p:spPr bwMode="auto">
            <a:xfrm>
              <a:off x="1982" y="244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8" name="Line 205">
              <a:extLst>
                <a:ext uri="{FF2B5EF4-FFF2-40B4-BE49-F238E27FC236}">
                  <a16:creationId xmlns:a16="http://schemas.microsoft.com/office/drawing/2014/main" id="{2F99A243-7DA4-D6EF-28EE-69C0E0E1498D}"/>
                </a:ext>
              </a:extLst>
            </p:cNvPr>
            <p:cNvSpPr>
              <a:spLocks noChangeShapeType="1"/>
            </p:cNvSpPr>
            <p:nvPr/>
          </p:nvSpPr>
          <p:spPr bwMode="auto">
            <a:xfrm>
              <a:off x="483" y="314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9" name="Rectangle 206">
              <a:extLst>
                <a:ext uri="{FF2B5EF4-FFF2-40B4-BE49-F238E27FC236}">
                  <a16:creationId xmlns:a16="http://schemas.microsoft.com/office/drawing/2014/main" id="{C6DBF035-1FA6-CBED-2FC6-E5EF78550009}"/>
                </a:ext>
              </a:extLst>
            </p:cNvPr>
            <p:cNvSpPr>
              <a:spLocks noChangeArrowheads="1"/>
            </p:cNvSpPr>
            <p:nvPr/>
          </p:nvSpPr>
          <p:spPr bwMode="auto">
            <a:xfrm>
              <a:off x="353" y="309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40" name="Line 207">
              <a:extLst>
                <a:ext uri="{FF2B5EF4-FFF2-40B4-BE49-F238E27FC236}">
                  <a16:creationId xmlns:a16="http://schemas.microsoft.com/office/drawing/2014/main" id="{0630BF51-21CB-6BCF-FB8A-43ED55B4AC0C}"/>
                </a:ext>
              </a:extLst>
            </p:cNvPr>
            <p:cNvSpPr>
              <a:spLocks noChangeShapeType="1"/>
            </p:cNvSpPr>
            <p:nvPr/>
          </p:nvSpPr>
          <p:spPr bwMode="auto">
            <a:xfrm>
              <a:off x="483" y="341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1" name="Rectangle 208">
              <a:extLst>
                <a:ext uri="{FF2B5EF4-FFF2-40B4-BE49-F238E27FC236}">
                  <a16:creationId xmlns:a16="http://schemas.microsoft.com/office/drawing/2014/main" id="{05244E00-853E-859C-0AE7-13DCC6D39FA7}"/>
                </a:ext>
              </a:extLst>
            </p:cNvPr>
            <p:cNvSpPr>
              <a:spLocks noChangeArrowheads="1"/>
            </p:cNvSpPr>
            <p:nvPr/>
          </p:nvSpPr>
          <p:spPr bwMode="auto">
            <a:xfrm>
              <a:off x="353" y="336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42" name="Line 209">
              <a:extLst>
                <a:ext uri="{FF2B5EF4-FFF2-40B4-BE49-F238E27FC236}">
                  <a16:creationId xmlns:a16="http://schemas.microsoft.com/office/drawing/2014/main" id="{AB87AA0D-E923-450F-A222-5ABE8C710923}"/>
                </a:ext>
              </a:extLst>
            </p:cNvPr>
            <p:cNvSpPr>
              <a:spLocks noChangeShapeType="1"/>
            </p:cNvSpPr>
            <p:nvPr/>
          </p:nvSpPr>
          <p:spPr bwMode="auto">
            <a:xfrm>
              <a:off x="1080" y="325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3" name="Line 210">
              <a:extLst>
                <a:ext uri="{FF2B5EF4-FFF2-40B4-BE49-F238E27FC236}">
                  <a16:creationId xmlns:a16="http://schemas.microsoft.com/office/drawing/2014/main" id="{D319BEF2-B987-546A-588D-A69B67710421}"/>
                </a:ext>
              </a:extLst>
            </p:cNvPr>
            <p:cNvSpPr>
              <a:spLocks noChangeShapeType="1"/>
            </p:cNvSpPr>
            <p:nvPr/>
          </p:nvSpPr>
          <p:spPr bwMode="auto">
            <a:xfrm>
              <a:off x="972" y="3040"/>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4" name="Rectangle 211">
              <a:extLst>
                <a:ext uri="{FF2B5EF4-FFF2-40B4-BE49-F238E27FC236}">
                  <a16:creationId xmlns:a16="http://schemas.microsoft.com/office/drawing/2014/main" id="{70BC284D-5D59-3224-036A-E30C9772309C}"/>
                </a:ext>
              </a:extLst>
            </p:cNvPr>
            <p:cNvSpPr>
              <a:spLocks noChangeArrowheads="1"/>
            </p:cNvSpPr>
            <p:nvPr/>
          </p:nvSpPr>
          <p:spPr bwMode="auto">
            <a:xfrm>
              <a:off x="1080" y="3040"/>
              <a:ext cx="11" cy="22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45" name="Line 212">
              <a:extLst>
                <a:ext uri="{FF2B5EF4-FFF2-40B4-BE49-F238E27FC236}">
                  <a16:creationId xmlns:a16="http://schemas.microsoft.com/office/drawing/2014/main" id="{6133C468-09F3-F2D5-3E2A-181D29671DFB}"/>
                </a:ext>
              </a:extLst>
            </p:cNvPr>
            <p:cNvSpPr>
              <a:spLocks noChangeShapeType="1"/>
            </p:cNvSpPr>
            <p:nvPr/>
          </p:nvSpPr>
          <p:spPr bwMode="auto">
            <a:xfrm>
              <a:off x="972" y="3364"/>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6" name="Line 213">
              <a:extLst>
                <a:ext uri="{FF2B5EF4-FFF2-40B4-BE49-F238E27FC236}">
                  <a16:creationId xmlns:a16="http://schemas.microsoft.com/office/drawing/2014/main" id="{E4091BB0-B1C5-EAFE-FAA1-B559407DAADD}"/>
                </a:ext>
              </a:extLst>
            </p:cNvPr>
            <p:cNvSpPr>
              <a:spLocks noChangeShapeType="1"/>
            </p:cNvSpPr>
            <p:nvPr/>
          </p:nvSpPr>
          <p:spPr bwMode="auto">
            <a:xfrm>
              <a:off x="1080" y="336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7" name="Line 214">
              <a:extLst>
                <a:ext uri="{FF2B5EF4-FFF2-40B4-BE49-F238E27FC236}">
                  <a16:creationId xmlns:a16="http://schemas.microsoft.com/office/drawing/2014/main" id="{714ECB01-36EE-3F36-07DE-8E61B5550367}"/>
                </a:ext>
              </a:extLst>
            </p:cNvPr>
            <p:cNvSpPr>
              <a:spLocks noChangeShapeType="1"/>
            </p:cNvSpPr>
            <p:nvPr/>
          </p:nvSpPr>
          <p:spPr bwMode="auto">
            <a:xfrm>
              <a:off x="3904" y="336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8" name="Rectangle 215">
              <a:extLst>
                <a:ext uri="{FF2B5EF4-FFF2-40B4-BE49-F238E27FC236}">
                  <a16:creationId xmlns:a16="http://schemas.microsoft.com/office/drawing/2014/main" id="{3A187384-08B8-BA09-0940-1FC5B8C1A966}"/>
                </a:ext>
              </a:extLst>
            </p:cNvPr>
            <p:cNvSpPr>
              <a:spLocks noChangeArrowheads="1"/>
            </p:cNvSpPr>
            <p:nvPr/>
          </p:nvSpPr>
          <p:spPr bwMode="auto">
            <a:xfrm>
              <a:off x="3774" y="3310"/>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G1</a:t>
              </a:r>
              <a:endParaRPr lang="en-US" altLang="en-US" sz="2800" b="1"/>
            </a:p>
          </p:txBody>
        </p:sp>
        <p:sp>
          <p:nvSpPr>
            <p:cNvPr id="21749" name="Line 216">
              <a:extLst>
                <a:ext uri="{FF2B5EF4-FFF2-40B4-BE49-F238E27FC236}">
                  <a16:creationId xmlns:a16="http://schemas.microsoft.com/office/drawing/2014/main" id="{0FA480F3-EF3C-79E7-76C8-B68A278FEC32}"/>
                </a:ext>
              </a:extLst>
            </p:cNvPr>
            <p:cNvSpPr>
              <a:spLocks noChangeShapeType="1"/>
            </p:cNvSpPr>
            <p:nvPr/>
          </p:nvSpPr>
          <p:spPr bwMode="auto">
            <a:xfrm>
              <a:off x="2112" y="320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0" name="Rectangle 217">
              <a:extLst>
                <a:ext uri="{FF2B5EF4-FFF2-40B4-BE49-F238E27FC236}">
                  <a16:creationId xmlns:a16="http://schemas.microsoft.com/office/drawing/2014/main" id="{1B148661-8278-3940-3586-0E031E9AB321}"/>
                </a:ext>
              </a:extLst>
            </p:cNvPr>
            <p:cNvSpPr>
              <a:spLocks noChangeArrowheads="1"/>
            </p:cNvSpPr>
            <p:nvPr/>
          </p:nvSpPr>
          <p:spPr bwMode="auto">
            <a:xfrm>
              <a:off x="1982" y="3148"/>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G1</a:t>
              </a:r>
              <a:endParaRPr lang="en-US" altLang="en-US" sz="2800" b="1"/>
            </a:p>
          </p:txBody>
        </p:sp>
        <p:sp>
          <p:nvSpPr>
            <p:cNvPr id="21751" name="Line 218">
              <a:extLst>
                <a:ext uri="{FF2B5EF4-FFF2-40B4-BE49-F238E27FC236}">
                  <a16:creationId xmlns:a16="http://schemas.microsoft.com/office/drawing/2014/main" id="{94C5F3AD-11C5-5C09-D8B6-FA6C5E29FF1E}"/>
                </a:ext>
              </a:extLst>
            </p:cNvPr>
            <p:cNvSpPr>
              <a:spLocks noChangeShapeType="1"/>
            </p:cNvSpPr>
            <p:nvPr/>
          </p:nvSpPr>
          <p:spPr bwMode="auto">
            <a:xfrm>
              <a:off x="1080" y="347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2" name="Rectangle 219">
              <a:extLst>
                <a:ext uri="{FF2B5EF4-FFF2-40B4-BE49-F238E27FC236}">
                  <a16:creationId xmlns:a16="http://schemas.microsoft.com/office/drawing/2014/main" id="{D52AE5B8-A409-E2B1-E38B-32AFEFC4F886}"/>
                </a:ext>
              </a:extLst>
            </p:cNvPr>
            <p:cNvSpPr>
              <a:spLocks noChangeArrowheads="1"/>
            </p:cNvSpPr>
            <p:nvPr/>
          </p:nvSpPr>
          <p:spPr bwMode="auto">
            <a:xfrm>
              <a:off x="1080" y="3472"/>
              <a:ext cx="11" cy="22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53" name="Rectangle 220">
              <a:extLst>
                <a:ext uri="{FF2B5EF4-FFF2-40B4-BE49-F238E27FC236}">
                  <a16:creationId xmlns:a16="http://schemas.microsoft.com/office/drawing/2014/main" id="{C0493E01-5D1B-F400-4DE7-C8B387578230}"/>
                </a:ext>
              </a:extLst>
            </p:cNvPr>
            <p:cNvSpPr>
              <a:spLocks noChangeArrowheads="1"/>
            </p:cNvSpPr>
            <p:nvPr/>
          </p:nvSpPr>
          <p:spPr bwMode="auto">
            <a:xfrm>
              <a:off x="483" y="3688"/>
              <a:ext cx="608" cy="1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54" name="Rectangle 221">
              <a:extLst>
                <a:ext uri="{FF2B5EF4-FFF2-40B4-BE49-F238E27FC236}">
                  <a16:creationId xmlns:a16="http://schemas.microsoft.com/office/drawing/2014/main" id="{5C5F15E9-D1E5-5746-0EAC-DA436030E5CC}"/>
                </a:ext>
              </a:extLst>
            </p:cNvPr>
            <p:cNvSpPr>
              <a:spLocks noChangeArrowheads="1"/>
            </p:cNvSpPr>
            <p:nvPr/>
          </p:nvSpPr>
          <p:spPr bwMode="auto">
            <a:xfrm>
              <a:off x="353" y="3634"/>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G1</a:t>
              </a:r>
              <a:endParaRPr lang="en-US" altLang="en-US" sz="2800" b="1"/>
            </a:p>
          </p:txBody>
        </p:sp>
        <p:sp>
          <p:nvSpPr>
            <p:cNvPr id="21755" name="Line 222">
              <a:extLst>
                <a:ext uri="{FF2B5EF4-FFF2-40B4-BE49-F238E27FC236}">
                  <a16:creationId xmlns:a16="http://schemas.microsoft.com/office/drawing/2014/main" id="{D2F0B621-C0A9-52CB-4DA7-D57899EA07CE}"/>
                </a:ext>
              </a:extLst>
            </p:cNvPr>
            <p:cNvSpPr>
              <a:spLocks noChangeShapeType="1"/>
            </p:cNvSpPr>
            <p:nvPr/>
          </p:nvSpPr>
          <p:spPr bwMode="auto">
            <a:xfrm>
              <a:off x="1569" y="336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6" name="Rectangle 223">
              <a:extLst>
                <a:ext uri="{FF2B5EF4-FFF2-40B4-BE49-F238E27FC236}">
                  <a16:creationId xmlns:a16="http://schemas.microsoft.com/office/drawing/2014/main" id="{880923CA-9B96-6EC3-4419-7000F9EFDE78}"/>
                </a:ext>
              </a:extLst>
            </p:cNvPr>
            <p:cNvSpPr>
              <a:spLocks noChangeArrowheads="1"/>
            </p:cNvSpPr>
            <p:nvPr/>
          </p:nvSpPr>
          <p:spPr bwMode="auto">
            <a:xfrm>
              <a:off x="1710" y="331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C2</a:t>
              </a:r>
              <a:endParaRPr lang="en-US" altLang="en-US" sz="2800" b="1"/>
            </a:p>
          </p:txBody>
        </p:sp>
        <p:sp>
          <p:nvSpPr>
            <p:cNvPr id="21757" name="Line 224">
              <a:extLst>
                <a:ext uri="{FF2B5EF4-FFF2-40B4-BE49-F238E27FC236}">
                  <a16:creationId xmlns:a16="http://schemas.microsoft.com/office/drawing/2014/main" id="{9C54DCFE-111B-485C-32F7-BD1F2C5045A1}"/>
                </a:ext>
              </a:extLst>
            </p:cNvPr>
            <p:cNvSpPr>
              <a:spLocks noChangeShapeType="1"/>
            </p:cNvSpPr>
            <p:nvPr/>
          </p:nvSpPr>
          <p:spPr bwMode="auto">
            <a:xfrm>
              <a:off x="3904" y="347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8" name="Rectangle 225">
              <a:extLst>
                <a:ext uri="{FF2B5EF4-FFF2-40B4-BE49-F238E27FC236}">
                  <a16:creationId xmlns:a16="http://schemas.microsoft.com/office/drawing/2014/main" id="{ED75B71E-56E2-606E-5BD6-0B03DCCE158D}"/>
                </a:ext>
              </a:extLst>
            </p:cNvPr>
            <p:cNvSpPr>
              <a:spLocks noChangeArrowheads="1"/>
            </p:cNvSpPr>
            <p:nvPr/>
          </p:nvSpPr>
          <p:spPr bwMode="auto">
            <a:xfrm>
              <a:off x="3774" y="341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59" name="Line 226">
              <a:extLst>
                <a:ext uri="{FF2B5EF4-FFF2-40B4-BE49-F238E27FC236}">
                  <a16:creationId xmlns:a16="http://schemas.microsoft.com/office/drawing/2014/main" id="{1E83D9B1-3DC3-DBE2-EDD6-66F4D735B2CD}"/>
                </a:ext>
              </a:extLst>
            </p:cNvPr>
            <p:cNvSpPr>
              <a:spLocks noChangeShapeType="1"/>
            </p:cNvSpPr>
            <p:nvPr/>
          </p:nvSpPr>
          <p:spPr bwMode="auto">
            <a:xfrm>
              <a:off x="3904" y="309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0" name="Rectangle 227">
              <a:extLst>
                <a:ext uri="{FF2B5EF4-FFF2-40B4-BE49-F238E27FC236}">
                  <a16:creationId xmlns:a16="http://schemas.microsoft.com/office/drawing/2014/main" id="{C1595D16-2E3B-B6D3-F7B9-0EF5B035CCAD}"/>
                </a:ext>
              </a:extLst>
            </p:cNvPr>
            <p:cNvSpPr>
              <a:spLocks noChangeArrowheads="1"/>
            </p:cNvSpPr>
            <p:nvPr/>
          </p:nvSpPr>
          <p:spPr bwMode="auto">
            <a:xfrm>
              <a:off x="3774" y="3040"/>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1" name="Line 228">
              <a:extLst>
                <a:ext uri="{FF2B5EF4-FFF2-40B4-BE49-F238E27FC236}">
                  <a16:creationId xmlns:a16="http://schemas.microsoft.com/office/drawing/2014/main" id="{B42E9E49-4EEA-E6D2-8CAD-52BF8703D7DB}"/>
                </a:ext>
              </a:extLst>
            </p:cNvPr>
            <p:cNvSpPr>
              <a:spLocks noChangeShapeType="1"/>
            </p:cNvSpPr>
            <p:nvPr/>
          </p:nvSpPr>
          <p:spPr bwMode="auto">
            <a:xfrm>
              <a:off x="3904" y="260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2" name="Rectangle 229">
              <a:extLst>
                <a:ext uri="{FF2B5EF4-FFF2-40B4-BE49-F238E27FC236}">
                  <a16:creationId xmlns:a16="http://schemas.microsoft.com/office/drawing/2014/main" id="{2BBB534C-AE71-FE61-66C4-4A70A85108D5}"/>
                </a:ext>
              </a:extLst>
            </p:cNvPr>
            <p:cNvSpPr>
              <a:spLocks noChangeArrowheads="1"/>
            </p:cNvSpPr>
            <p:nvPr/>
          </p:nvSpPr>
          <p:spPr bwMode="auto">
            <a:xfrm>
              <a:off x="3774" y="255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3" name="Line 230">
              <a:extLst>
                <a:ext uri="{FF2B5EF4-FFF2-40B4-BE49-F238E27FC236}">
                  <a16:creationId xmlns:a16="http://schemas.microsoft.com/office/drawing/2014/main" id="{9D82DE6C-91A6-53F8-C4EA-613D14F7A13B}"/>
                </a:ext>
              </a:extLst>
            </p:cNvPr>
            <p:cNvSpPr>
              <a:spLocks noChangeShapeType="1"/>
            </p:cNvSpPr>
            <p:nvPr/>
          </p:nvSpPr>
          <p:spPr bwMode="auto">
            <a:xfrm>
              <a:off x="2112" y="331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4" name="Rectangle 231">
              <a:extLst>
                <a:ext uri="{FF2B5EF4-FFF2-40B4-BE49-F238E27FC236}">
                  <a16:creationId xmlns:a16="http://schemas.microsoft.com/office/drawing/2014/main" id="{1EA92A5A-6990-29DB-6AA4-CD7D02795AD5}"/>
                </a:ext>
              </a:extLst>
            </p:cNvPr>
            <p:cNvSpPr>
              <a:spLocks noChangeArrowheads="1"/>
            </p:cNvSpPr>
            <p:nvPr/>
          </p:nvSpPr>
          <p:spPr bwMode="auto">
            <a:xfrm>
              <a:off x="1982" y="325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5" name="Line 232">
              <a:extLst>
                <a:ext uri="{FF2B5EF4-FFF2-40B4-BE49-F238E27FC236}">
                  <a16:creationId xmlns:a16="http://schemas.microsoft.com/office/drawing/2014/main" id="{C2B0D3E7-184E-A3F9-B9D8-407488DEB89F}"/>
                </a:ext>
              </a:extLst>
            </p:cNvPr>
            <p:cNvSpPr>
              <a:spLocks noChangeShapeType="1"/>
            </p:cNvSpPr>
            <p:nvPr/>
          </p:nvSpPr>
          <p:spPr bwMode="auto">
            <a:xfrm>
              <a:off x="2112" y="298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6" name="Rectangle 233">
              <a:extLst>
                <a:ext uri="{FF2B5EF4-FFF2-40B4-BE49-F238E27FC236}">
                  <a16:creationId xmlns:a16="http://schemas.microsoft.com/office/drawing/2014/main" id="{350C33A2-FC19-9CF8-EB64-693D7102951E}"/>
                </a:ext>
              </a:extLst>
            </p:cNvPr>
            <p:cNvSpPr>
              <a:spLocks noChangeArrowheads="1"/>
            </p:cNvSpPr>
            <p:nvPr/>
          </p:nvSpPr>
          <p:spPr bwMode="auto">
            <a:xfrm>
              <a:off x="1982" y="2932"/>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7" name="Line 234">
              <a:extLst>
                <a:ext uri="{FF2B5EF4-FFF2-40B4-BE49-F238E27FC236}">
                  <a16:creationId xmlns:a16="http://schemas.microsoft.com/office/drawing/2014/main" id="{789CFB8D-23F5-E5F7-CD82-53E14D3F5563}"/>
                </a:ext>
              </a:extLst>
            </p:cNvPr>
            <p:cNvSpPr>
              <a:spLocks noChangeShapeType="1"/>
            </p:cNvSpPr>
            <p:nvPr/>
          </p:nvSpPr>
          <p:spPr bwMode="auto">
            <a:xfrm>
              <a:off x="2112" y="260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8" name="Rectangle 235">
              <a:extLst>
                <a:ext uri="{FF2B5EF4-FFF2-40B4-BE49-F238E27FC236}">
                  <a16:creationId xmlns:a16="http://schemas.microsoft.com/office/drawing/2014/main" id="{C32CCBC5-24FB-B448-8426-2DF646AC4DBA}"/>
                </a:ext>
              </a:extLst>
            </p:cNvPr>
            <p:cNvSpPr>
              <a:spLocks noChangeArrowheads="1"/>
            </p:cNvSpPr>
            <p:nvPr/>
          </p:nvSpPr>
          <p:spPr bwMode="auto">
            <a:xfrm>
              <a:off x="1982" y="255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9" name="Line 236">
              <a:extLst>
                <a:ext uri="{FF2B5EF4-FFF2-40B4-BE49-F238E27FC236}">
                  <a16:creationId xmlns:a16="http://schemas.microsoft.com/office/drawing/2014/main" id="{D53F6487-81BF-2C39-1337-26788AB75212}"/>
                </a:ext>
              </a:extLst>
            </p:cNvPr>
            <p:cNvSpPr>
              <a:spLocks noChangeShapeType="1"/>
            </p:cNvSpPr>
            <p:nvPr/>
          </p:nvSpPr>
          <p:spPr bwMode="auto">
            <a:xfrm>
              <a:off x="2873" y="3040"/>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0" name="Line 237">
              <a:extLst>
                <a:ext uri="{FF2B5EF4-FFF2-40B4-BE49-F238E27FC236}">
                  <a16:creationId xmlns:a16="http://schemas.microsoft.com/office/drawing/2014/main" id="{03161EE8-F458-100E-F4A3-B64951656C2E}"/>
                </a:ext>
              </a:extLst>
            </p:cNvPr>
            <p:cNvSpPr>
              <a:spLocks noChangeShapeType="1"/>
            </p:cNvSpPr>
            <p:nvPr/>
          </p:nvSpPr>
          <p:spPr bwMode="auto">
            <a:xfrm>
              <a:off x="2601" y="244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1" name="Rectangle 238">
              <a:extLst>
                <a:ext uri="{FF2B5EF4-FFF2-40B4-BE49-F238E27FC236}">
                  <a16:creationId xmlns:a16="http://schemas.microsoft.com/office/drawing/2014/main" id="{9453CAE4-54BF-901A-8EF0-456E7F4B879D}"/>
                </a:ext>
              </a:extLst>
            </p:cNvPr>
            <p:cNvSpPr>
              <a:spLocks noChangeArrowheads="1"/>
            </p:cNvSpPr>
            <p:nvPr/>
          </p:nvSpPr>
          <p:spPr bwMode="auto">
            <a:xfrm>
              <a:off x="2710" y="2446"/>
              <a:ext cx="173"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2" name="Rectangle 239">
              <a:extLst>
                <a:ext uri="{FF2B5EF4-FFF2-40B4-BE49-F238E27FC236}">
                  <a16:creationId xmlns:a16="http://schemas.microsoft.com/office/drawing/2014/main" id="{A5621085-3E36-DBCA-422F-196D15E5781A}"/>
                </a:ext>
              </a:extLst>
            </p:cNvPr>
            <p:cNvSpPr>
              <a:spLocks noChangeArrowheads="1"/>
            </p:cNvSpPr>
            <p:nvPr/>
          </p:nvSpPr>
          <p:spPr bwMode="auto">
            <a:xfrm>
              <a:off x="2873" y="2446"/>
              <a:ext cx="10" cy="60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3" name="Line 240">
              <a:extLst>
                <a:ext uri="{FF2B5EF4-FFF2-40B4-BE49-F238E27FC236}">
                  <a16:creationId xmlns:a16="http://schemas.microsoft.com/office/drawing/2014/main" id="{CA7D632F-9AA0-9C35-C098-DFBFECDF948E}"/>
                </a:ext>
              </a:extLst>
            </p:cNvPr>
            <p:cNvSpPr>
              <a:spLocks noChangeShapeType="1"/>
            </p:cNvSpPr>
            <p:nvPr/>
          </p:nvSpPr>
          <p:spPr bwMode="auto">
            <a:xfrm>
              <a:off x="2873" y="3148"/>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4" name="Line 241">
              <a:extLst>
                <a:ext uri="{FF2B5EF4-FFF2-40B4-BE49-F238E27FC236}">
                  <a16:creationId xmlns:a16="http://schemas.microsoft.com/office/drawing/2014/main" id="{B188D8C1-8E15-AE47-6EBE-F60FF17751B2}"/>
                </a:ext>
              </a:extLst>
            </p:cNvPr>
            <p:cNvSpPr>
              <a:spLocks noChangeShapeType="1"/>
            </p:cNvSpPr>
            <p:nvPr/>
          </p:nvSpPr>
          <p:spPr bwMode="auto">
            <a:xfrm>
              <a:off x="2601" y="287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5" name="Rectangle 242">
              <a:extLst>
                <a:ext uri="{FF2B5EF4-FFF2-40B4-BE49-F238E27FC236}">
                  <a16:creationId xmlns:a16="http://schemas.microsoft.com/office/drawing/2014/main" id="{88A156BF-5EBF-B52A-855A-52EB97A5C2EC}"/>
                </a:ext>
              </a:extLst>
            </p:cNvPr>
            <p:cNvSpPr>
              <a:spLocks noChangeArrowheads="1"/>
            </p:cNvSpPr>
            <p:nvPr/>
          </p:nvSpPr>
          <p:spPr bwMode="auto">
            <a:xfrm>
              <a:off x="2710" y="2878"/>
              <a:ext cx="65"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6" name="Rectangle 243">
              <a:extLst>
                <a:ext uri="{FF2B5EF4-FFF2-40B4-BE49-F238E27FC236}">
                  <a16:creationId xmlns:a16="http://schemas.microsoft.com/office/drawing/2014/main" id="{D0E5B64A-9536-04A5-4ACC-901F2882D388}"/>
                </a:ext>
              </a:extLst>
            </p:cNvPr>
            <p:cNvSpPr>
              <a:spLocks noChangeArrowheads="1"/>
            </p:cNvSpPr>
            <p:nvPr/>
          </p:nvSpPr>
          <p:spPr bwMode="auto">
            <a:xfrm>
              <a:off x="2764" y="2878"/>
              <a:ext cx="11" cy="28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7" name="Rectangle 244">
              <a:extLst>
                <a:ext uri="{FF2B5EF4-FFF2-40B4-BE49-F238E27FC236}">
                  <a16:creationId xmlns:a16="http://schemas.microsoft.com/office/drawing/2014/main" id="{872EDA33-E260-48B8-E881-22A786E05542}"/>
                </a:ext>
              </a:extLst>
            </p:cNvPr>
            <p:cNvSpPr>
              <a:spLocks noChangeArrowheads="1"/>
            </p:cNvSpPr>
            <p:nvPr/>
          </p:nvSpPr>
          <p:spPr bwMode="auto">
            <a:xfrm>
              <a:off x="2764" y="3148"/>
              <a:ext cx="119"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8" name="Line 245">
              <a:extLst>
                <a:ext uri="{FF2B5EF4-FFF2-40B4-BE49-F238E27FC236}">
                  <a16:creationId xmlns:a16="http://schemas.microsoft.com/office/drawing/2014/main" id="{E43DB4F9-3590-EB1A-FDE5-AE3C091042E3}"/>
                </a:ext>
              </a:extLst>
            </p:cNvPr>
            <p:cNvSpPr>
              <a:spLocks noChangeShapeType="1"/>
            </p:cNvSpPr>
            <p:nvPr/>
          </p:nvSpPr>
          <p:spPr bwMode="auto">
            <a:xfrm>
              <a:off x="2873" y="3256"/>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9" name="Line 246">
              <a:extLst>
                <a:ext uri="{FF2B5EF4-FFF2-40B4-BE49-F238E27FC236}">
                  <a16:creationId xmlns:a16="http://schemas.microsoft.com/office/drawing/2014/main" id="{56E07E76-363F-E01E-5BCD-1BEBAB67535C}"/>
                </a:ext>
              </a:extLst>
            </p:cNvPr>
            <p:cNvSpPr>
              <a:spLocks noChangeShapeType="1"/>
            </p:cNvSpPr>
            <p:nvPr/>
          </p:nvSpPr>
          <p:spPr bwMode="auto">
            <a:xfrm>
              <a:off x="2601" y="325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0" name="Rectangle 247">
              <a:extLst>
                <a:ext uri="{FF2B5EF4-FFF2-40B4-BE49-F238E27FC236}">
                  <a16:creationId xmlns:a16="http://schemas.microsoft.com/office/drawing/2014/main" id="{92B4B031-F3C0-EC6E-A977-D766B979F401}"/>
                </a:ext>
              </a:extLst>
            </p:cNvPr>
            <p:cNvSpPr>
              <a:spLocks noChangeArrowheads="1"/>
            </p:cNvSpPr>
            <p:nvPr/>
          </p:nvSpPr>
          <p:spPr bwMode="auto">
            <a:xfrm>
              <a:off x="2710" y="3256"/>
              <a:ext cx="173"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81" name="Line 248">
              <a:extLst>
                <a:ext uri="{FF2B5EF4-FFF2-40B4-BE49-F238E27FC236}">
                  <a16:creationId xmlns:a16="http://schemas.microsoft.com/office/drawing/2014/main" id="{967AF9DB-A55D-01B0-F135-66E5A9051DBD}"/>
                </a:ext>
              </a:extLst>
            </p:cNvPr>
            <p:cNvSpPr>
              <a:spLocks noChangeShapeType="1"/>
            </p:cNvSpPr>
            <p:nvPr/>
          </p:nvSpPr>
          <p:spPr bwMode="auto">
            <a:xfrm>
              <a:off x="3904" y="374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2" name="Rectangle 249">
              <a:extLst>
                <a:ext uri="{FF2B5EF4-FFF2-40B4-BE49-F238E27FC236}">
                  <a16:creationId xmlns:a16="http://schemas.microsoft.com/office/drawing/2014/main" id="{C216BEFA-8807-1F35-0AAA-DFEC2479E14C}"/>
                </a:ext>
              </a:extLst>
            </p:cNvPr>
            <p:cNvSpPr>
              <a:spLocks noChangeArrowheads="1"/>
            </p:cNvSpPr>
            <p:nvPr/>
          </p:nvSpPr>
          <p:spPr bwMode="auto">
            <a:xfrm>
              <a:off x="3774" y="3688"/>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G2</a:t>
              </a:r>
              <a:endParaRPr lang="en-US" altLang="en-US" sz="2800" b="1"/>
            </a:p>
          </p:txBody>
        </p:sp>
        <p:sp>
          <p:nvSpPr>
            <p:cNvPr id="21783" name="Line 250">
              <a:extLst>
                <a:ext uri="{FF2B5EF4-FFF2-40B4-BE49-F238E27FC236}">
                  <a16:creationId xmlns:a16="http://schemas.microsoft.com/office/drawing/2014/main" id="{2BC6C0D9-037C-FE32-CF00-E7DEC3B5389D}"/>
                </a:ext>
              </a:extLst>
            </p:cNvPr>
            <p:cNvSpPr>
              <a:spLocks noChangeShapeType="1"/>
            </p:cNvSpPr>
            <p:nvPr/>
          </p:nvSpPr>
          <p:spPr bwMode="auto">
            <a:xfrm>
              <a:off x="2873" y="3364"/>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4" name="Rectangle 251">
              <a:extLst>
                <a:ext uri="{FF2B5EF4-FFF2-40B4-BE49-F238E27FC236}">
                  <a16:creationId xmlns:a16="http://schemas.microsoft.com/office/drawing/2014/main" id="{4ED38F13-78AF-D03D-D46F-592A48562DFA}"/>
                </a:ext>
              </a:extLst>
            </p:cNvPr>
            <p:cNvSpPr>
              <a:spLocks noChangeArrowheads="1"/>
            </p:cNvSpPr>
            <p:nvPr/>
          </p:nvSpPr>
          <p:spPr bwMode="auto">
            <a:xfrm>
              <a:off x="2873" y="3364"/>
              <a:ext cx="10" cy="22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85" name="Rectangle 252">
              <a:extLst>
                <a:ext uri="{FF2B5EF4-FFF2-40B4-BE49-F238E27FC236}">
                  <a16:creationId xmlns:a16="http://schemas.microsoft.com/office/drawing/2014/main" id="{9EF4BD80-1DDB-2BC1-60C8-A35FF22A4B8A}"/>
                </a:ext>
              </a:extLst>
            </p:cNvPr>
            <p:cNvSpPr>
              <a:spLocks noChangeArrowheads="1"/>
            </p:cNvSpPr>
            <p:nvPr/>
          </p:nvSpPr>
          <p:spPr bwMode="auto">
            <a:xfrm>
              <a:off x="2112" y="3580"/>
              <a:ext cx="771"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86" name="Rectangle 253">
              <a:extLst>
                <a:ext uri="{FF2B5EF4-FFF2-40B4-BE49-F238E27FC236}">
                  <a16:creationId xmlns:a16="http://schemas.microsoft.com/office/drawing/2014/main" id="{12A0CD9F-87FF-1C52-FDF6-1525CF48B413}"/>
                </a:ext>
              </a:extLst>
            </p:cNvPr>
            <p:cNvSpPr>
              <a:spLocks noChangeArrowheads="1"/>
            </p:cNvSpPr>
            <p:nvPr/>
          </p:nvSpPr>
          <p:spPr bwMode="auto">
            <a:xfrm>
              <a:off x="1982" y="3526"/>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G2</a:t>
              </a:r>
              <a:endParaRPr lang="en-US" altLang="en-US" sz="2800" b="1"/>
            </a:p>
          </p:txBody>
        </p:sp>
        <p:sp>
          <p:nvSpPr>
            <p:cNvPr id="21787" name="Line 254">
              <a:extLst>
                <a:ext uri="{FF2B5EF4-FFF2-40B4-BE49-F238E27FC236}">
                  <a16:creationId xmlns:a16="http://schemas.microsoft.com/office/drawing/2014/main" id="{0C38DC8E-D8FA-D11F-76B2-AB0D9B3F9869}"/>
                </a:ext>
              </a:extLst>
            </p:cNvPr>
            <p:cNvSpPr>
              <a:spLocks noChangeShapeType="1"/>
            </p:cNvSpPr>
            <p:nvPr/>
          </p:nvSpPr>
          <p:spPr bwMode="auto">
            <a:xfrm>
              <a:off x="3361" y="320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8" name="Rectangle 255">
              <a:extLst>
                <a:ext uri="{FF2B5EF4-FFF2-40B4-BE49-F238E27FC236}">
                  <a16:creationId xmlns:a16="http://schemas.microsoft.com/office/drawing/2014/main" id="{38BDB66B-0406-5584-2F30-5D6D4FD90754}"/>
                </a:ext>
              </a:extLst>
            </p:cNvPr>
            <p:cNvSpPr>
              <a:spLocks noChangeArrowheads="1"/>
            </p:cNvSpPr>
            <p:nvPr/>
          </p:nvSpPr>
          <p:spPr bwMode="auto">
            <a:xfrm>
              <a:off x="3503" y="3148"/>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C3</a:t>
              </a:r>
              <a:endParaRPr lang="en-US" altLang="en-US" sz="2800" b="1"/>
            </a:p>
          </p:txBody>
        </p:sp>
        <p:sp>
          <p:nvSpPr>
            <p:cNvPr id="21789" name="Line 256">
              <a:extLst>
                <a:ext uri="{FF2B5EF4-FFF2-40B4-BE49-F238E27FC236}">
                  <a16:creationId xmlns:a16="http://schemas.microsoft.com/office/drawing/2014/main" id="{43D790F8-B672-1632-5D1D-37EEDE9F0D24}"/>
                </a:ext>
              </a:extLst>
            </p:cNvPr>
            <p:cNvSpPr>
              <a:spLocks noChangeShapeType="1"/>
            </p:cNvSpPr>
            <p:nvPr/>
          </p:nvSpPr>
          <p:spPr bwMode="auto">
            <a:xfrm>
              <a:off x="3904" y="385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90" name="Rectangle 257">
              <a:extLst>
                <a:ext uri="{FF2B5EF4-FFF2-40B4-BE49-F238E27FC236}">
                  <a16:creationId xmlns:a16="http://schemas.microsoft.com/office/drawing/2014/main" id="{9D99CCA7-6AC4-8B6C-6214-F3F875451A99}"/>
                </a:ext>
              </a:extLst>
            </p:cNvPr>
            <p:cNvSpPr>
              <a:spLocks noChangeArrowheads="1"/>
            </p:cNvSpPr>
            <p:nvPr/>
          </p:nvSpPr>
          <p:spPr bwMode="auto">
            <a:xfrm>
              <a:off x="3774" y="379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791" name="Line 258">
              <a:extLst>
                <a:ext uri="{FF2B5EF4-FFF2-40B4-BE49-F238E27FC236}">
                  <a16:creationId xmlns:a16="http://schemas.microsoft.com/office/drawing/2014/main" id="{22A5B4BF-8A5D-9E5F-0925-BE8839D186BA}"/>
                </a:ext>
              </a:extLst>
            </p:cNvPr>
            <p:cNvSpPr>
              <a:spLocks noChangeShapeType="1"/>
            </p:cNvSpPr>
            <p:nvPr/>
          </p:nvSpPr>
          <p:spPr bwMode="auto">
            <a:xfrm>
              <a:off x="3904" y="358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1565" name="Rectangle 259">
            <a:extLst>
              <a:ext uri="{FF2B5EF4-FFF2-40B4-BE49-F238E27FC236}">
                <a16:creationId xmlns:a16="http://schemas.microsoft.com/office/drawing/2014/main" id="{D7E88F37-A45C-9242-3F44-B87DCCD67237}"/>
              </a:ext>
            </a:extLst>
          </p:cNvPr>
          <p:cNvSpPr>
            <a:spLocks noChangeArrowheads="1"/>
          </p:cNvSpPr>
          <p:nvPr/>
        </p:nvSpPr>
        <p:spPr bwMode="auto">
          <a:xfrm>
            <a:off x="7515225" y="5597525"/>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566" name="Line 260">
            <a:extLst>
              <a:ext uri="{FF2B5EF4-FFF2-40B4-BE49-F238E27FC236}">
                <a16:creationId xmlns:a16="http://schemas.microsoft.com/office/drawing/2014/main" id="{96E541FE-3B3A-58CC-9692-D1A1764BE947}"/>
              </a:ext>
            </a:extLst>
          </p:cNvPr>
          <p:cNvSpPr>
            <a:spLocks noChangeShapeType="1"/>
          </p:cNvSpPr>
          <p:nvPr/>
        </p:nvSpPr>
        <p:spPr bwMode="auto">
          <a:xfrm>
            <a:off x="7721600" y="5083175"/>
            <a:ext cx="173038"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67" name="Rectangle 261">
            <a:extLst>
              <a:ext uri="{FF2B5EF4-FFF2-40B4-BE49-F238E27FC236}">
                <a16:creationId xmlns:a16="http://schemas.microsoft.com/office/drawing/2014/main" id="{254DAFDF-438D-F3F1-240F-E5DAE77C52CB}"/>
              </a:ext>
            </a:extLst>
          </p:cNvPr>
          <p:cNvSpPr>
            <a:spLocks noChangeArrowheads="1"/>
          </p:cNvSpPr>
          <p:nvPr/>
        </p:nvSpPr>
        <p:spPr bwMode="auto">
          <a:xfrm>
            <a:off x="7515225" y="4997450"/>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568" name="Line 262">
            <a:extLst>
              <a:ext uri="{FF2B5EF4-FFF2-40B4-BE49-F238E27FC236}">
                <a16:creationId xmlns:a16="http://schemas.microsoft.com/office/drawing/2014/main" id="{DE1BE39E-D976-444B-3EFC-92BD35C6B7D5}"/>
              </a:ext>
            </a:extLst>
          </p:cNvPr>
          <p:cNvSpPr>
            <a:spLocks noChangeShapeType="1"/>
          </p:cNvSpPr>
          <p:nvPr/>
        </p:nvSpPr>
        <p:spPr bwMode="auto">
          <a:xfrm>
            <a:off x="7721600" y="4311650"/>
            <a:ext cx="173038"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69" name="Rectangle 263">
            <a:extLst>
              <a:ext uri="{FF2B5EF4-FFF2-40B4-BE49-F238E27FC236}">
                <a16:creationId xmlns:a16="http://schemas.microsoft.com/office/drawing/2014/main" id="{FCFE1DF7-F42B-FDF6-A45B-DE1B611858BC}"/>
              </a:ext>
            </a:extLst>
          </p:cNvPr>
          <p:cNvSpPr>
            <a:spLocks noChangeArrowheads="1"/>
          </p:cNvSpPr>
          <p:nvPr/>
        </p:nvSpPr>
        <p:spPr bwMode="auto">
          <a:xfrm>
            <a:off x="7515225" y="4225925"/>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570" name="Line 264">
            <a:extLst>
              <a:ext uri="{FF2B5EF4-FFF2-40B4-BE49-F238E27FC236}">
                <a16:creationId xmlns:a16="http://schemas.microsoft.com/office/drawing/2014/main" id="{6D498EF4-19E8-299F-08A6-6143EE9CD0D5}"/>
              </a:ext>
            </a:extLst>
          </p:cNvPr>
          <p:cNvSpPr>
            <a:spLocks noChangeShapeType="1"/>
          </p:cNvSpPr>
          <p:nvPr/>
        </p:nvSpPr>
        <p:spPr bwMode="auto">
          <a:xfrm>
            <a:off x="9015414" y="55118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1" name="Line 265">
            <a:extLst>
              <a:ext uri="{FF2B5EF4-FFF2-40B4-BE49-F238E27FC236}">
                <a16:creationId xmlns:a16="http://schemas.microsoft.com/office/drawing/2014/main" id="{DC1D0BCF-19D4-F8FF-F699-9303F0B6A9F0}"/>
              </a:ext>
            </a:extLst>
          </p:cNvPr>
          <p:cNvSpPr>
            <a:spLocks noChangeShapeType="1"/>
          </p:cNvSpPr>
          <p:nvPr/>
        </p:nvSpPr>
        <p:spPr bwMode="auto">
          <a:xfrm>
            <a:off x="8497889" y="39687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2" name="Rectangle 266">
            <a:extLst>
              <a:ext uri="{FF2B5EF4-FFF2-40B4-BE49-F238E27FC236}">
                <a16:creationId xmlns:a16="http://schemas.microsoft.com/office/drawing/2014/main" id="{21D7E914-D9DD-706D-94C4-1B7CB1C75A59}"/>
              </a:ext>
            </a:extLst>
          </p:cNvPr>
          <p:cNvSpPr>
            <a:spLocks noChangeArrowheads="1"/>
          </p:cNvSpPr>
          <p:nvPr/>
        </p:nvSpPr>
        <p:spPr bwMode="auto">
          <a:xfrm>
            <a:off x="8670925" y="3968751"/>
            <a:ext cx="361950"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73" name="Rectangle 267">
            <a:extLst>
              <a:ext uri="{FF2B5EF4-FFF2-40B4-BE49-F238E27FC236}">
                <a16:creationId xmlns:a16="http://schemas.microsoft.com/office/drawing/2014/main" id="{9A46DA2F-D686-8AFA-0F28-0C97C01D9762}"/>
              </a:ext>
            </a:extLst>
          </p:cNvPr>
          <p:cNvSpPr>
            <a:spLocks noChangeArrowheads="1"/>
          </p:cNvSpPr>
          <p:nvPr/>
        </p:nvSpPr>
        <p:spPr bwMode="auto">
          <a:xfrm>
            <a:off x="9015413" y="3968751"/>
            <a:ext cx="17462" cy="156051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74" name="Line 268">
            <a:extLst>
              <a:ext uri="{FF2B5EF4-FFF2-40B4-BE49-F238E27FC236}">
                <a16:creationId xmlns:a16="http://schemas.microsoft.com/office/drawing/2014/main" id="{539C82E5-6F5E-4C70-188D-779CCF9069B7}"/>
              </a:ext>
            </a:extLst>
          </p:cNvPr>
          <p:cNvSpPr>
            <a:spLocks noChangeShapeType="1"/>
          </p:cNvSpPr>
          <p:nvPr/>
        </p:nvSpPr>
        <p:spPr bwMode="auto">
          <a:xfrm>
            <a:off x="9015414" y="60261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5" name="Line 269">
            <a:extLst>
              <a:ext uri="{FF2B5EF4-FFF2-40B4-BE49-F238E27FC236}">
                <a16:creationId xmlns:a16="http://schemas.microsoft.com/office/drawing/2014/main" id="{0DEBD824-6CC8-D6D7-1F7C-C97D5C50AC83}"/>
              </a:ext>
            </a:extLst>
          </p:cNvPr>
          <p:cNvSpPr>
            <a:spLocks noChangeShapeType="1"/>
          </p:cNvSpPr>
          <p:nvPr/>
        </p:nvSpPr>
        <p:spPr bwMode="auto">
          <a:xfrm>
            <a:off x="8497889" y="60261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6" name="Rectangle 270">
            <a:extLst>
              <a:ext uri="{FF2B5EF4-FFF2-40B4-BE49-F238E27FC236}">
                <a16:creationId xmlns:a16="http://schemas.microsoft.com/office/drawing/2014/main" id="{AEC59FA1-9B4B-EFE7-AFB9-062B67EB8463}"/>
              </a:ext>
            </a:extLst>
          </p:cNvPr>
          <p:cNvSpPr>
            <a:spLocks noChangeArrowheads="1"/>
          </p:cNvSpPr>
          <p:nvPr/>
        </p:nvSpPr>
        <p:spPr bwMode="auto">
          <a:xfrm>
            <a:off x="8670925" y="6026151"/>
            <a:ext cx="361950" cy="158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77" name="Line 271">
            <a:extLst>
              <a:ext uri="{FF2B5EF4-FFF2-40B4-BE49-F238E27FC236}">
                <a16:creationId xmlns:a16="http://schemas.microsoft.com/office/drawing/2014/main" id="{872E1FFE-80C5-DC20-0005-30BCD371DD26}"/>
              </a:ext>
            </a:extLst>
          </p:cNvPr>
          <p:cNvSpPr>
            <a:spLocks noChangeShapeType="1"/>
          </p:cNvSpPr>
          <p:nvPr/>
        </p:nvSpPr>
        <p:spPr bwMode="auto">
          <a:xfrm>
            <a:off x="8497889" y="48260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8" name="Line 272">
            <a:extLst>
              <a:ext uri="{FF2B5EF4-FFF2-40B4-BE49-F238E27FC236}">
                <a16:creationId xmlns:a16="http://schemas.microsoft.com/office/drawing/2014/main" id="{CF11E613-A5A8-989A-6E19-0DFA81ADD074}"/>
              </a:ext>
            </a:extLst>
          </p:cNvPr>
          <p:cNvSpPr>
            <a:spLocks noChangeShapeType="1"/>
          </p:cNvSpPr>
          <p:nvPr/>
        </p:nvSpPr>
        <p:spPr bwMode="auto">
          <a:xfrm>
            <a:off x="9015414" y="56832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9" name="Rectangle 273">
            <a:extLst>
              <a:ext uri="{FF2B5EF4-FFF2-40B4-BE49-F238E27FC236}">
                <a16:creationId xmlns:a16="http://schemas.microsoft.com/office/drawing/2014/main" id="{92FD671F-AA33-2A43-02AB-5DC438170C04}"/>
              </a:ext>
            </a:extLst>
          </p:cNvPr>
          <p:cNvSpPr>
            <a:spLocks noChangeArrowheads="1"/>
          </p:cNvSpPr>
          <p:nvPr/>
        </p:nvSpPr>
        <p:spPr bwMode="auto">
          <a:xfrm>
            <a:off x="8670926" y="4826001"/>
            <a:ext cx="188913"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0" name="Rectangle 274">
            <a:extLst>
              <a:ext uri="{FF2B5EF4-FFF2-40B4-BE49-F238E27FC236}">
                <a16:creationId xmlns:a16="http://schemas.microsoft.com/office/drawing/2014/main" id="{5EE8E2BD-1987-5F97-9264-69C20D42E272}"/>
              </a:ext>
            </a:extLst>
          </p:cNvPr>
          <p:cNvSpPr>
            <a:spLocks noChangeArrowheads="1"/>
          </p:cNvSpPr>
          <p:nvPr/>
        </p:nvSpPr>
        <p:spPr bwMode="auto">
          <a:xfrm>
            <a:off x="8842375" y="5683251"/>
            <a:ext cx="190500"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1" name="Rectangle 275">
            <a:extLst>
              <a:ext uri="{FF2B5EF4-FFF2-40B4-BE49-F238E27FC236}">
                <a16:creationId xmlns:a16="http://schemas.microsoft.com/office/drawing/2014/main" id="{59BFCC6C-3FCB-DD9D-3BC1-6C8FBE8E9FCB}"/>
              </a:ext>
            </a:extLst>
          </p:cNvPr>
          <p:cNvSpPr>
            <a:spLocks noChangeArrowheads="1"/>
          </p:cNvSpPr>
          <p:nvPr/>
        </p:nvSpPr>
        <p:spPr bwMode="auto">
          <a:xfrm>
            <a:off x="8842376" y="4826001"/>
            <a:ext cx="17463" cy="87471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2" name="Line 276">
            <a:extLst>
              <a:ext uri="{FF2B5EF4-FFF2-40B4-BE49-F238E27FC236}">
                <a16:creationId xmlns:a16="http://schemas.microsoft.com/office/drawing/2014/main" id="{B667626D-1758-19B7-1979-E32CD9FE6574}"/>
              </a:ext>
            </a:extLst>
          </p:cNvPr>
          <p:cNvSpPr>
            <a:spLocks noChangeShapeType="1"/>
          </p:cNvSpPr>
          <p:nvPr/>
        </p:nvSpPr>
        <p:spPr bwMode="auto">
          <a:xfrm>
            <a:off x="8497889" y="55118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83" name="Line 277">
            <a:extLst>
              <a:ext uri="{FF2B5EF4-FFF2-40B4-BE49-F238E27FC236}">
                <a16:creationId xmlns:a16="http://schemas.microsoft.com/office/drawing/2014/main" id="{13D79CA3-29B4-18B6-6CFD-4E60EB9B32AC}"/>
              </a:ext>
            </a:extLst>
          </p:cNvPr>
          <p:cNvSpPr>
            <a:spLocks noChangeShapeType="1"/>
          </p:cNvSpPr>
          <p:nvPr/>
        </p:nvSpPr>
        <p:spPr bwMode="auto">
          <a:xfrm>
            <a:off x="9015414" y="58547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84" name="Rectangle 278">
            <a:extLst>
              <a:ext uri="{FF2B5EF4-FFF2-40B4-BE49-F238E27FC236}">
                <a16:creationId xmlns:a16="http://schemas.microsoft.com/office/drawing/2014/main" id="{9F900444-E220-997C-CD47-CAB3789695E1}"/>
              </a:ext>
            </a:extLst>
          </p:cNvPr>
          <p:cNvSpPr>
            <a:spLocks noChangeArrowheads="1"/>
          </p:cNvSpPr>
          <p:nvPr/>
        </p:nvSpPr>
        <p:spPr bwMode="auto">
          <a:xfrm>
            <a:off x="8670925" y="5854701"/>
            <a:ext cx="361950" cy="158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5" name="Rectangle 279">
            <a:extLst>
              <a:ext uri="{FF2B5EF4-FFF2-40B4-BE49-F238E27FC236}">
                <a16:creationId xmlns:a16="http://schemas.microsoft.com/office/drawing/2014/main" id="{40A43B28-B01A-281B-331D-D764B64E8500}"/>
              </a:ext>
            </a:extLst>
          </p:cNvPr>
          <p:cNvSpPr>
            <a:spLocks noChangeArrowheads="1"/>
          </p:cNvSpPr>
          <p:nvPr/>
        </p:nvSpPr>
        <p:spPr bwMode="auto">
          <a:xfrm>
            <a:off x="8670926" y="5511801"/>
            <a:ext cx="17463" cy="3587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6" name="Line 280">
            <a:extLst>
              <a:ext uri="{FF2B5EF4-FFF2-40B4-BE49-F238E27FC236}">
                <a16:creationId xmlns:a16="http://schemas.microsoft.com/office/drawing/2014/main" id="{45FF8627-BD09-97D2-C6D2-BF31912B77A4}"/>
              </a:ext>
            </a:extLst>
          </p:cNvPr>
          <p:cNvSpPr>
            <a:spLocks noChangeShapeType="1"/>
          </p:cNvSpPr>
          <p:nvPr/>
        </p:nvSpPr>
        <p:spPr bwMode="auto">
          <a:xfrm>
            <a:off x="9015414" y="61976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87" name="Rectangle 281">
            <a:extLst>
              <a:ext uri="{FF2B5EF4-FFF2-40B4-BE49-F238E27FC236}">
                <a16:creationId xmlns:a16="http://schemas.microsoft.com/office/drawing/2014/main" id="{F2886441-2837-30DA-0D07-304A02C1F8B3}"/>
              </a:ext>
            </a:extLst>
          </p:cNvPr>
          <p:cNvSpPr>
            <a:spLocks noChangeArrowheads="1"/>
          </p:cNvSpPr>
          <p:nvPr/>
        </p:nvSpPr>
        <p:spPr bwMode="auto">
          <a:xfrm>
            <a:off x="9015413" y="6197600"/>
            <a:ext cx="17462" cy="27305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8" name="Rectangle 282">
            <a:extLst>
              <a:ext uri="{FF2B5EF4-FFF2-40B4-BE49-F238E27FC236}">
                <a16:creationId xmlns:a16="http://schemas.microsoft.com/office/drawing/2014/main" id="{E1CFDA26-6010-6488-49FB-2DC0D85ED62D}"/>
              </a:ext>
            </a:extLst>
          </p:cNvPr>
          <p:cNvSpPr>
            <a:spLocks noChangeArrowheads="1"/>
          </p:cNvSpPr>
          <p:nvPr/>
        </p:nvSpPr>
        <p:spPr bwMode="auto">
          <a:xfrm>
            <a:off x="7721601" y="6454776"/>
            <a:ext cx="1311275" cy="158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9" name="Rectangle 283">
            <a:extLst>
              <a:ext uri="{FF2B5EF4-FFF2-40B4-BE49-F238E27FC236}">
                <a16:creationId xmlns:a16="http://schemas.microsoft.com/office/drawing/2014/main" id="{FCCFE53E-A9AB-AFB8-FBDE-579233D348A1}"/>
              </a:ext>
            </a:extLst>
          </p:cNvPr>
          <p:cNvSpPr>
            <a:spLocks noChangeArrowheads="1"/>
          </p:cNvSpPr>
          <p:nvPr/>
        </p:nvSpPr>
        <p:spPr bwMode="auto">
          <a:xfrm>
            <a:off x="7515225" y="6369050"/>
            <a:ext cx="20518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G3</a:t>
            </a:r>
            <a:endParaRPr lang="en-US" altLang="en-US" sz="2800" b="1"/>
          </a:p>
        </p:txBody>
      </p:sp>
      <p:sp>
        <p:nvSpPr>
          <p:cNvPr id="21590" name="Line 284">
            <a:extLst>
              <a:ext uri="{FF2B5EF4-FFF2-40B4-BE49-F238E27FC236}">
                <a16:creationId xmlns:a16="http://schemas.microsoft.com/office/drawing/2014/main" id="{455014D3-14B0-BE6A-857B-C0CCEC677C16}"/>
              </a:ext>
            </a:extLst>
          </p:cNvPr>
          <p:cNvSpPr>
            <a:spLocks noChangeShapeType="1"/>
          </p:cNvSpPr>
          <p:nvPr/>
        </p:nvSpPr>
        <p:spPr bwMode="auto">
          <a:xfrm>
            <a:off x="9791700" y="5854700"/>
            <a:ext cx="171450"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1" name="Rectangle 285">
            <a:extLst>
              <a:ext uri="{FF2B5EF4-FFF2-40B4-BE49-F238E27FC236}">
                <a16:creationId xmlns:a16="http://schemas.microsoft.com/office/drawing/2014/main" id="{ED37BD3C-3F24-33A0-9A30-6606199D6C48}"/>
              </a:ext>
            </a:extLst>
          </p:cNvPr>
          <p:cNvSpPr>
            <a:spLocks noChangeArrowheads="1"/>
          </p:cNvSpPr>
          <p:nvPr/>
        </p:nvSpPr>
        <p:spPr bwMode="auto">
          <a:xfrm>
            <a:off x="10015538" y="5768975"/>
            <a:ext cx="19556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C4</a:t>
            </a:r>
            <a:endParaRPr lang="en-US" altLang="en-US" sz="2800" b="1"/>
          </a:p>
        </p:txBody>
      </p:sp>
      <p:sp>
        <p:nvSpPr>
          <p:cNvPr id="4" name="Rectangle 3">
            <a:extLst>
              <a:ext uri="{FF2B5EF4-FFF2-40B4-BE49-F238E27FC236}">
                <a16:creationId xmlns:a16="http://schemas.microsoft.com/office/drawing/2014/main" id="{9DC6F0B4-FB6A-17A9-2864-BF7B76083C48}"/>
              </a:ext>
            </a:extLst>
          </p:cNvPr>
          <p:cNvSpPr>
            <a:spLocks noChangeArrowheads="1"/>
          </p:cNvSpPr>
          <p:nvPr/>
        </p:nvSpPr>
        <p:spPr bwMode="auto">
          <a:xfrm>
            <a:off x="2210594" y="736624"/>
            <a:ext cx="8126413"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dirty="0">
                <a:latin typeface="Arial" panose="020B0604020202020204" pitchFamily="34" charset="0"/>
              </a:rPr>
              <a:t>C1 = G0 +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C2 = G1 + P1 C1 = G1 + P1 G0 +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C3 = G2 + P2 C2 = G2 + P2 G1 + P2 P1 G0 + P2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C4 = G3 + P3 C3 = G3 + P3 G2 + P3 P2 G1 + P3 P2 P1 G0 + P3 P2 P1 P0 C0</a:t>
            </a:r>
          </a:p>
        </p:txBody>
      </p:sp>
    </p:spTree>
    <p:extLst>
      <p:ext uri="{BB962C8B-B14F-4D97-AF65-F5344CB8AC3E}">
        <p14:creationId xmlns:p14="http://schemas.microsoft.com/office/powerpoint/2010/main" val="239198933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991686" y="3024553"/>
            <a:ext cx="9608234" cy="1107996"/>
          </a:xfrm>
          <a:prstGeom prst="rect">
            <a:avLst/>
          </a:prstGeom>
          <a:noFill/>
        </p:spPr>
        <p:txBody>
          <a:bodyPr wrap="square" rtlCol="0">
            <a:spAutoFit/>
          </a:bodyPr>
          <a:lstStyle/>
          <a:p>
            <a:pPr algn="just"/>
            <a:r>
              <a:rPr lang="en-IN" sz="2400" b="1" i="0" dirty="0">
                <a:solidFill>
                  <a:srgbClr val="FF0000"/>
                </a:solidFill>
                <a:effectLst/>
                <a:latin typeface="Myriad Pro"/>
              </a:rPr>
              <a:t>ADDERS</a:t>
            </a:r>
            <a:endParaRPr lang="en-IN" dirty="0">
              <a:solidFill>
                <a:srgbClr val="FF0000"/>
              </a:solidFill>
            </a:endParaRPr>
          </a:p>
          <a:p>
            <a:pPr algn="just"/>
            <a:endParaRPr lang="en-IN" sz="2400" dirty="0">
              <a:solidFill>
                <a:srgbClr val="FF0000"/>
              </a:solidFill>
            </a:endParaRPr>
          </a:p>
          <a:p>
            <a:pPr algn="just"/>
            <a:endParaRPr lang="en-IN" dirty="0"/>
          </a:p>
        </p:txBody>
      </p:sp>
      <p:pic>
        <p:nvPicPr>
          <p:cNvPr id="6" name="Picture 5">
            <a:extLst>
              <a:ext uri="{FF2B5EF4-FFF2-40B4-BE49-F238E27FC236}">
                <a16:creationId xmlns:a16="http://schemas.microsoft.com/office/drawing/2014/main" id="{76FCC295-857A-7E86-E2E2-7C2932CDBA1F}"/>
              </a:ext>
            </a:extLst>
          </p:cNvPr>
          <p:cNvPicPr>
            <a:picLocks noChangeAspect="1"/>
          </p:cNvPicPr>
          <p:nvPr/>
        </p:nvPicPr>
        <p:blipFill>
          <a:blip r:embed="rId2"/>
          <a:stretch>
            <a:fillRect/>
          </a:stretch>
        </p:blipFill>
        <p:spPr>
          <a:xfrm>
            <a:off x="46382" y="218882"/>
            <a:ext cx="12099235" cy="6420235"/>
          </a:xfrm>
          <a:prstGeom prst="rect">
            <a:avLst/>
          </a:prstGeom>
        </p:spPr>
      </p:pic>
    </p:spTree>
    <p:extLst>
      <p:ext uri="{BB962C8B-B14F-4D97-AF65-F5344CB8AC3E}">
        <p14:creationId xmlns:p14="http://schemas.microsoft.com/office/powerpoint/2010/main" val="3740534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05618" y="267286"/>
            <a:ext cx="9608234" cy="1107996"/>
          </a:xfrm>
          <a:prstGeom prst="rect">
            <a:avLst/>
          </a:prstGeom>
          <a:noFill/>
        </p:spPr>
        <p:txBody>
          <a:bodyPr wrap="square" rtlCol="0">
            <a:spAutoFit/>
          </a:bodyPr>
          <a:lstStyle/>
          <a:p>
            <a:pPr algn="just"/>
            <a:r>
              <a:rPr lang="en-IN" sz="2400" b="1" dirty="0">
                <a:solidFill>
                  <a:srgbClr val="FF0000"/>
                </a:solidFill>
                <a:latin typeface="Myriad Pro"/>
              </a:rPr>
              <a:t>Carry Look Ahead Adder (following diagram for understanding)</a:t>
            </a:r>
            <a:endParaRPr lang="en-IN" dirty="0">
              <a:solidFill>
                <a:srgbClr val="FF0000"/>
              </a:solidFill>
            </a:endParaRPr>
          </a:p>
          <a:p>
            <a:pPr algn="just"/>
            <a:endParaRPr lang="en-IN" sz="2400" dirty="0">
              <a:solidFill>
                <a:srgbClr val="FF0000"/>
              </a:solidFill>
            </a:endParaRPr>
          </a:p>
          <a:p>
            <a:pPr algn="just"/>
            <a:endParaRPr lang="en-IN" dirty="0"/>
          </a:p>
        </p:txBody>
      </p:sp>
      <p:pic>
        <p:nvPicPr>
          <p:cNvPr id="3" name="Picture 2">
            <a:extLst>
              <a:ext uri="{FF2B5EF4-FFF2-40B4-BE49-F238E27FC236}">
                <a16:creationId xmlns:a16="http://schemas.microsoft.com/office/drawing/2014/main" id="{3C75C65A-8330-45B7-5079-8785D46B93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7635"/>
            <a:ext cx="12192000" cy="5603079"/>
          </a:xfrm>
          <a:prstGeom prst="rect">
            <a:avLst/>
          </a:prstGeom>
        </p:spPr>
      </p:pic>
    </p:spTree>
    <p:extLst>
      <p:ext uri="{BB962C8B-B14F-4D97-AF65-F5344CB8AC3E}">
        <p14:creationId xmlns:p14="http://schemas.microsoft.com/office/powerpoint/2010/main" val="1403721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715107" y="670125"/>
            <a:ext cx="9608234" cy="1015663"/>
          </a:xfrm>
          <a:prstGeom prst="rect">
            <a:avLst/>
          </a:prstGeom>
          <a:noFill/>
        </p:spPr>
        <p:txBody>
          <a:bodyPr wrap="square" rtlCol="0">
            <a:spAutoFit/>
          </a:bodyPr>
          <a:lstStyle/>
          <a:p>
            <a:pPr algn="just"/>
            <a:endParaRPr lang="en-IN" dirty="0">
              <a:solidFill>
                <a:srgbClr val="FF0000"/>
              </a:solidFill>
            </a:endParaRPr>
          </a:p>
          <a:p>
            <a:pPr algn="just"/>
            <a:endParaRPr lang="en-IN" sz="2400" dirty="0">
              <a:solidFill>
                <a:srgbClr val="FF0000"/>
              </a:solidFill>
            </a:endParaRPr>
          </a:p>
          <a:p>
            <a:pPr algn="just"/>
            <a:endParaRPr lang="en-IN" dirty="0"/>
          </a:p>
        </p:txBody>
      </p:sp>
      <p:sp>
        <p:nvSpPr>
          <p:cNvPr id="2" name="TextBox 1">
            <a:extLst>
              <a:ext uri="{FF2B5EF4-FFF2-40B4-BE49-F238E27FC236}">
                <a16:creationId xmlns:a16="http://schemas.microsoft.com/office/drawing/2014/main" id="{DE2D5B0F-9785-589D-8C9B-87848398E8FF}"/>
              </a:ext>
            </a:extLst>
          </p:cNvPr>
          <p:cNvSpPr txBox="1"/>
          <p:nvPr/>
        </p:nvSpPr>
        <p:spPr>
          <a:xfrm>
            <a:off x="715107" y="670125"/>
            <a:ext cx="10902462" cy="5816977"/>
          </a:xfrm>
          <a:prstGeom prst="rect">
            <a:avLst/>
          </a:prstGeom>
          <a:noFill/>
        </p:spPr>
        <p:txBody>
          <a:bodyPr wrap="square" rtlCol="0">
            <a:spAutoFit/>
          </a:bodyPr>
          <a:lstStyle/>
          <a:p>
            <a:pPr algn="ctr"/>
            <a:r>
              <a:rPr lang="en-IN" sz="2400" dirty="0"/>
              <a:t>Even though CLA performs high speed addition based on the carry look ahead principle, it presents a limitation in the realization of large high speed adders. The carry lookahead </a:t>
            </a:r>
            <a:r>
              <a:rPr lang="en-IN" sz="3600" dirty="0">
                <a:solidFill>
                  <a:srgbClr val="FF0000"/>
                </a:solidFill>
              </a:rPr>
              <a:t>network can get quite large in terms of gates and gate inputs as the number of bits in the operands increases.</a:t>
            </a:r>
          </a:p>
          <a:p>
            <a:pPr algn="ctr"/>
            <a:r>
              <a:rPr lang="en-US" sz="2400" dirty="0"/>
              <a:t>One approach to circumvent this problem is to divide the bits of the operands into blocks. Then, by using carry look ahead adders/carry look ahead generators for each block, their cascade connection results in a large high speed adders.</a:t>
            </a:r>
          </a:p>
          <a:p>
            <a:pPr algn="ctr"/>
            <a:endParaRPr lang="en-IN" sz="3600" dirty="0">
              <a:solidFill>
                <a:srgbClr val="FF0000"/>
              </a:solidFill>
            </a:endParaRPr>
          </a:p>
          <a:p>
            <a:pPr marL="742950" indent="-742950">
              <a:buAutoNum type="arabicPeriod"/>
            </a:pPr>
            <a:r>
              <a:rPr lang="en-IN" sz="3600" dirty="0">
                <a:solidFill>
                  <a:srgbClr val="FF0000"/>
                </a:solidFill>
              </a:rPr>
              <a:t>Cascading CLA adders</a:t>
            </a:r>
          </a:p>
          <a:p>
            <a:pPr marL="742950" indent="-742950">
              <a:buAutoNum type="arabicPeriod"/>
            </a:pPr>
            <a:r>
              <a:rPr lang="en-IN" sz="3600" dirty="0">
                <a:solidFill>
                  <a:srgbClr val="FF0000"/>
                </a:solidFill>
              </a:rPr>
              <a:t>Using block CLA generators</a:t>
            </a:r>
          </a:p>
          <a:p>
            <a:pPr algn="ctr"/>
            <a:endParaRPr lang="en-IN" sz="3600" dirty="0">
              <a:solidFill>
                <a:srgbClr val="FF0000"/>
              </a:solidFill>
            </a:endParaRPr>
          </a:p>
        </p:txBody>
      </p:sp>
    </p:spTree>
    <p:extLst>
      <p:ext uri="{BB962C8B-B14F-4D97-AF65-F5344CB8AC3E}">
        <p14:creationId xmlns:p14="http://schemas.microsoft.com/office/powerpoint/2010/main" val="3244337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07680D-A491-7C41-18AE-4C3B945E481D}"/>
              </a:ext>
            </a:extLst>
          </p:cNvPr>
          <p:cNvPicPr>
            <a:picLocks noChangeAspect="1"/>
          </p:cNvPicPr>
          <p:nvPr/>
        </p:nvPicPr>
        <p:blipFill>
          <a:blip r:embed="rId2"/>
          <a:stretch>
            <a:fillRect/>
          </a:stretch>
        </p:blipFill>
        <p:spPr>
          <a:xfrm>
            <a:off x="623668" y="98229"/>
            <a:ext cx="10944663" cy="6661542"/>
          </a:xfrm>
          <a:prstGeom prst="rect">
            <a:avLst/>
          </a:prstGeom>
        </p:spPr>
      </p:pic>
      <p:sp>
        <p:nvSpPr>
          <p:cNvPr id="9" name="TextBox 8">
            <a:extLst>
              <a:ext uri="{FF2B5EF4-FFF2-40B4-BE49-F238E27FC236}">
                <a16:creationId xmlns:a16="http://schemas.microsoft.com/office/drawing/2014/main" id="{01079474-05F2-8847-D09B-31EDD5BFFE88}"/>
              </a:ext>
            </a:extLst>
          </p:cNvPr>
          <p:cNvSpPr txBox="1"/>
          <p:nvPr/>
        </p:nvSpPr>
        <p:spPr>
          <a:xfrm>
            <a:off x="1153551" y="6513342"/>
            <a:ext cx="9425354" cy="369332"/>
          </a:xfrm>
          <a:prstGeom prst="rect">
            <a:avLst/>
          </a:prstGeom>
          <a:noFill/>
        </p:spPr>
        <p:txBody>
          <a:bodyPr wrap="square" rtlCol="0">
            <a:spAutoFit/>
          </a:bodyPr>
          <a:lstStyle/>
          <a:p>
            <a:r>
              <a:rPr lang="en-IN" dirty="0"/>
              <a:t>Note: in this case ripple carries occur between the cascaded  4 bit  carry look ahead adders</a:t>
            </a:r>
          </a:p>
        </p:txBody>
      </p:sp>
    </p:spTree>
    <p:extLst>
      <p:ext uri="{BB962C8B-B14F-4D97-AF65-F5344CB8AC3E}">
        <p14:creationId xmlns:p14="http://schemas.microsoft.com/office/powerpoint/2010/main" val="301180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779C81-A40E-E9C0-FBC5-564FD248460B}"/>
              </a:ext>
            </a:extLst>
          </p:cNvPr>
          <p:cNvPicPr>
            <a:picLocks noChangeAspect="1"/>
          </p:cNvPicPr>
          <p:nvPr/>
        </p:nvPicPr>
        <p:blipFill>
          <a:blip r:embed="rId2"/>
          <a:stretch>
            <a:fillRect/>
          </a:stretch>
        </p:blipFill>
        <p:spPr>
          <a:xfrm>
            <a:off x="135509" y="460717"/>
            <a:ext cx="6316303" cy="5936565"/>
          </a:xfrm>
          <a:prstGeom prst="rect">
            <a:avLst/>
          </a:prstGeom>
        </p:spPr>
      </p:pic>
      <p:sp>
        <p:nvSpPr>
          <p:cNvPr id="5" name="TextBox 4">
            <a:extLst>
              <a:ext uri="{FF2B5EF4-FFF2-40B4-BE49-F238E27FC236}">
                <a16:creationId xmlns:a16="http://schemas.microsoft.com/office/drawing/2014/main" id="{D2424EC9-B55F-4BDE-8355-DD92FBD37041}"/>
              </a:ext>
            </a:extLst>
          </p:cNvPr>
          <p:cNvSpPr txBox="1"/>
          <p:nvPr/>
        </p:nvSpPr>
        <p:spPr>
          <a:xfrm>
            <a:off x="6116149" y="1262740"/>
            <a:ext cx="6075851" cy="4401205"/>
          </a:xfrm>
          <a:prstGeom prst="rect">
            <a:avLst/>
          </a:prstGeom>
          <a:noFill/>
        </p:spPr>
        <p:txBody>
          <a:bodyPr wrap="square" rtlCol="0">
            <a:spAutoFit/>
          </a:bodyPr>
          <a:lstStyle/>
          <a:p>
            <a:r>
              <a:rPr lang="en-IN" sz="2800" dirty="0"/>
              <a:t>It is the same as the first three stages of the carry look ahead network (of CLA adder), with two additional G and P, known as “block carry generate signal” and “block carry propagate signal”</a:t>
            </a:r>
          </a:p>
          <a:p>
            <a:r>
              <a:rPr lang="en-IN" sz="2800" dirty="0">
                <a:solidFill>
                  <a:srgbClr val="FF0000"/>
                </a:solidFill>
              </a:rPr>
              <a:t>    G = g</a:t>
            </a:r>
            <a:r>
              <a:rPr lang="en-IN" sz="1600" dirty="0">
                <a:solidFill>
                  <a:srgbClr val="FF0000"/>
                </a:solidFill>
              </a:rPr>
              <a:t>3</a:t>
            </a:r>
            <a:r>
              <a:rPr lang="en-IN" sz="2800" dirty="0">
                <a:solidFill>
                  <a:srgbClr val="FF0000"/>
                </a:solidFill>
              </a:rPr>
              <a:t> + p</a:t>
            </a:r>
            <a:r>
              <a:rPr lang="en-IN" sz="1600" dirty="0">
                <a:solidFill>
                  <a:srgbClr val="FF0000"/>
                </a:solidFill>
              </a:rPr>
              <a:t>3</a:t>
            </a:r>
            <a:r>
              <a:rPr lang="en-IN" sz="2800" dirty="0">
                <a:solidFill>
                  <a:srgbClr val="FF0000"/>
                </a:solidFill>
              </a:rPr>
              <a:t>g</a:t>
            </a:r>
            <a:r>
              <a:rPr lang="en-IN" sz="1600" dirty="0">
                <a:solidFill>
                  <a:srgbClr val="FF0000"/>
                </a:solidFill>
              </a:rPr>
              <a:t>2</a:t>
            </a:r>
            <a:r>
              <a:rPr lang="en-IN" sz="2800" dirty="0">
                <a:solidFill>
                  <a:srgbClr val="FF0000"/>
                </a:solidFill>
              </a:rPr>
              <a:t> + p</a:t>
            </a:r>
            <a:r>
              <a:rPr lang="en-IN" sz="1600" dirty="0">
                <a:solidFill>
                  <a:srgbClr val="FF0000"/>
                </a:solidFill>
              </a:rPr>
              <a:t>3</a:t>
            </a:r>
            <a:r>
              <a:rPr lang="en-IN" sz="2800" dirty="0">
                <a:solidFill>
                  <a:srgbClr val="FF0000"/>
                </a:solidFill>
              </a:rPr>
              <a:t>p</a:t>
            </a:r>
            <a:r>
              <a:rPr lang="en-IN" sz="1600" dirty="0">
                <a:solidFill>
                  <a:srgbClr val="FF0000"/>
                </a:solidFill>
              </a:rPr>
              <a:t>2</a:t>
            </a:r>
            <a:r>
              <a:rPr lang="en-IN" sz="2800" dirty="0">
                <a:solidFill>
                  <a:srgbClr val="FF0000"/>
                </a:solidFill>
              </a:rPr>
              <a:t>g</a:t>
            </a:r>
            <a:r>
              <a:rPr lang="en-IN" dirty="0">
                <a:solidFill>
                  <a:srgbClr val="FF0000"/>
                </a:solidFill>
              </a:rPr>
              <a:t>1</a:t>
            </a:r>
            <a:r>
              <a:rPr lang="en-IN" sz="2800" dirty="0">
                <a:solidFill>
                  <a:srgbClr val="FF0000"/>
                </a:solidFill>
              </a:rPr>
              <a:t> + p</a:t>
            </a:r>
            <a:r>
              <a:rPr lang="en-IN" sz="1600" dirty="0">
                <a:solidFill>
                  <a:srgbClr val="FF0000"/>
                </a:solidFill>
              </a:rPr>
              <a:t>3</a:t>
            </a:r>
            <a:r>
              <a:rPr lang="en-IN" sz="2800" dirty="0">
                <a:solidFill>
                  <a:srgbClr val="FF0000"/>
                </a:solidFill>
              </a:rPr>
              <a:t>p</a:t>
            </a:r>
            <a:r>
              <a:rPr lang="en-IN" sz="1600" dirty="0">
                <a:solidFill>
                  <a:srgbClr val="FF0000"/>
                </a:solidFill>
              </a:rPr>
              <a:t>2</a:t>
            </a:r>
            <a:r>
              <a:rPr lang="en-IN" sz="2800" dirty="0">
                <a:solidFill>
                  <a:srgbClr val="FF0000"/>
                </a:solidFill>
              </a:rPr>
              <a:t>p</a:t>
            </a:r>
            <a:r>
              <a:rPr lang="en-IN" dirty="0">
                <a:solidFill>
                  <a:srgbClr val="FF0000"/>
                </a:solidFill>
              </a:rPr>
              <a:t>1</a:t>
            </a:r>
            <a:r>
              <a:rPr lang="en-IN" sz="2800" dirty="0">
                <a:solidFill>
                  <a:srgbClr val="FF0000"/>
                </a:solidFill>
              </a:rPr>
              <a:t>g</a:t>
            </a:r>
            <a:r>
              <a:rPr lang="en-IN" sz="1600" dirty="0">
                <a:solidFill>
                  <a:srgbClr val="FF0000"/>
                </a:solidFill>
              </a:rPr>
              <a:t>0</a:t>
            </a:r>
          </a:p>
          <a:p>
            <a:r>
              <a:rPr lang="en-IN" sz="2800" dirty="0">
                <a:solidFill>
                  <a:srgbClr val="FF0000"/>
                </a:solidFill>
              </a:rPr>
              <a:t>    P = p</a:t>
            </a:r>
            <a:r>
              <a:rPr lang="en-IN" sz="1600" dirty="0">
                <a:solidFill>
                  <a:srgbClr val="FF0000"/>
                </a:solidFill>
              </a:rPr>
              <a:t>3</a:t>
            </a:r>
            <a:r>
              <a:rPr lang="en-IN" sz="2800" dirty="0">
                <a:solidFill>
                  <a:srgbClr val="FF0000"/>
                </a:solidFill>
              </a:rPr>
              <a:t>p</a:t>
            </a:r>
            <a:r>
              <a:rPr lang="en-IN" sz="1600" dirty="0">
                <a:solidFill>
                  <a:srgbClr val="FF0000"/>
                </a:solidFill>
              </a:rPr>
              <a:t>2</a:t>
            </a:r>
            <a:r>
              <a:rPr lang="en-IN" sz="2800" dirty="0">
                <a:solidFill>
                  <a:srgbClr val="FF0000"/>
                </a:solidFill>
              </a:rPr>
              <a:t>p</a:t>
            </a:r>
            <a:r>
              <a:rPr lang="en-IN" dirty="0">
                <a:solidFill>
                  <a:srgbClr val="FF0000"/>
                </a:solidFill>
              </a:rPr>
              <a:t>1</a:t>
            </a:r>
            <a:r>
              <a:rPr lang="en-IN" sz="2800" dirty="0">
                <a:solidFill>
                  <a:srgbClr val="FF0000"/>
                </a:solidFill>
              </a:rPr>
              <a:t>p</a:t>
            </a:r>
            <a:r>
              <a:rPr lang="en-IN" dirty="0">
                <a:solidFill>
                  <a:srgbClr val="FF0000"/>
                </a:solidFill>
              </a:rPr>
              <a:t>0</a:t>
            </a:r>
          </a:p>
          <a:p>
            <a:endParaRPr lang="en-IN" sz="2800" dirty="0">
              <a:solidFill>
                <a:srgbClr val="FF0000"/>
              </a:solidFill>
            </a:endParaRPr>
          </a:p>
          <a:p>
            <a:endParaRPr lang="en-IN" sz="2800" dirty="0">
              <a:solidFill>
                <a:srgbClr val="FF0000"/>
              </a:solidFill>
            </a:endParaRPr>
          </a:p>
          <a:p>
            <a:r>
              <a:rPr lang="en-IN" sz="2800" dirty="0">
                <a:solidFill>
                  <a:srgbClr val="FF0000"/>
                </a:solidFill>
              </a:rPr>
              <a:t>**Extra info: Not in syllabus**</a:t>
            </a:r>
          </a:p>
        </p:txBody>
      </p:sp>
      <p:sp>
        <p:nvSpPr>
          <p:cNvPr id="4" name="TextBox 3">
            <a:extLst>
              <a:ext uri="{FF2B5EF4-FFF2-40B4-BE49-F238E27FC236}">
                <a16:creationId xmlns:a16="http://schemas.microsoft.com/office/drawing/2014/main" id="{A7CDA56F-F61F-25F3-1B87-36E0E0EA32E4}"/>
              </a:ext>
            </a:extLst>
          </p:cNvPr>
          <p:cNvSpPr txBox="1"/>
          <p:nvPr/>
        </p:nvSpPr>
        <p:spPr>
          <a:xfrm>
            <a:off x="1192696" y="-15434"/>
            <a:ext cx="10508973" cy="584775"/>
          </a:xfrm>
          <a:prstGeom prst="rect">
            <a:avLst/>
          </a:prstGeom>
          <a:noFill/>
        </p:spPr>
        <p:txBody>
          <a:bodyPr wrap="square">
            <a:spAutoFit/>
          </a:bodyPr>
          <a:lstStyle/>
          <a:p>
            <a:r>
              <a:rPr lang="en-IN" sz="3200" dirty="0">
                <a:solidFill>
                  <a:srgbClr val="FF0000"/>
                </a:solidFill>
              </a:rPr>
              <a:t>Carry lookahead generator  (Extra Info – Not in syllabus)</a:t>
            </a:r>
            <a:endParaRPr lang="en-IN" sz="3200" dirty="0"/>
          </a:p>
        </p:txBody>
      </p:sp>
    </p:spTree>
    <p:extLst>
      <p:ext uri="{BB962C8B-B14F-4D97-AF65-F5344CB8AC3E}">
        <p14:creationId xmlns:p14="http://schemas.microsoft.com/office/powerpoint/2010/main" val="4035117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424EC9-B55F-4BDE-8355-DD92FBD37041}"/>
              </a:ext>
            </a:extLst>
          </p:cNvPr>
          <p:cNvSpPr txBox="1"/>
          <p:nvPr/>
        </p:nvSpPr>
        <p:spPr>
          <a:xfrm>
            <a:off x="1427639" y="521453"/>
            <a:ext cx="10218057" cy="954107"/>
          </a:xfrm>
          <a:prstGeom prst="rect">
            <a:avLst/>
          </a:prstGeom>
          <a:noFill/>
        </p:spPr>
        <p:txBody>
          <a:bodyPr wrap="square" rtlCol="0">
            <a:spAutoFit/>
          </a:bodyPr>
          <a:lstStyle/>
          <a:p>
            <a:r>
              <a:rPr lang="en-IN" sz="2800" dirty="0">
                <a:solidFill>
                  <a:srgbClr val="FF0000"/>
                </a:solidFill>
              </a:rPr>
              <a:t>Using these 4 bit carry lookahead generator, the 16 bit high speed   </a:t>
            </a:r>
          </a:p>
          <a:p>
            <a:r>
              <a:rPr lang="en-IN" sz="2800" dirty="0">
                <a:solidFill>
                  <a:srgbClr val="FF0000"/>
                </a:solidFill>
              </a:rPr>
              <a:t>                                         adders are realized  (Extra info: not in syllabus)</a:t>
            </a:r>
          </a:p>
        </p:txBody>
      </p:sp>
      <p:pic>
        <p:nvPicPr>
          <p:cNvPr id="4" name="Picture 3">
            <a:extLst>
              <a:ext uri="{FF2B5EF4-FFF2-40B4-BE49-F238E27FC236}">
                <a16:creationId xmlns:a16="http://schemas.microsoft.com/office/drawing/2014/main" id="{B452A96A-21AD-C6C3-FF7C-57EA32B0413A}"/>
              </a:ext>
            </a:extLst>
          </p:cNvPr>
          <p:cNvPicPr>
            <a:picLocks noChangeAspect="1"/>
          </p:cNvPicPr>
          <p:nvPr/>
        </p:nvPicPr>
        <p:blipFill>
          <a:blip r:embed="rId2"/>
          <a:stretch>
            <a:fillRect/>
          </a:stretch>
        </p:blipFill>
        <p:spPr>
          <a:xfrm>
            <a:off x="134663" y="1672885"/>
            <a:ext cx="12057337" cy="4706674"/>
          </a:xfrm>
          <a:prstGeom prst="rect">
            <a:avLst/>
          </a:prstGeom>
        </p:spPr>
      </p:pic>
    </p:spTree>
    <p:extLst>
      <p:ext uri="{BB962C8B-B14F-4D97-AF65-F5344CB8AC3E}">
        <p14:creationId xmlns:p14="http://schemas.microsoft.com/office/powerpoint/2010/main" val="1416807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0233A-A45E-3B4E-3745-3DFC1B666EFF}"/>
              </a:ext>
            </a:extLst>
          </p:cNvPr>
          <p:cNvSpPr txBox="1"/>
          <p:nvPr/>
        </p:nvSpPr>
        <p:spPr>
          <a:xfrm>
            <a:off x="1125415" y="2194560"/>
            <a:ext cx="3657600" cy="1519311"/>
          </a:xfrm>
          <a:prstGeom prst="rect">
            <a:avLst/>
          </a:prstGeom>
          <a:noFill/>
        </p:spPr>
        <p:txBody>
          <a:bodyPr wrap="square" rtlCol="0">
            <a:spAutoFit/>
          </a:bodyPr>
          <a:lstStyle/>
          <a:p>
            <a:endParaRPr lang="en-IN" dirty="0"/>
          </a:p>
        </p:txBody>
      </p:sp>
      <p:sp>
        <p:nvSpPr>
          <p:cNvPr id="14" name="TextBox 13">
            <a:extLst>
              <a:ext uri="{FF2B5EF4-FFF2-40B4-BE49-F238E27FC236}">
                <a16:creationId xmlns:a16="http://schemas.microsoft.com/office/drawing/2014/main" id="{D1801E76-674E-5E42-D7B0-3394C68E73AB}"/>
              </a:ext>
            </a:extLst>
          </p:cNvPr>
          <p:cNvSpPr txBox="1"/>
          <p:nvPr/>
        </p:nvSpPr>
        <p:spPr>
          <a:xfrm>
            <a:off x="0" y="0"/>
            <a:ext cx="6445349" cy="1415772"/>
          </a:xfrm>
          <a:prstGeom prst="rect">
            <a:avLst/>
          </a:prstGeom>
          <a:noFill/>
        </p:spPr>
        <p:txBody>
          <a:bodyPr wrap="square" rtlCol="0">
            <a:spAutoFit/>
          </a:bodyPr>
          <a:lstStyle/>
          <a:p>
            <a:pPr algn="just"/>
            <a:r>
              <a:rPr lang="en-IN" sz="4400" b="1" dirty="0">
                <a:solidFill>
                  <a:srgbClr val="FF0000"/>
                </a:solidFill>
                <a:latin typeface="Myriad Pro"/>
              </a:rPr>
              <a:t>Decimal Adder</a:t>
            </a:r>
            <a:endParaRPr lang="en-IN" sz="4400" dirty="0">
              <a:solidFill>
                <a:srgbClr val="FF0000"/>
              </a:solidFill>
            </a:endParaRPr>
          </a:p>
          <a:p>
            <a:pPr algn="just"/>
            <a:endParaRPr lang="en-IN" sz="2400" dirty="0">
              <a:solidFill>
                <a:srgbClr val="FF0000"/>
              </a:solidFill>
            </a:endParaRPr>
          </a:p>
          <a:p>
            <a:pPr algn="just"/>
            <a:endParaRPr lang="en-IN" dirty="0"/>
          </a:p>
        </p:txBody>
      </p:sp>
      <p:pic>
        <p:nvPicPr>
          <p:cNvPr id="16" name="Picture 15">
            <a:extLst>
              <a:ext uri="{FF2B5EF4-FFF2-40B4-BE49-F238E27FC236}">
                <a16:creationId xmlns:a16="http://schemas.microsoft.com/office/drawing/2014/main" id="{30BE6E50-E29D-4DC0-A259-09DECA9FBA30}"/>
              </a:ext>
            </a:extLst>
          </p:cNvPr>
          <p:cNvPicPr>
            <a:picLocks noChangeAspect="1"/>
          </p:cNvPicPr>
          <p:nvPr/>
        </p:nvPicPr>
        <p:blipFill>
          <a:blip r:embed="rId2"/>
          <a:stretch>
            <a:fillRect/>
          </a:stretch>
        </p:blipFill>
        <p:spPr>
          <a:xfrm>
            <a:off x="5343083" y="478302"/>
            <a:ext cx="6278594" cy="1566769"/>
          </a:xfrm>
          <a:prstGeom prst="rect">
            <a:avLst/>
          </a:prstGeom>
        </p:spPr>
      </p:pic>
      <p:pic>
        <p:nvPicPr>
          <p:cNvPr id="18" name="Picture 17">
            <a:extLst>
              <a:ext uri="{FF2B5EF4-FFF2-40B4-BE49-F238E27FC236}">
                <a16:creationId xmlns:a16="http://schemas.microsoft.com/office/drawing/2014/main" id="{BEB7B694-A775-2953-9614-01877A4D2D33}"/>
              </a:ext>
            </a:extLst>
          </p:cNvPr>
          <p:cNvPicPr>
            <a:picLocks noChangeAspect="1"/>
          </p:cNvPicPr>
          <p:nvPr/>
        </p:nvPicPr>
        <p:blipFill>
          <a:blip r:embed="rId3"/>
          <a:stretch>
            <a:fillRect/>
          </a:stretch>
        </p:blipFill>
        <p:spPr>
          <a:xfrm>
            <a:off x="5069588" y="2293034"/>
            <a:ext cx="6864986" cy="3931041"/>
          </a:xfrm>
          <a:prstGeom prst="rect">
            <a:avLst/>
          </a:prstGeom>
        </p:spPr>
      </p:pic>
      <p:pic>
        <p:nvPicPr>
          <p:cNvPr id="22" name="Picture 21">
            <a:extLst>
              <a:ext uri="{FF2B5EF4-FFF2-40B4-BE49-F238E27FC236}">
                <a16:creationId xmlns:a16="http://schemas.microsoft.com/office/drawing/2014/main" id="{55491C66-672A-D55C-F34C-6CA6258817A7}"/>
              </a:ext>
            </a:extLst>
          </p:cNvPr>
          <p:cNvPicPr>
            <a:picLocks noChangeAspect="1"/>
          </p:cNvPicPr>
          <p:nvPr/>
        </p:nvPicPr>
        <p:blipFill>
          <a:blip r:embed="rId4"/>
          <a:stretch>
            <a:fillRect/>
          </a:stretch>
        </p:blipFill>
        <p:spPr>
          <a:xfrm>
            <a:off x="-49264" y="773174"/>
            <a:ext cx="5118852" cy="2594810"/>
          </a:xfrm>
          <a:prstGeom prst="rect">
            <a:avLst/>
          </a:prstGeom>
        </p:spPr>
      </p:pic>
      <p:pic>
        <p:nvPicPr>
          <p:cNvPr id="24" name="Picture 23">
            <a:extLst>
              <a:ext uri="{FF2B5EF4-FFF2-40B4-BE49-F238E27FC236}">
                <a16:creationId xmlns:a16="http://schemas.microsoft.com/office/drawing/2014/main" id="{EBB9B5F6-2CAC-D90A-87E6-803641E4BD38}"/>
              </a:ext>
            </a:extLst>
          </p:cNvPr>
          <p:cNvPicPr>
            <a:picLocks noChangeAspect="1"/>
          </p:cNvPicPr>
          <p:nvPr/>
        </p:nvPicPr>
        <p:blipFill>
          <a:blip r:embed="rId5"/>
          <a:stretch>
            <a:fillRect/>
          </a:stretch>
        </p:blipFill>
        <p:spPr>
          <a:xfrm>
            <a:off x="1370108" y="3713871"/>
            <a:ext cx="1584107" cy="3146213"/>
          </a:xfrm>
          <a:prstGeom prst="rect">
            <a:avLst/>
          </a:prstGeom>
        </p:spPr>
      </p:pic>
    </p:spTree>
    <p:extLst>
      <p:ext uri="{BB962C8B-B14F-4D97-AF65-F5344CB8AC3E}">
        <p14:creationId xmlns:p14="http://schemas.microsoft.com/office/powerpoint/2010/main" val="3878324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0233A-A45E-3B4E-3745-3DFC1B666EFF}"/>
              </a:ext>
            </a:extLst>
          </p:cNvPr>
          <p:cNvSpPr txBox="1"/>
          <p:nvPr/>
        </p:nvSpPr>
        <p:spPr>
          <a:xfrm>
            <a:off x="1125415" y="2194560"/>
            <a:ext cx="3657600" cy="1519311"/>
          </a:xfrm>
          <a:prstGeom prst="rect">
            <a:avLst/>
          </a:prstGeom>
          <a:noFill/>
        </p:spPr>
        <p:txBody>
          <a:bodyPr wrap="square" rtlCol="0">
            <a:spAutoFit/>
          </a:bodyPr>
          <a:lstStyle/>
          <a:p>
            <a:endParaRPr lang="en-IN" dirty="0"/>
          </a:p>
        </p:txBody>
      </p:sp>
      <p:pic>
        <p:nvPicPr>
          <p:cNvPr id="11" name="Picture 10">
            <a:extLst>
              <a:ext uri="{FF2B5EF4-FFF2-40B4-BE49-F238E27FC236}">
                <a16:creationId xmlns:a16="http://schemas.microsoft.com/office/drawing/2014/main" id="{6EF5838F-83A3-84D0-89A5-9CE970ADCE55}"/>
              </a:ext>
            </a:extLst>
          </p:cNvPr>
          <p:cNvPicPr>
            <a:picLocks noChangeAspect="1"/>
          </p:cNvPicPr>
          <p:nvPr/>
        </p:nvPicPr>
        <p:blipFill>
          <a:blip r:embed="rId2"/>
          <a:stretch>
            <a:fillRect/>
          </a:stretch>
        </p:blipFill>
        <p:spPr>
          <a:xfrm>
            <a:off x="243402" y="1706561"/>
            <a:ext cx="4539613" cy="3083976"/>
          </a:xfrm>
          <a:prstGeom prst="rect">
            <a:avLst/>
          </a:prstGeom>
        </p:spPr>
      </p:pic>
      <p:pic>
        <p:nvPicPr>
          <p:cNvPr id="13" name="Picture 12">
            <a:extLst>
              <a:ext uri="{FF2B5EF4-FFF2-40B4-BE49-F238E27FC236}">
                <a16:creationId xmlns:a16="http://schemas.microsoft.com/office/drawing/2014/main" id="{0246C792-A242-2E90-E2B2-690EE9A2817C}"/>
              </a:ext>
            </a:extLst>
          </p:cNvPr>
          <p:cNvPicPr>
            <a:picLocks noChangeAspect="1"/>
          </p:cNvPicPr>
          <p:nvPr/>
        </p:nvPicPr>
        <p:blipFill>
          <a:blip r:embed="rId3"/>
          <a:stretch>
            <a:fillRect/>
          </a:stretch>
        </p:blipFill>
        <p:spPr>
          <a:xfrm>
            <a:off x="5591909" y="424956"/>
            <a:ext cx="6044419" cy="5647186"/>
          </a:xfrm>
          <a:prstGeom prst="rect">
            <a:avLst/>
          </a:prstGeom>
        </p:spPr>
      </p:pic>
      <p:sp>
        <p:nvSpPr>
          <p:cNvPr id="14" name="TextBox 13">
            <a:extLst>
              <a:ext uri="{FF2B5EF4-FFF2-40B4-BE49-F238E27FC236}">
                <a16:creationId xmlns:a16="http://schemas.microsoft.com/office/drawing/2014/main" id="{D1801E76-674E-5E42-D7B0-3394C68E73AB}"/>
              </a:ext>
            </a:extLst>
          </p:cNvPr>
          <p:cNvSpPr txBox="1"/>
          <p:nvPr/>
        </p:nvSpPr>
        <p:spPr>
          <a:xfrm>
            <a:off x="0" y="0"/>
            <a:ext cx="6445349" cy="1415772"/>
          </a:xfrm>
          <a:prstGeom prst="rect">
            <a:avLst/>
          </a:prstGeom>
          <a:noFill/>
        </p:spPr>
        <p:txBody>
          <a:bodyPr wrap="square" rtlCol="0">
            <a:spAutoFit/>
          </a:bodyPr>
          <a:lstStyle/>
          <a:p>
            <a:pPr algn="just"/>
            <a:r>
              <a:rPr lang="en-IN" sz="4400" b="1" dirty="0">
                <a:solidFill>
                  <a:srgbClr val="FF0000"/>
                </a:solidFill>
                <a:latin typeface="Myriad Pro"/>
              </a:rPr>
              <a:t>Decimal Adder</a:t>
            </a:r>
            <a:endParaRPr lang="en-IN" sz="4400" dirty="0">
              <a:solidFill>
                <a:srgbClr val="FF0000"/>
              </a:solidFill>
            </a:endParaRPr>
          </a:p>
          <a:p>
            <a:pPr algn="just"/>
            <a:endParaRPr lang="en-IN" sz="2400" dirty="0">
              <a:solidFill>
                <a:srgbClr val="FF0000"/>
              </a:solidFill>
            </a:endParaRPr>
          </a:p>
          <a:p>
            <a:pPr algn="just"/>
            <a:endParaRPr lang="en-IN" dirty="0"/>
          </a:p>
        </p:txBody>
      </p:sp>
    </p:spTree>
    <p:extLst>
      <p:ext uri="{BB962C8B-B14F-4D97-AF65-F5344CB8AC3E}">
        <p14:creationId xmlns:p14="http://schemas.microsoft.com/office/powerpoint/2010/main" val="3609349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0233A-A45E-3B4E-3745-3DFC1B666EFF}"/>
              </a:ext>
            </a:extLst>
          </p:cNvPr>
          <p:cNvSpPr txBox="1"/>
          <p:nvPr/>
        </p:nvSpPr>
        <p:spPr>
          <a:xfrm>
            <a:off x="1125415" y="2194560"/>
            <a:ext cx="3657600" cy="1519311"/>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4C890473-6541-798B-2920-F6620D5FC635}"/>
              </a:ext>
            </a:extLst>
          </p:cNvPr>
          <p:cNvSpPr txBox="1"/>
          <p:nvPr/>
        </p:nvSpPr>
        <p:spPr>
          <a:xfrm>
            <a:off x="6541478" y="482217"/>
            <a:ext cx="5647432" cy="6832640"/>
          </a:xfrm>
          <a:prstGeom prst="rect">
            <a:avLst/>
          </a:prstGeom>
          <a:noFill/>
        </p:spPr>
        <p:txBody>
          <a:bodyPr wrap="square" rtlCol="0">
            <a:spAutoFit/>
          </a:bodyPr>
          <a:lstStyle/>
          <a:p>
            <a:r>
              <a:rPr lang="en-US" sz="2400" b="1" dirty="0">
                <a:solidFill>
                  <a:srgbClr val="000000"/>
                </a:solidFill>
                <a:latin typeface="Calibri" panose="020F0502020204030204" pitchFamily="34" charset="0"/>
              </a:rPr>
              <a:t>If the sum of the two decimal digits and input carry is less than 10, the required BCD sum is same as Binary Sum, produced by the 4 bit binary adder, </a:t>
            </a:r>
          </a:p>
          <a:p>
            <a:r>
              <a:rPr lang="en-US" sz="2400" b="1" dirty="0">
                <a:solidFill>
                  <a:srgbClr val="000000"/>
                </a:solidFill>
                <a:latin typeface="Calibri" panose="020F0502020204030204" pitchFamily="34" charset="0"/>
              </a:rPr>
              <a:t>             K P</a:t>
            </a:r>
            <a:r>
              <a:rPr lang="en-US" sz="1600" b="1" dirty="0">
                <a:solidFill>
                  <a:srgbClr val="000000"/>
                </a:solidFill>
                <a:latin typeface="Calibri" panose="020F0502020204030204" pitchFamily="34" charset="0"/>
              </a:rPr>
              <a:t>3</a:t>
            </a:r>
            <a:r>
              <a:rPr lang="en-US" sz="2400" b="1" dirty="0">
                <a:solidFill>
                  <a:srgbClr val="000000"/>
                </a:solidFill>
                <a:latin typeface="Calibri" panose="020F0502020204030204" pitchFamily="34" charset="0"/>
              </a:rPr>
              <a:t>P</a:t>
            </a:r>
            <a:r>
              <a:rPr lang="en-US" sz="1600" b="1" dirty="0">
                <a:solidFill>
                  <a:srgbClr val="000000"/>
                </a:solidFill>
                <a:latin typeface="Calibri" panose="020F0502020204030204" pitchFamily="34" charset="0"/>
              </a:rPr>
              <a:t>2</a:t>
            </a:r>
            <a:r>
              <a:rPr lang="en-US" sz="2400" b="1" dirty="0">
                <a:solidFill>
                  <a:srgbClr val="000000"/>
                </a:solidFill>
                <a:latin typeface="Calibri" panose="020F0502020204030204" pitchFamily="34" charset="0"/>
              </a:rPr>
              <a:t>P</a:t>
            </a:r>
            <a:r>
              <a:rPr lang="en-US" b="1" dirty="0">
                <a:solidFill>
                  <a:srgbClr val="000000"/>
                </a:solidFill>
                <a:latin typeface="Calibri" panose="020F0502020204030204" pitchFamily="34" charset="0"/>
              </a:rPr>
              <a:t>1</a:t>
            </a:r>
            <a:r>
              <a:rPr lang="en-US" sz="2400" b="1" dirty="0">
                <a:solidFill>
                  <a:srgbClr val="000000"/>
                </a:solidFill>
                <a:latin typeface="Calibri" panose="020F0502020204030204" pitchFamily="34" charset="0"/>
              </a:rPr>
              <a:t>P</a:t>
            </a:r>
            <a:r>
              <a:rPr lang="en-US" b="1" dirty="0">
                <a:solidFill>
                  <a:srgbClr val="000000"/>
                </a:solidFill>
                <a:latin typeface="Calibri" panose="020F0502020204030204" pitchFamily="34" charset="0"/>
              </a:rPr>
              <a:t>0</a:t>
            </a:r>
            <a:r>
              <a:rPr lang="en-US" sz="2400" b="1" dirty="0">
                <a:solidFill>
                  <a:srgbClr val="000000"/>
                </a:solidFill>
                <a:latin typeface="Calibri" panose="020F0502020204030204" pitchFamily="34" charset="0"/>
              </a:rPr>
              <a:t> = </a:t>
            </a:r>
            <a:r>
              <a:rPr lang="en-US" sz="2400" b="1" dirty="0" err="1">
                <a:solidFill>
                  <a:srgbClr val="000000"/>
                </a:solidFill>
                <a:latin typeface="Calibri" panose="020F0502020204030204" pitchFamily="34" charset="0"/>
              </a:rPr>
              <a:t>C</a:t>
            </a:r>
            <a:r>
              <a:rPr lang="en-US" sz="1400" b="1" dirty="0" err="1">
                <a:solidFill>
                  <a:srgbClr val="000000"/>
                </a:solidFill>
                <a:latin typeface="Calibri" panose="020F0502020204030204" pitchFamily="34" charset="0"/>
              </a:rPr>
              <a:t>out</a:t>
            </a:r>
            <a:r>
              <a:rPr lang="en-US" sz="2400" b="1" dirty="0">
                <a:solidFill>
                  <a:srgbClr val="000000"/>
                </a:solidFill>
                <a:latin typeface="Calibri" panose="020F0502020204030204" pitchFamily="34" charset="0"/>
              </a:rPr>
              <a:t> Z</a:t>
            </a:r>
            <a:r>
              <a:rPr lang="en-US" b="1" dirty="0">
                <a:solidFill>
                  <a:srgbClr val="000000"/>
                </a:solidFill>
                <a:latin typeface="Calibri" panose="020F0502020204030204" pitchFamily="34" charset="0"/>
              </a:rPr>
              <a:t>3</a:t>
            </a:r>
            <a:r>
              <a:rPr lang="en-US" sz="2400" b="1" dirty="0">
                <a:solidFill>
                  <a:srgbClr val="000000"/>
                </a:solidFill>
                <a:latin typeface="Calibri" panose="020F0502020204030204" pitchFamily="34" charset="0"/>
              </a:rPr>
              <a:t>Z</a:t>
            </a:r>
            <a:r>
              <a:rPr lang="en-US" b="1" dirty="0">
                <a:solidFill>
                  <a:srgbClr val="000000"/>
                </a:solidFill>
                <a:latin typeface="Calibri" panose="020F0502020204030204" pitchFamily="34" charset="0"/>
              </a:rPr>
              <a:t>2</a:t>
            </a:r>
            <a:r>
              <a:rPr lang="en-US" sz="2400" b="1" dirty="0">
                <a:solidFill>
                  <a:srgbClr val="000000"/>
                </a:solidFill>
                <a:latin typeface="Calibri" panose="020F0502020204030204" pitchFamily="34" charset="0"/>
              </a:rPr>
              <a:t>Z</a:t>
            </a:r>
            <a:r>
              <a:rPr lang="en-US" b="1" dirty="0">
                <a:solidFill>
                  <a:srgbClr val="000000"/>
                </a:solidFill>
                <a:latin typeface="Calibri" panose="020F0502020204030204" pitchFamily="34" charset="0"/>
              </a:rPr>
              <a:t>1</a:t>
            </a:r>
            <a:r>
              <a:rPr lang="en-US" sz="2400" b="1" dirty="0">
                <a:solidFill>
                  <a:srgbClr val="000000"/>
                </a:solidFill>
                <a:latin typeface="Calibri" panose="020F0502020204030204" pitchFamily="34" charset="0"/>
              </a:rPr>
              <a:t>Z</a:t>
            </a:r>
            <a:r>
              <a:rPr lang="en-US" b="1" dirty="0">
                <a:solidFill>
                  <a:srgbClr val="000000"/>
                </a:solidFill>
                <a:latin typeface="Calibri" panose="020F0502020204030204" pitchFamily="34" charset="0"/>
              </a:rPr>
              <a:t>0</a:t>
            </a:r>
          </a:p>
          <a:p>
            <a:endParaRPr lang="en-US" sz="2400" b="1" dirty="0">
              <a:solidFill>
                <a:srgbClr val="FF0000"/>
              </a:solidFill>
              <a:latin typeface="Calibri" panose="020F0502020204030204" pitchFamily="34" charset="0"/>
            </a:endParaRPr>
          </a:p>
          <a:p>
            <a:r>
              <a:rPr lang="en-US" sz="2400" b="1" dirty="0">
                <a:solidFill>
                  <a:srgbClr val="FF0000"/>
                </a:solidFill>
                <a:latin typeface="Calibri" panose="020F0502020204030204" pitchFamily="34" charset="0"/>
              </a:rPr>
              <a:t>The correction, of adding ‘6’ is required in two cases.</a:t>
            </a:r>
          </a:p>
          <a:p>
            <a:pPr marL="342900" indent="-342900">
              <a:buAutoNum type="arabicPeriod"/>
            </a:pPr>
            <a:r>
              <a:rPr lang="en-IN" sz="2400" b="1" dirty="0">
                <a:solidFill>
                  <a:srgbClr val="FF0000"/>
                </a:solidFill>
                <a:latin typeface="Calibri" panose="020F0502020204030204" pitchFamily="34" charset="0"/>
              </a:rPr>
              <a:t>Answer is</a:t>
            </a:r>
            <a:r>
              <a:rPr lang="en" sz="2400" b="1" dirty="0">
                <a:solidFill>
                  <a:srgbClr val="FF0000"/>
                </a:solidFill>
                <a:latin typeface="Calibri" panose="020F0502020204030204" pitchFamily="34" charset="0"/>
              </a:rPr>
              <a:t> invalid BCD codes, (A to F), decimal sums of 10 throguh 15</a:t>
            </a:r>
          </a:p>
          <a:p>
            <a:r>
              <a:rPr lang="en" sz="2400" b="1" dirty="0">
                <a:solidFill>
                  <a:srgbClr val="000000"/>
                </a:solidFill>
                <a:latin typeface="Calibri" panose="020F0502020204030204" pitchFamily="34" charset="0"/>
              </a:rPr>
              <a:t>K P</a:t>
            </a:r>
            <a:r>
              <a:rPr lang="en" b="1" dirty="0">
                <a:solidFill>
                  <a:srgbClr val="000000"/>
                </a:solidFill>
                <a:latin typeface="Calibri" panose="020F0502020204030204" pitchFamily="34" charset="0"/>
              </a:rPr>
              <a:t>3</a:t>
            </a:r>
            <a:r>
              <a:rPr lang="en" sz="2400" b="1" dirty="0">
                <a:solidFill>
                  <a:srgbClr val="000000"/>
                </a:solidFill>
                <a:latin typeface="Calibri" panose="020F0502020204030204" pitchFamily="34" charset="0"/>
              </a:rPr>
              <a:t>P</a:t>
            </a:r>
            <a:r>
              <a:rPr lang="en" b="1" dirty="0">
                <a:solidFill>
                  <a:srgbClr val="000000"/>
                </a:solidFill>
                <a:latin typeface="Calibri" panose="020F0502020204030204" pitchFamily="34" charset="0"/>
              </a:rPr>
              <a:t>2</a:t>
            </a:r>
            <a:r>
              <a:rPr lang="en" sz="2400" b="1" dirty="0">
                <a:solidFill>
                  <a:srgbClr val="000000"/>
                </a:solidFill>
                <a:latin typeface="Calibri" panose="020F0502020204030204" pitchFamily="34" charset="0"/>
              </a:rPr>
              <a:t>P</a:t>
            </a:r>
            <a:r>
              <a:rPr lang="en" b="1" dirty="0">
                <a:solidFill>
                  <a:srgbClr val="000000"/>
                </a:solidFill>
                <a:latin typeface="Calibri" panose="020F0502020204030204" pitchFamily="34" charset="0"/>
              </a:rPr>
              <a:t>1</a:t>
            </a:r>
            <a:r>
              <a:rPr lang="en" sz="2400" b="1" dirty="0">
                <a:solidFill>
                  <a:srgbClr val="000000"/>
                </a:solidFill>
                <a:latin typeface="Calibri" panose="020F0502020204030204" pitchFamily="34" charset="0"/>
              </a:rPr>
              <a:t>P</a:t>
            </a:r>
            <a:r>
              <a:rPr lang="en" b="1" dirty="0">
                <a:solidFill>
                  <a:srgbClr val="000000"/>
                </a:solidFill>
                <a:latin typeface="Calibri" panose="020F0502020204030204" pitchFamily="34" charset="0"/>
              </a:rPr>
              <a:t>0</a:t>
            </a:r>
            <a:r>
              <a:rPr lang="en" sz="2400" b="1" dirty="0">
                <a:solidFill>
                  <a:srgbClr val="000000"/>
                </a:solidFill>
                <a:latin typeface="Calibri" panose="020F0502020204030204" pitchFamily="34" charset="0"/>
              </a:rPr>
              <a:t> –&gt;0 1010, 0 1011, 0 1100, </a:t>
            </a:r>
          </a:p>
          <a:p>
            <a:r>
              <a:rPr lang="en" sz="2400" b="1" dirty="0">
                <a:solidFill>
                  <a:srgbClr val="000000"/>
                </a:solidFill>
                <a:latin typeface="Calibri" panose="020F0502020204030204" pitchFamily="34" charset="0"/>
              </a:rPr>
              <a:t>                         0 1101, 0 1110, 0 1111</a:t>
            </a:r>
          </a:p>
          <a:p>
            <a:pPr marL="342900" indent="-342900">
              <a:buAutoNum type="arabicPeriod" startAt="2"/>
            </a:pPr>
            <a:r>
              <a:rPr lang="en" sz="2400" b="1" dirty="0">
                <a:solidFill>
                  <a:srgbClr val="FF0000"/>
                </a:solidFill>
                <a:latin typeface="Calibri" panose="020F0502020204030204" pitchFamily="34" charset="0"/>
              </a:rPr>
              <a:t>Answer produces, </a:t>
            </a:r>
            <a:r>
              <a:rPr lang="en-IN" sz="2400" b="1" dirty="0">
                <a:solidFill>
                  <a:srgbClr val="FF0000"/>
                </a:solidFill>
                <a:latin typeface="Calibri" panose="020F0502020204030204" pitchFamily="34" charset="0"/>
              </a:rPr>
              <a:t>the Carry, decimal sums 16 through 19 </a:t>
            </a:r>
          </a:p>
          <a:p>
            <a:r>
              <a:rPr lang="en-IN" sz="2400" b="1" dirty="0">
                <a:solidFill>
                  <a:srgbClr val="000000"/>
                </a:solidFill>
                <a:latin typeface="Calibri" panose="020F0502020204030204" pitchFamily="34" charset="0"/>
              </a:rPr>
              <a:t>K P</a:t>
            </a:r>
            <a:r>
              <a:rPr lang="en-IN" b="1" dirty="0">
                <a:solidFill>
                  <a:srgbClr val="000000"/>
                </a:solidFill>
                <a:latin typeface="Calibri" panose="020F0502020204030204" pitchFamily="34" charset="0"/>
              </a:rPr>
              <a:t>3</a:t>
            </a:r>
            <a:r>
              <a:rPr lang="en-IN" sz="2400" b="1" dirty="0">
                <a:solidFill>
                  <a:srgbClr val="000000"/>
                </a:solidFill>
                <a:latin typeface="Calibri" panose="020F0502020204030204" pitchFamily="34" charset="0"/>
              </a:rPr>
              <a:t>P</a:t>
            </a:r>
            <a:r>
              <a:rPr lang="en-IN" b="1" dirty="0">
                <a:solidFill>
                  <a:srgbClr val="000000"/>
                </a:solidFill>
                <a:latin typeface="Calibri" panose="020F0502020204030204" pitchFamily="34" charset="0"/>
              </a:rPr>
              <a:t>2</a:t>
            </a:r>
            <a:r>
              <a:rPr lang="en-IN" sz="2400" b="1" dirty="0">
                <a:solidFill>
                  <a:srgbClr val="000000"/>
                </a:solidFill>
                <a:latin typeface="Calibri" panose="020F0502020204030204" pitchFamily="34" charset="0"/>
              </a:rPr>
              <a:t>P</a:t>
            </a:r>
            <a:r>
              <a:rPr lang="en-IN" b="1" dirty="0">
                <a:solidFill>
                  <a:srgbClr val="000000"/>
                </a:solidFill>
                <a:latin typeface="Calibri" panose="020F0502020204030204" pitchFamily="34" charset="0"/>
              </a:rPr>
              <a:t>1</a:t>
            </a:r>
            <a:r>
              <a:rPr lang="en-IN" sz="2400" b="1" dirty="0">
                <a:solidFill>
                  <a:srgbClr val="000000"/>
                </a:solidFill>
                <a:latin typeface="Calibri" panose="020F0502020204030204" pitchFamily="34" charset="0"/>
              </a:rPr>
              <a:t>P</a:t>
            </a:r>
            <a:r>
              <a:rPr lang="en-IN" b="1" dirty="0">
                <a:solidFill>
                  <a:srgbClr val="000000"/>
                </a:solidFill>
                <a:latin typeface="Calibri" panose="020F0502020204030204" pitchFamily="34" charset="0"/>
              </a:rPr>
              <a:t>0</a:t>
            </a:r>
            <a:r>
              <a:rPr lang="en-IN" sz="2400" b="1" dirty="0">
                <a:solidFill>
                  <a:srgbClr val="000000"/>
                </a:solidFill>
                <a:latin typeface="Calibri" panose="020F0502020204030204" pitchFamily="34" charset="0"/>
              </a:rPr>
              <a:t> -&gt; 1 0000, 1 0001, 1 0010, </a:t>
            </a:r>
          </a:p>
          <a:p>
            <a:r>
              <a:rPr lang="en-IN" sz="2400" b="1" dirty="0">
                <a:solidFill>
                  <a:srgbClr val="000000"/>
                </a:solidFill>
                <a:latin typeface="Calibri" panose="020F0502020204030204" pitchFamily="34" charset="0"/>
              </a:rPr>
              <a:t>                          1 0011</a:t>
            </a:r>
            <a:endParaRPr lang="en" sz="2400" b="1" dirty="0">
              <a:solidFill>
                <a:srgbClr val="000000"/>
              </a:solidFill>
              <a:latin typeface="Calibri" panose="020F0502020204030204" pitchFamily="34" charset="0"/>
            </a:endParaRPr>
          </a:p>
          <a:p>
            <a:endParaRPr lang="en" sz="1800" b="1" dirty="0">
              <a:solidFill>
                <a:srgbClr val="000000"/>
              </a:solidFill>
              <a:latin typeface="Calibri" panose="020F0502020204030204" pitchFamily="34" charset="0"/>
            </a:endParaRPr>
          </a:p>
          <a:p>
            <a:pPr marL="342900" indent="-342900">
              <a:buAutoNum type="arabicPeriod"/>
            </a:pPr>
            <a:endParaRPr lang="en" sz="1800" b="1" dirty="0">
              <a:solidFill>
                <a:srgbClr val="000000"/>
              </a:solidFill>
              <a:latin typeface="Calibri" panose="020F0502020204030204" pitchFamily="34" charset="0"/>
            </a:endParaRPr>
          </a:p>
          <a:p>
            <a:endParaRPr lang="en-IN" dirty="0"/>
          </a:p>
        </p:txBody>
      </p:sp>
      <p:pic>
        <p:nvPicPr>
          <p:cNvPr id="9" name="Picture 8">
            <a:extLst>
              <a:ext uri="{FF2B5EF4-FFF2-40B4-BE49-F238E27FC236}">
                <a16:creationId xmlns:a16="http://schemas.microsoft.com/office/drawing/2014/main" id="{E6E17451-453D-0A9C-C6AF-75826D961445}"/>
              </a:ext>
            </a:extLst>
          </p:cNvPr>
          <p:cNvPicPr>
            <a:picLocks noChangeAspect="1"/>
          </p:cNvPicPr>
          <p:nvPr/>
        </p:nvPicPr>
        <p:blipFill>
          <a:blip r:embed="rId2"/>
          <a:stretch>
            <a:fillRect/>
          </a:stretch>
        </p:blipFill>
        <p:spPr>
          <a:xfrm>
            <a:off x="3090" y="543564"/>
            <a:ext cx="6538388" cy="5770872"/>
          </a:xfrm>
          <a:prstGeom prst="rect">
            <a:avLst/>
          </a:prstGeom>
        </p:spPr>
      </p:pic>
    </p:spTree>
    <p:extLst>
      <p:ext uri="{BB962C8B-B14F-4D97-AF65-F5344CB8AC3E}">
        <p14:creationId xmlns:p14="http://schemas.microsoft.com/office/powerpoint/2010/main" val="1666235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F341D3-694B-F7B8-99D3-D2882F93D272}"/>
              </a:ext>
            </a:extLst>
          </p:cNvPr>
          <p:cNvPicPr>
            <a:picLocks noChangeAspect="1"/>
          </p:cNvPicPr>
          <p:nvPr/>
        </p:nvPicPr>
        <p:blipFill>
          <a:blip r:embed="rId2"/>
          <a:stretch>
            <a:fillRect/>
          </a:stretch>
        </p:blipFill>
        <p:spPr>
          <a:xfrm>
            <a:off x="375578" y="164270"/>
            <a:ext cx="4210050" cy="5010150"/>
          </a:xfrm>
          <a:prstGeom prst="rect">
            <a:avLst/>
          </a:prstGeom>
        </p:spPr>
      </p:pic>
      <p:sp>
        <p:nvSpPr>
          <p:cNvPr id="6" name="TextBox 5">
            <a:extLst>
              <a:ext uri="{FF2B5EF4-FFF2-40B4-BE49-F238E27FC236}">
                <a16:creationId xmlns:a16="http://schemas.microsoft.com/office/drawing/2014/main" id="{AB87C47B-2DFF-A262-7CA8-64A6203053EF}"/>
              </a:ext>
            </a:extLst>
          </p:cNvPr>
          <p:cNvSpPr txBox="1"/>
          <p:nvPr/>
        </p:nvSpPr>
        <p:spPr>
          <a:xfrm>
            <a:off x="5063930" y="1422850"/>
            <a:ext cx="7329707" cy="3231654"/>
          </a:xfrm>
          <a:prstGeom prst="rect">
            <a:avLst/>
          </a:prstGeom>
          <a:noFill/>
        </p:spPr>
        <p:txBody>
          <a:bodyPr wrap="square" rtlCol="0">
            <a:spAutoFit/>
          </a:bodyPr>
          <a:lstStyle/>
          <a:p>
            <a:r>
              <a:rPr lang="en-IN" sz="3600" dirty="0"/>
              <a:t>    </a:t>
            </a:r>
            <a:r>
              <a:rPr lang="en-IN" sz="2400" dirty="0"/>
              <a:t>from the </a:t>
            </a:r>
            <a:r>
              <a:rPr lang="en-IN" sz="2400" dirty="0" err="1"/>
              <a:t>Kmap</a:t>
            </a:r>
            <a:endParaRPr lang="en-IN" sz="2400" dirty="0"/>
          </a:p>
          <a:p>
            <a:r>
              <a:rPr lang="en-IN" sz="3600" dirty="0"/>
              <a:t>ADD_6 = P</a:t>
            </a:r>
            <a:r>
              <a:rPr lang="en-IN" sz="2400" dirty="0"/>
              <a:t>3</a:t>
            </a:r>
            <a:r>
              <a:rPr lang="en-IN" sz="3600" dirty="0"/>
              <a:t>P</a:t>
            </a:r>
            <a:r>
              <a:rPr lang="en-IN" sz="2400" dirty="0"/>
              <a:t>2</a:t>
            </a:r>
            <a:r>
              <a:rPr lang="en-IN" sz="3600" dirty="0"/>
              <a:t> + P</a:t>
            </a:r>
            <a:r>
              <a:rPr lang="en-IN" sz="2400" dirty="0"/>
              <a:t>3</a:t>
            </a:r>
            <a:r>
              <a:rPr lang="en-IN" sz="3600" dirty="0"/>
              <a:t>P</a:t>
            </a:r>
            <a:r>
              <a:rPr lang="en-IN" sz="2400" dirty="0"/>
              <a:t>1</a:t>
            </a:r>
          </a:p>
          <a:p>
            <a:endParaRPr lang="en-IN" sz="2400" dirty="0"/>
          </a:p>
          <a:p>
            <a:endParaRPr lang="en-IN" sz="2400" dirty="0"/>
          </a:p>
          <a:p>
            <a:r>
              <a:rPr lang="en-IN" sz="2400" dirty="0"/>
              <a:t>Including the Carry output (K), in the expression, the Boolean expression for adding the correction is</a:t>
            </a:r>
          </a:p>
          <a:p>
            <a:r>
              <a:rPr lang="en-IN" sz="3600" dirty="0">
                <a:solidFill>
                  <a:srgbClr val="FF0000"/>
                </a:solidFill>
              </a:rPr>
              <a:t>ADD_6 = K + P</a:t>
            </a:r>
            <a:r>
              <a:rPr lang="en-IN" sz="2400" dirty="0">
                <a:solidFill>
                  <a:srgbClr val="FF0000"/>
                </a:solidFill>
              </a:rPr>
              <a:t>3</a:t>
            </a:r>
            <a:r>
              <a:rPr lang="en-IN" sz="3600" dirty="0">
                <a:solidFill>
                  <a:srgbClr val="FF0000"/>
                </a:solidFill>
              </a:rPr>
              <a:t>P</a:t>
            </a:r>
            <a:r>
              <a:rPr lang="en-IN" sz="2800" dirty="0">
                <a:solidFill>
                  <a:srgbClr val="FF0000"/>
                </a:solidFill>
              </a:rPr>
              <a:t>2</a:t>
            </a:r>
            <a:r>
              <a:rPr lang="en-IN" sz="3600" dirty="0">
                <a:solidFill>
                  <a:srgbClr val="FF0000"/>
                </a:solidFill>
              </a:rPr>
              <a:t> + P</a:t>
            </a:r>
            <a:r>
              <a:rPr lang="en-IN" sz="2400" dirty="0">
                <a:solidFill>
                  <a:srgbClr val="FF0000"/>
                </a:solidFill>
              </a:rPr>
              <a:t>3</a:t>
            </a:r>
            <a:r>
              <a:rPr lang="en-IN" sz="3600" dirty="0">
                <a:solidFill>
                  <a:srgbClr val="FF0000"/>
                </a:solidFill>
              </a:rPr>
              <a:t>P</a:t>
            </a:r>
            <a:r>
              <a:rPr lang="en-IN" sz="2800" dirty="0">
                <a:solidFill>
                  <a:srgbClr val="FF0000"/>
                </a:solidFill>
              </a:rPr>
              <a:t>1</a:t>
            </a:r>
            <a:endParaRPr lang="en-IN" sz="3600" dirty="0">
              <a:solidFill>
                <a:srgbClr val="FF0000"/>
              </a:solidFill>
            </a:endParaRPr>
          </a:p>
        </p:txBody>
      </p:sp>
    </p:spTree>
    <p:extLst>
      <p:ext uri="{BB962C8B-B14F-4D97-AF65-F5344CB8AC3E}">
        <p14:creationId xmlns:p14="http://schemas.microsoft.com/office/powerpoint/2010/main" val="823253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B50D26-491F-1472-C29B-18535E671E26}"/>
              </a:ext>
            </a:extLst>
          </p:cNvPr>
          <p:cNvPicPr>
            <a:picLocks noChangeAspect="1"/>
          </p:cNvPicPr>
          <p:nvPr/>
        </p:nvPicPr>
        <p:blipFill>
          <a:blip r:embed="rId2"/>
          <a:stretch>
            <a:fillRect/>
          </a:stretch>
        </p:blipFill>
        <p:spPr>
          <a:xfrm>
            <a:off x="-47625" y="240982"/>
            <a:ext cx="6143625" cy="6010275"/>
          </a:xfrm>
          <a:prstGeom prst="rect">
            <a:avLst/>
          </a:prstGeom>
        </p:spPr>
      </p:pic>
      <p:sp>
        <p:nvSpPr>
          <p:cNvPr id="8" name="TextBox 7">
            <a:extLst>
              <a:ext uri="{FF2B5EF4-FFF2-40B4-BE49-F238E27FC236}">
                <a16:creationId xmlns:a16="http://schemas.microsoft.com/office/drawing/2014/main" id="{85C7D98F-47B0-B984-CEC8-DA0000EA2948}"/>
              </a:ext>
            </a:extLst>
          </p:cNvPr>
          <p:cNvSpPr txBox="1"/>
          <p:nvPr/>
        </p:nvSpPr>
        <p:spPr>
          <a:xfrm>
            <a:off x="6283163" y="526621"/>
            <a:ext cx="5670298" cy="5724644"/>
          </a:xfrm>
          <a:prstGeom prst="rect">
            <a:avLst/>
          </a:prstGeom>
          <a:noFill/>
        </p:spPr>
        <p:txBody>
          <a:bodyPr wrap="square" rtlCol="0">
            <a:spAutoFit/>
          </a:bodyPr>
          <a:lstStyle/>
          <a:p>
            <a:r>
              <a:rPr lang="en-IN" sz="2400" dirty="0"/>
              <a:t>Corrective network is realised using another 4 bit binary adder, </a:t>
            </a:r>
            <a:r>
              <a:rPr lang="en-IN" sz="2400" dirty="0">
                <a:solidFill>
                  <a:srgbClr val="FF0000"/>
                </a:solidFill>
              </a:rPr>
              <a:t>whenever ADD_6 is true, 0110 (6) is applied as one of the inputs to second adder, to add 6 to the result produced by the first adder.</a:t>
            </a:r>
          </a:p>
          <a:p>
            <a:r>
              <a:rPr lang="en-IN" sz="2400" dirty="0"/>
              <a:t>Final </a:t>
            </a:r>
            <a:r>
              <a:rPr lang="en-IN" sz="2400" dirty="0" err="1"/>
              <a:t>Cout</a:t>
            </a:r>
            <a:r>
              <a:rPr lang="en-IN" sz="2400" dirty="0"/>
              <a:t> of the BCD adder is same as ADD_6 output.</a:t>
            </a:r>
          </a:p>
          <a:p>
            <a:endParaRPr lang="en-IN" sz="2400" dirty="0"/>
          </a:p>
          <a:p>
            <a:r>
              <a:rPr lang="en-IN" sz="2400" dirty="0"/>
              <a:t>In this diagram, Whenever </a:t>
            </a:r>
            <a:r>
              <a:rPr lang="en-IN" sz="2400" dirty="0" err="1">
                <a:solidFill>
                  <a:srgbClr val="FF0000"/>
                </a:solidFill>
              </a:rPr>
              <a:t>Cout</a:t>
            </a:r>
            <a:r>
              <a:rPr lang="en-IN" sz="2400" dirty="0">
                <a:solidFill>
                  <a:srgbClr val="FF0000"/>
                </a:solidFill>
              </a:rPr>
              <a:t> (</a:t>
            </a:r>
            <a:r>
              <a:rPr lang="en-IN" sz="2400" dirty="0" err="1">
                <a:solidFill>
                  <a:srgbClr val="FF0000"/>
                </a:solidFill>
              </a:rPr>
              <a:t>i.e</a:t>
            </a:r>
            <a:r>
              <a:rPr lang="en-IN" sz="2400" dirty="0">
                <a:solidFill>
                  <a:srgbClr val="FF0000"/>
                </a:solidFill>
              </a:rPr>
              <a:t> ADD_6) Is 0</a:t>
            </a:r>
            <a:r>
              <a:rPr lang="en-IN" sz="2400" dirty="0"/>
              <a:t>, the output of the first adder is </a:t>
            </a:r>
            <a:r>
              <a:rPr lang="en-IN" sz="2400" dirty="0">
                <a:solidFill>
                  <a:srgbClr val="FF0000"/>
                </a:solidFill>
              </a:rPr>
              <a:t>added with 0</a:t>
            </a:r>
            <a:r>
              <a:rPr lang="en-IN" sz="2400" dirty="0"/>
              <a:t>. </a:t>
            </a:r>
            <a:r>
              <a:rPr lang="en-IN" sz="2400" dirty="0" err="1"/>
              <a:t>Whenver</a:t>
            </a:r>
            <a:r>
              <a:rPr lang="en-IN" sz="2400" dirty="0"/>
              <a:t> </a:t>
            </a:r>
            <a:r>
              <a:rPr lang="en-IN" sz="2400" dirty="0" err="1">
                <a:solidFill>
                  <a:srgbClr val="FF0000"/>
                </a:solidFill>
              </a:rPr>
              <a:t>Cout</a:t>
            </a:r>
            <a:r>
              <a:rPr lang="en-IN" sz="2400" dirty="0">
                <a:solidFill>
                  <a:srgbClr val="FF0000"/>
                </a:solidFill>
              </a:rPr>
              <a:t> (ADD_6) is 1</a:t>
            </a:r>
            <a:r>
              <a:rPr lang="en-IN" sz="2400" dirty="0"/>
              <a:t>, the output of first </a:t>
            </a:r>
            <a:r>
              <a:rPr lang="en-IN" sz="2400" dirty="0">
                <a:solidFill>
                  <a:srgbClr val="FF0000"/>
                </a:solidFill>
              </a:rPr>
              <a:t>adder is added with  6 (0110).</a:t>
            </a:r>
          </a:p>
          <a:p>
            <a:endParaRPr lang="en-IN" sz="2400" dirty="0">
              <a:solidFill>
                <a:srgbClr val="FF0000"/>
              </a:solidFill>
            </a:endParaRPr>
          </a:p>
          <a:p>
            <a:r>
              <a:rPr lang="en-IN" dirty="0"/>
              <a:t>Note: Final </a:t>
            </a:r>
            <a:r>
              <a:rPr lang="en-IN" dirty="0" err="1"/>
              <a:t>Cout</a:t>
            </a:r>
            <a:r>
              <a:rPr lang="en-IN" dirty="0"/>
              <a:t> can also be generated using “OR” of </a:t>
            </a:r>
            <a:r>
              <a:rPr lang="en-IN" dirty="0" err="1"/>
              <a:t>Cout</a:t>
            </a:r>
            <a:r>
              <a:rPr lang="en-IN" dirty="0"/>
              <a:t> from first adder and </a:t>
            </a:r>
            <a:r>
              <a:rPr lang="en-IN" dirty="0" err="1"/>
              <a:t>Cout</a:t>
            </a:r>
            <a:r>
              <a:rPr lang="en-IN" dirty="0"/>
              <a:t> from second adder.</a:t>
            </a:r>
          </a:p>
          <a:p>
            <a:r>
              <a:rPr lang="en-IN" dirty="0" err="1"/>
              <a:t>Cout</a:t>
            </a:r>
            <a:r>
              <a:rPr lang="en-IN" dirty="0"/>
              <a:t> = Cout_1 + Cout_2</a:t>
            </a:r>
          </a:p>
        </p:txBody>
      </p:sp>
    </p:spTree>
    <p:extLst>
      <p:ext uri="{BB962C8B-B14F-4D97-AF65-F5344CB8AC3E}">
        <p14:creationId xmlns:p14="http://schemas.microsoft.com/office/powerpoint/2010/main" val="2394070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530" y="-151710"/>
            <a:ext cx="10515600" cy="1325563"/>
          </a:xfrm>
        </p:spPr>
        <p:txBody>
          <a:bodyPr/>
          <a:lstStyle/>
          <a:p>
            <a:r>
              <a:rPr lang="en-US" dirty="0">
                <a:solidFill>
                  <a:srgbClr val="FF0000"/>
                </a:solidFill>
              </a:rPr>
              <a:t>                              Comparators</a:t>
            </a:r>
          </a:p>
        </p:txBody>
      </p:sp>
      <p:sp>
        <p:nvSpPr>
          <p:cNvPr id="3" name="Content Placeholder 2"/>
          <p:cNvSpPr>
            <a:spLocks noGrp="1"/>
          </p:cNvSpPr>
          <p:nvPr>
            <p:ph idx="1"/>
          </p:nvPr>
        </p:nvSpPr>
        <p:spPr>
          <a:xfrm>
            <a:off x="185530" y="831712"/>
            <a:ext cx="11728173" cy="2428323"/>
          </a:xfrm>
        </p:spPr>
        <p:txBody>
          <a:bodyPr>
            <a:normAutofit lnSpcReduction="10000"/>
          </a:bodyPr>
          <a:lstStyle/>
          <a:p>
            <a:r>
              <a:rPr lang="en-US" dirty="0"/>
              <a:t>Compare the magnitude of two binary numbers for the purpose of establishing whether one is greater than, equal to, or less than the other.</a:t>
            </a:r>
          </a:p>
          <a:p>
            <a:r>
              <a:rPr lang="en-US" dirty="0"/>
              <a:t>A magnitude comparator is a combinational circuit that compares two numbers A and B and determines their relative magnitude. The outcome of the comparison is specified by 3 binary variables that indicate whether </a:t>
            </a:r>
            <a:r>
              <a:rPr lang="en-US" b="1" dirty="0"/>
              <a:t>A = B</a:t>
            </a:r>
            <a:r>
              <a:rPr lang="en-US" dirty="0"/>
              <a:t> or A</a:t>
            </a:r>
            <a:r>
              <a:rPr lang="en-US" b="1" dirty="0"/>
              <a:t>&lt; B</a:t>
            </a:r>
            <a:r>
              <a:rPr lang="en-US" dirty="0"/>
              <a:t> or </a:t>
            </a:r>
            <a:r>
              <a:rPr lang="en-US" b="1" dirty="0"/>
              <a:t>A&gt;B</a:t>
            </a:r>
            <a:r>
              <a:rPr lang="en-US" dirty="0"/>
              <a:t>. </a:t>
            </a:r>
            <a:endParaRPr lang="en-IN" dirty="0"/>
          </a:p>
          <a:p>
            <a:pPr marL="0" indent="0">
              <a:buNone/>
            </a:pPr>
            <a:endParaRPr lang="en-US" dirty="0"/>
          </a:p>
        </p:txBody>
      </p:sp>
      <p:graphicFrame>
        <p:nvGraphicFramePr>
          <p:cNvPr id="5" name="Table 4">
            <a:extLst>
              <a:ext uri="{FF2B5EF4-FFF2-40B4-BE49-F238E27FC236}">
                <a16:creationId xmlns:a16="http://schemas.microsoft.com/office/drawing/2014/main" id="{E2278A2F-E953-FC7E-2986-1F89A0BB23D3}"/>
              </a:ext>
            </a:extLst>
          </p:cNvPr>
          <p:cNvGraphicFramePr>
            <a:graphicFrameLocks noGrp="1"/>
          </p:cNvGraphicFramePr>
          <p:nvPr>
            <p:extLst>
              <p:ext uri="{D42A27DB-BD31-4B8C-83A1-F6EECF244321}">
                <p14:modId xmlns:p14="http://schemas.microsoft.com/office/powerpoint/2010/main" val="2038883128"/>
              </p:ext>
            </p:extLst>
          </p:nvPr>
        </p:nvGraphicFramePr>
        <p:xfrm>
          <a:off x="4308462" y="3966874"/>
          <a:ext cx="3862185" cy="1529910"/>
        </p:xfrm>
        <a:graphic>
          <a:graphicData uri="http://schemas.openxmlformats.org/drawingml/2006/table">
            <a:tbl>
              <a:tblPr firstRow="1" firstCol="1" bandRow="1">
                <a:tableStyleId>{5C22544A-7EE6-4342-B048-85BDC9FD1C3A}</a:tableStyleId>
              </a:tblPr>
              <a:tblGrid>
                <a:gridCol w="772437">
                  <a:extLst>
                    <a:ext uri="{9D8B030D-6E8A-4147-A177-3AD203B41FA5}">
                      <a16:colId xmlns:a16="http://schemas.microsoft.com/office/drawing/2014/main" val="3259700063"/>
                    </a:ext>
                  </a:extLst>
                </a:gridCol>
                <a:gridCol w="772437">
                  <a:extLst>
                    <a:ext uri="{9D8B030D-6E8A-4147-A177-3AD203B41FA5}">
                      <a16:colId xmlns:a16="http://schemas.microsoft.com/office/drawing/2014/main" val="948769128"/>
                    </a:ext>
                  </a:extLst>
                </a:gridCol>
                <a:gridCol w="772437">
                  <a:extLst>
                    <a:ext uri="{9D8B030D-6E8A-4147-A177-3AD203B41FA5}">
                      <a16:colId xmlns:a16="http://schemas.microsoft.com/office/drawing/2014/main" val="3915764975"/>
                    </a:ext>
                  </a:extLst>
                </a:gridCol>
                <a:gridCol w="772437">
                  <a:extLst>
                    <a:ext uri="{9D8B030D-6E8A-4147-A177-3AD203B41FA5}">
                      <a16:colId xmlns:a16="http://schemas.microsoft.com/office/drawing/2014/main" val="1408962463"/>
                    </a:ext>
                  </a:extLst>
                </a:gridCol>
                <a:gridCol w="772437">
                  <a:extLst>
                    <a:ext uri="{9D8B030D-6E8A-4147-A177-3AD203B41FA5}">
                      <a16:colId xmlns:a16="http://schemas.microsoft.com/office/drawing/2014/main" val="4061494547"/>
                    </a:ext>
                  </a:extLst>
                </a:gridCol>
              </a:tblGrid>
              <a:tr h="254985">
                <a:tc gridSpan="2">
                  <a:txBody>
                    <a:bodyPr/>
                    <a:lstStyle/>
                    <a:p>
                      <a:pPr algn="ctr">
                        <a:lnSpc>
                          <a:spcPts val="1320"/>
                        </a:lnSpc>
                        <a:tabLst>
                          <a:tab pos="6000750" algn="l"/>
                        </a:tabLst>
                      </a:pPr>
                      <a:r>
                        <a:rPr lang="en-US" sz="1250">
                          <a:effectLst/>
                        </a:rPr>
                        <a:t>Inputs</a:t>
                      </a:r>
                      <a:endParaRPr lang="en-IN" sz="10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IN"/>
                    </a:p>
                  </a:txBody>
                  <a:tcPr/>
                </a:tc>
                <a:tc gridSpan="3">
                  <a:txBody>
                    <a:bodyPr/>
                    <a:lstStyle/>
                    <a:p>
                      <a:pPr marR="10795" algn="ctr">
                        <a:lnSpc>
                          <a:spcPts val="1320"/>
                        </a:lnSpc>
                        <a:tabLst>
                          <a:tab pos="6000750" algn="l"/>
                        </a:tabLst>
                      </a:pPr>
                      <a:r>
                        <a:rPr lang="en-US" sz="1250">
                          <a:effectLst/>
                        </a:rPr>
                        <a:t>Outputs</a:t>
                      </a:r>
                      <a:endParaRPr lang="en-IN" sz="10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3751926"/>
                  </a:ext>
                </a:extLst>
              </a:tr>
              <a:tr h="254985">
                <a:tc>
                  <a:txBody>
                    <a:bodyPr/>
                    <a:lstStyle/>
                    <a:p>
                      <a:pPr algn="ctr">
                        <a:lnSpc>
                          <a:spcPts val="1320"/>
                        </a:lnSpc>
                        <a:tabLst>
                          <a:tab pos="6000750" algn="l"/>
                        </a:tabLst>
                      </a:pPr>
                      <a:r>
                        <a:rPr lang="en-US" sz="1250">
                          <a:effectLst/>
                        </a:rPr>
                        <a:t> A</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ts val="1320"/>
                        </a:lnSpc>
                        <a:tabLst>
                          <a:tab pos="6000750" algn="l"/>
                        </a:tabLst>
                      </a:pPr>
                      <a:r>
                        <a:rPr lang="en-US" sz="1250">
                          <a:effectLst/>
                        </a:rPr>
                        <a:t>B</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635" algn="ctr">
                        <a:lnSpc>
                          <a:spcPts val="1320"/>
                        </a:lnSpc>
                        <a:tabLst>
                          <a:tab pos="6000750" algn="l"/>
                        </a:tabLst>
                      </a:pPr>
                      <a:r>
                        <a:rPr lang="en-US" sz="1250">
                          <a:effectLst/>
                        </a:rPr>
                        <a:t>A&lt;B</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ctr">
                        <a:lnSpc>
                          <a:spcPts val="1320"/>
                        </a:lnSpc>
                        <a:tabLst>
                          <a:tab pos="6000750" algn="l"/>
                        </a:tabLst>
                      </a:pPr>
                      <a:r>
                        <a:rPr lang="en-US" sz="1250">
                          <a:effectLst/>
                        </a:rPr>
                        <a:t>A=B</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ctr">
                        <a:lnSpc>
                          <a:spcPts val="1320"/>
                        </a:lnSpc>
                        <a:tabLst>
                          <a:tab pos="6000750" algn="l"/>
                        </a:tabLst>
                      </a:pPr>
                      <a:r>
                        <a:rPr lang="en-US" sz="1250">
                          <a:effectLst/>
                        </a:rPr>
                        <a:t>A&gt;B</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92791595"/>
                  </a:ext>
                </a:extLst>
              </a:tr>
              <a:tr h="254985">
                <a:tc>
                  <a:txBody>
                    <a:bodyPr/>
                    <a:lstStyle/>
                    <a:p>
                      <a:pPr algn="ctr">
                        <a:lnSpc>
                          <a:spcPts val="1320"/>
                        </a:lnSpc>
                        <a:tabLst>
                          <a:tab pos="6000750" algn="l"/>
                        </a:tabLst>
                      </a:pPr>
                      <a:r>
                        <a:rPr lang="en-US" sz="1250">
                          <a:effectLst/>
                        </a:rPr>
                        <a:t>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ts val="1320"/>
                        </a:lnSpc>
                        <a:tabLst>
                          <a:tab pos="6000750" algn="l"/>
                        </a:tabLst>
                      </a:pPr>
                      <a:r>
                        <a:rPr lang="en-US" sz="1250">
                          <a:effectLst/>
                        </a:rPr>
                        <a:t>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635" algn="l">
                        <a:lnSpc>
                          <a:spcPts val="1320"/>
                        </a:lnSpc>
                        <a:tabLst>
                          <a:tab pos="6000750" algn="l"/>
                        </a:tabLst>
                      </a:pPr>
                      <a:r>
                        <a:rPr lang="en-US" sz="1250" dirty="0">
                          <a:effectLst/>
                        </a:rPr>
                        <a:t>     0</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dirty="0">
                          <a:effectLst/>
                        </a:rPr>
                        <a:t>      1</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a:effectLst/>
                        </a:rPr>
                        <a:t>     0</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05827982"/>
                  </a:ext>
                </a:extLst>
              </a:tr>
              <a:tr h="254985">
                <a:tc>
                  <a:txBody>
                    <a:bodyPr/>
                    <a:lstStyle/>
                    <a:p>
                      <a:pPr algn="ctr">
                        <a:lnSpc>
                          <a:spcPts val="1320"/>
                        </a:lnSpc>
                        <a:tabLst>
                          <a:tab pos="6000750" algn="l"/>
                        </a:tabLst>
                      </a:pPr>
                      <a:r>
                        <a:rPr lang="en-US" sz="1250">
                          <a:effectLst/>
                        </a:rPr>
                        <a:t>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ts val="1320"/>
                        </a:lnSpc>
                        <a:tabLst>
                          <a:tab pos="6000750" algn="l"/>
                        </a:tabLst>
                      </a:pPr>
                      <a:r>
                        <a:rPr lang="en-US" sz="1250">
                          <a:effectLst/>
                        </a:rPr>
                        <a:t>1</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635" algn="l">
                        <a:lnSpc>
                          <a:spcPts val="1320"/>
                        </a:lnSpc>
                        <a:tabLst>
                          <a:tab pos="6000750" algn="l"/>
                        </a:tabLst>
                      </a:pPr>
                      <a:r>
                        <a:rPr lang="en-US" sz="1250">
                          <a:effectLst/>
                        </a:rPr>
                        <a:t>     1</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dirty="0">
                          <a:effectLst/>
                        </a:rPr>
                        <a:t>      0</a:t>
                      </a:r>
                      <a:endParaRPr lang="en-IN"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a:effectLst/>
                        </a:rPr>
                        <a:t>     0   </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07472752"/>
                  </a:ext>
                </a:extLst>
              </a:tr>
              <a:tr h="254985">
                <a:tc>
                  <a:txBody>
                    <a:bodyPr/>
                    <a:lstStyle/>
                    <a:p>
                      <a:pPr algn="ctr">
                        <a:lnSpc>
                          <a:spcPts val="1320"/>
                        </a:lnSpc>
                        <a:tabLst>
                          <a:tab pos="6000750" algn="l"/>
                        </a:tabLst>
                      </a:pPr>
                      <a:r>
                        <a:rPr lang="en-US" sz="1250">
                          <a:effectLst/>
                        </a:rPr>
                        <a:t>1</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ts val="1320"/>
                        </a:lnSpc>
                        <a:tabLst>
                          <a:tab pos="6000750" algn="l"/>
                        </a:tabLst>
                      </a:pPr>
                      <a:r>
                        <a:rPr lang="en-US" sz="1250">
                          <a:effectLst/>
                        </a:rPr>
                        <a:t>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635" algn="l">
                        <a:lnSpc>
                          <a:spcPts val="1320"/>
                        </a:lnSpc>
                        <a:tabLst>
                          <a:tab pos="6000750" algn="l"/>
                        </a:tabLst>
                      </a:pPr>
                      <a:r>
                        <a:rPr lang="en-US" sz="1250">
                          <a:effectLst/>
                        </a:rPr>
                        <a:t>     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a:effectLst/>
                        </a:rPr>
                        <a:t>      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a:effectLst/>
                        </a:rPr>
                        <a:t>     1</a:t>
                      </a:r>
                      <a:endParaRPr lang="en-IN" sz="1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29028005"/>
                  </a:ext>
                </a:extLst>
              </a:tr>
              <a:tr h="254985">
                <a:tc>
                  <a:txBody>
                    <a:bodyPr/>
                    <a:lstStyle/>
                    <a:p>
                      <a:pPr algn="ctr">
                        <a:lnSpc>
                          <a:spcPts val="1320"/>
                        </a:lnSpc>
                        <a:tabLst>
                          <a:tab pos="6000750" algn="l"/>
                        </a:tabLst>
                      </a:pPr>
                      <a:r>
                        <a:rPr lang="en-US" sz="1250">
                          <a:effectLst/>
                        </a:rPr>
                        <a:t>1</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ts val="1320"/>
                        </a:lnSpc>
                        <a:tabLst>
                          <a:tab pos="6000750" algn="l"/>
                        </a:tabLst>
                      </a:pPr>
                      <a:r>
                        <a:rPr lang="en-US" sz="1250">
                          <a:effectLst/>
                        </a:rPr>
                        <a:t>1</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635" algn="l">
                        <a:lnSpc>
                          <a:spcPts val="1320"/>
                        </a:lnSpc>
                        <a:tabLst>
                          <a:tab pos="6000750" algn="l"/>
                        </a:tabLst>
                      </a:pPr>
                      <a:r>
                        <a:rPr lang="en-US" sz="1250">
                          <a:effectLst/>
                        </a:rPr>
                        <a:t>     0</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a:effectLst/>
                        </a:rPr>
                        <a:t>      1</a:t>
                      </a:r>
                      <a:endParaRPr lang="en-IN" sz="1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R="10795" algn="l">
                        <a:lnSpc>
                          <a:spcPts val="1320"/>
                        </a:lnSpc>
                        <a:tabLst>
                          <a:tab pos="6000750" algn="l"/>
                        </a:tabLst>
                      </a:pPr>
                      <a:r>
                        <a:rPr lang="en-US" sz="1250" dirty="0">
                          <a:effectLst/>
                        </a:rPr>
                        <a:t>     0</a:t>
                      </a:r>
                      <a:endParaRPr lang="en-IN" sz="1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80357567"/>
                  </a:ext>
                </a:extLst>
              </a:tr>
            </a:tbl>
          </a:graphicData>
        </a:graphic>
      </p:graphicFrame>
      <p:pic>
        <p:nvPicPr>
          <p:cNvPr id="8" name="Picture 7">
            <a:extLst>
              <a:ext uri="{FF2B5EF4-FFF2-40B4-BE49-F238E27FC236}">
                <a16:creationId xmlns:a16="http://schemas.microsoft.com/office/drawing/2014/main" id="{9FB0F338-5D8E-9580-5219-D812E92C8367}"/>
              </a:ext>
            </a:extLst>
          </p:cNvPr>
          <p:cNvPicPr>
            <a:picLocks noChangeAspect="1"/>
          </p:cNvPicPr>
          <p:nvPr/>
        </p:nvPicPr>
        <p:blipFill>
          <a:blip r:embed="rId2"/>
          <a:srcRect/>
          <a:stretch>
            <a:fillRect/>
          </a:stretch>
        </p:blipFill>
        <p:spPr>
          <a:xfrm>
            <a:off x="8355912" y="3429000"/>
            <a:ext cx="3836088" cy="2365957"/>
          </a:xfrm>
          <a:prstGeom prst="rect">
            <a:avLst/>
          </a:prstGeom>
          <a:noFill/>
          <a:ln w="9525">
            <a:noFill/>
            <a:miter lim="800000"/>
            <a:headEnd/>
            <a:tailEnd/>
          </a:ln>
        </p:spPr>
      </p:pic>
      <p:sp>
        <p:nvSpPr>
          <p:cNvPr id="10" name="TextBox 9">
            <a:extLst>
              <a:ext uri="{FF2B5EF4-FFF2-40B4-BE49-F238E27FC236}">
                <a16:creationId xmlns:a16="http://schemas.microsoft.com/office/drawing/2014/main" id="{FE8A36BD-AA1C-6E7E-70B1-FC213AD17930}"/>
              </a:ext>
            </a:extLst>
          </p:cNvPr>
          <p:cNvSpPr txBox="1"/>
          <p:nvPr/>
        </p:nvSpPr>
        <p:spPr>
          <a:xfrm>
            <a:off x="365120" y="3223244"/>
            <a:ext cx="6129130" cy="461665"/>
          </a:xfrm>
          <a:prstGeom prst="rect">
            <a:avLst/>
          </a:prstGeom>
          <a:noFill/>
        </p:spPr>
        <p:txBody>
          <a:bodyPr wrap="square">
            <a:spAutoFit/>
          </a:bodyPr>
          <a:lstStyle/>
          <a:p>
            <a:r>
              <a:rPr lang="en-US" sz="2400" b="1" dirty="0">
                <a:solidFill>
                  <a:srgbClr val="FF0000"/>
                </a:solidFill>
              </a:rPr>
              <a:t>Design of 1bit Comparator</a:t>
            </a:r>
            <a:endParaRPr lang="en-IN" sz="2400" dirty="0">
              <a:solidFill>
                <a:srgbClr val="FF0000"/>
              </a:solidFill>
            </a:endParaRPr>
          </a:p>
        </p:txBody>
      </p:sp>
      <p:pic>
        <p:nvPicPr>
          <p:cNvPr id="12" name="Picture 11">
            <a:extLst>
              <a:ext uri="{FF2B5EF4-FFF2-40B4-BE49-F238E27FC236}">
                <a16:creationId xmlns:a16="http://schemas.microsoft.com/office/drawing/2014/main" id="{B7D6D32F-FD55-C96C-DF32-9E3C1AF4BEEC}"/>
              </a:ext>
            </a:extLst>
          </p:cNvPr>
          <p:cNvPicPr>
            <a:picLocks noChangeAspect="1"/>
          </p:cNvPicPr>
          <p:nvPr/>
        </p:nvPicPr>
        <p:blipFill>
          <a:blip r:embed="rId3"/>
          <a:stretch>
            <a:fillRect/>
          </a:stretch>
        </p:blipFill>
        <p:spPr>
          <a:xfrm>
            <a:off x="-6362" y="4093084"/>
            <a:ext cx="4314824" cy="1403700"/>
          </a:xfrm>
          <a:prstGeom prst="rect">
            <a:avLst/>
          </a:prstGeom>
        </p:spPr>
      </p:pic>
    </p:spTree>
    <p:extLst>
      <p:ext uri="{BB962C8B-B14F-4D97-AF65-F5344CB8AC3E}">
        <p14:creationId xmlns:p14="http://schemas.microsoft.com/office/powerpoint/2010/main" val="223970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226" y="73576"/>
            <a:ext cx="10515600" cy="1325563"/>
          </a:xfrm>
        </p:spPr>
        <p:txBody>
          <a:bodyPr/>
          <a:lstStyle/>
          <a:p>
            <a:r>
              <a:rPr lang="en-US" dirty="0"/>
              <a:t>                       </a:t>
            </a:r>
            <a:r>
              <a:rPr lang="en-US" dirty="0">
                <a:solidFill>
                  <a:srgbClr val="FF0000"/>
                </a:solidFill>
              </a:rPr>
              <a:t>Designing of N bit Comparators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87725" y="1200354"/>
                <a:ext cx="8432205" cy="5200445"/>
              </a:xfrm>
            </p:spPr>
            <p:txBody>
              <a:bodyPr>
                <a:normAutofit fontScale="85000" lnSpcReduction="10000"/>
              </a:bodyPr>
              <a:lstStyle/>
              <a:p>
                <a:r>
                  <a:rPr lang="en-US" dirty="0"/>
                  <a:t>An N bit comparator makes use of a cascade connection of identical subnetworks similar to the case of the parallel adder.</a:t>
                </a:r>
              </a:p>
              <a:p>
                <a:r>
                  <a:rPr lang="en-US" dirty="0"/>
                  <a:t>Consider two n-bit binary numbers: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𝐴</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𝑛</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0</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𝐵</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𝑛</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0</m:t>
                          </m:r>
                        </m:sub>
                      </m:sSub>
                    </m:oMath>
                  </m:oMathPara>
                </a14:m>
                <a:endParaRPr lang="en-US" b="0" dirty="0"/>
              </a:p>
              <a:p>
                <a:r>
                  <a:rPr lang="en-US" b="0" dirty="0"/>
                  <a:t>Assume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b="0" dirty="0"/>
                  <a:t> are entering the subnetwork and that the binary numbers are analyzed from right to left, </a:t>
                </a:r>
                <a:r>
                  <a:rPr lang="en-US" dirty="0"/>
                  <a:t>Subnetwork is called a 1-bit comparator.</a:t>
                </a:r>
                <a:endParaRPr lang="en-US" dirty="0">
                  <a:solidFill>
                    <a:prstClr val="black"/>
                  </a:solidFill>
                </a:endParaRPr>
              </a:p>
              <a:p>
                <a:pPr lvl="0"/>
                <a:r>
                  <a:rPr lang="en-US" dirty="0">
                    <a:solidFill>
                      <a:prstClr val="black"/>
                    </a:solidFill>
                  </a:rPr>
                  <a:t>3 conditions describing the relative magnitudes of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0</m:t>
                        </m:r>
                      </m:sub>
                    </m:sSub>
                  </m:oMath>
                </a14:m>
                <a:r>
                  <a:rPr lang="en-US" dirty="0">
                    <a:solidFill>
                      <a:prstClr val="black"/>
                    </a:solidFill>
                  </a:rPr>
                  <a:t>,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0</m:t>
                        </m:r>
                      </m:sub>
                    </m:sSub>
                  </m:oMath>
                </a14:m>
                <a:endParaRPr lang="en-US" dirty="0">
                  <a:solidFill>
                    <a:prstClr val="black"/>
                  </a:solidFill>
                </a:endParaRPr>
              </a:p>
              <a:p>
                <a:pPr marL="0" lvl="0" indent="0">
                  <a:buNone/>
                </a:pP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𝐺</m:t>
                        </m:r>
                      </m:e>
                      <m:sub>
                        <m:r>
                          <a:rPr lang="en-US" i="1">
                            <a:solidFill>
                              <a:prstClr val="black"/>
                            </a:solidFill>
                            <a:latin typeface="Cambria Math"/>
                          </a:rPr>
                          <m:t>𝑖</m:t>
                        </m:r>
                      </m:sub>
                    </m:sSub>
                    <m:r>
                      <a:rPr lang="en-US" i="1">
                        <a:solidFill>
                          <a:prstClr val="black"/>
                        </a:solidFill>
                        <a:latin typeface="Cambria Math"/>
                      </a:rPr>
                      <m:t>=1</m:t>
                    </m:r>
                  </m:oMath>
                </a14:m>
                <a:r>
                  <a:rPr lang="en-US" dirty="0">
                    <a:solidFill>
                      <a:prstClr val="black"/>
                    </a:solidFill>
                  </a:rPr>
                  <a:t> denotes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0</m:t>
                        </m:r>
                      </m:sub>
                    </m:sSub>
                    <m:r>
                      <a:rPr lang="en-US">
                        <a:solidFill>
                          <a:prstClr val="black"/>
                        </a:solidFill>
                        <a:latin typeface="Cambria Math"/>
                      </a:rPr>
                      <m:t>&gt;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0</m:t>
                        </m:r>
                      </m:sub>
                    </m:sSub>
                  </m:oMath>
                </a14:m>
                <a:endParaRPr lang="en-US" dirty="0">
                  <a:solidFill>
                    <a:prstClr val="black"/>
                  </a:solidFill>
                </a:endParaRPr>
              </a:p>
              <a:p>
                <a:pPr marL="0" lvl="0" indent="0">
                  <a:buNone/>
                </a:pP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𝐸</m:t>
                        </m:r>
                      </m:e>
                      <m:sub>
                        <m:r>
                          <a:rPr lang="en-US" i="1">
                            <a:solidFill>
                              <a:prstClr val="black"/>
                            </a:solidFill>
                            <a:latin typeface="Cambria Math"/>
                          </a:rPr>
                          <m:t>𝑖</m:t>
                        </m:r>
                      </m:sub>
                    </m:sSub>
                    <m:r>
                      <a:rPr lang="en-US" i="1">
                        <a:solidFill>
                          <a:prstClr val="black"/>
                        </a:solidFill>
                        <a:latin typeface="Cambria Math"/>
                      </a:rPr>
                      <m:t>=1</m:t>
                    </m:r>
                  </m:oMath>
                </a14:m>
                <a:r>
                  <a:rPr lang="en-US" dirty="0">
                    <a:solidFill>
                      <a:prstClr val="black"/>
                    </a:solidFill>
                  </a:rPr>
                  <a:t> denotes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0</m:t>
                        </m:r>
                      </m:sub>
                    </m:sSub>
                    <m:r>
                      <a:rPr lang="en-US">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0</m:t>
                        </m:r>
                      </m:sub>
                    </m:sSub>
                  </m:oMath>
                </a14:m>
                <a:endParaRPr lang="en-US" dirty="0">
                  <a:solidFill>
                    <a:prstClr val="black"/>
                  </a:solidFill>
                </a:endParaRPr>
              </a:p>
              <a:p>
                <a:pPr marL="0" lvl="0" indent="0">
                  <a:buNone/>
                </a:pP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𝐿</m:t>
                        </m:r>
                      </m:e>
                      <m:sub>
                        <m:r>
                          <a:rPr lang="en-US" i="1">
                            <a:solidFill>
                              <a:prstClr val="black"/>
                            </a:solidFill>
                            <a:latin typeface="Cambria Math"/>
                          </a:rPr>
                          <m:t>𝑖</m:t>
                        </m:r>
                      </m:sub>
                    </m:sSub>
                    <m:r>
                      <a:rPr lang="en-US" i="1">
                        <a:solidFill>
                          <a:prstClr val="black"/>
                        </a:solidFill>
                        <a:latin typeface="Cambria Math"/>
                      </a:rPr>
                      <m:t>=1</m:t>
                    </m:r>
                  </m:oMath>
                </a14:m>
                <a:r>
                  <a:rPr lang="en-US" dirty="0">
                    <a:solidFill>
                      <a:prstClr val="black"/>
                    </a:solidFill>
                  </a:rPr>
                  <a:t> denotes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𝐴</m:t>
                        </m:r>
                      </m:e>
                      <m:sub>
                        <m:r>
                          <a:rPr lang="en-US" i="1">
                            <a:solidFill>
                              <a:prstClr val="black"/>
                            </a:solidFill>
                            <a:latin typeface="Cambria Math"/>
                          </a:rPr>
                          <m:t>0</m:t>
                        </m:r>
                      </m:sub>
                    </m:sSub>
                    <m:r>
                      <a:rPr lang="en-US">
                        <a:solidFill>
                          <a:prstClr val="black"/>
                        </a:solidFill>
                        <a:latin typeface="Cambria Math"/>
                      </a:rPr>
                      <m:t>&lt;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𝑖</m:t>
                        </m:r>
                        <m:r>
                          <a:rPr lang="en-US" i="1">
                            <a:solidFill>
                              <a:prstClr val="black"/>
                            </a:solidFill>
                            <a:latin typeface="Cambria Math"/>
                          </a:rPr>
                          <m:t>−1</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1</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𝐵</m:t>
                        </m:r>
                      </m:e>
                      <m:sub>
                        <m:r>
                          <a:rPr lang="en-US" i="1">
                            <a:solidFill>
                              <a:prstClr val="black"/>
                            </a:solidFill>
                            <a:latin typeface="Cambria Math"/>
                          </a:rPr>
                          <m:t>0</m:t>
                        </m:r>
                      </m:sub>
                    </m:sSub>
                  </m:oMath>
                </a14:m>
                <a:endParaRPr lang="en-US" dirty="0">
                  <a:solidFill>
                    <a:prstClr val="black"/>
                  </a:solidFill>
                </a:endParaRPr>
              </a:p>
              <a:p>
                <a:pPr lvl="0"/>
                <a:r>
                  <a:rPr lang="en-US" dirty="0">
                    <a:solidFill>
                      <a:prstClr val="black"/>
                    </a:solidFill>
                  </a:rPr>
                  <a:t>1-bit comparator is a 5-input 3-output network</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87725" y="1200354"/>
                <a:ext cx="8432205" cy="5200445"/>
              </a:xfrm>
              <a:blipFill>
                <a:blip r:embed="rId2"/>
                <a:stretch>
                  <a:fillRect l="-940" t="-2227" r="-868" b="-1876"/>
                </a:stretch>
              </a:blipFill>
            </p:spPr>
            <p:txBody>
              <a:bodyPr/>
              <a:lstStyle/>
              <a:p>
                <a:r>
                  <a:rPr lang="en-IN">
                    <a:noFill/>
                  </a:rPr>
                  <a:t> </a:t>
                </a:r>
              </a:p>
            </p:txBody>
          </p:sp>
        </mc:Fallback>
      </mc:AlternateContent>
    </p:spTree>
    <p:extLst>
      <p:ext uri="{BB962C8B-B14F-4D97-AF65-F5344CB8AC3E}">
        <p14:creationId xmlns:p14="http://schemas.microsoft.com/office/powerpoint/2010/main" val="153372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656984"/>
                <a:ext cx="10515600" cy="4351338"/>
              </a:xfrm>
            </p:spPr>
            <p:txBody>
              <a:bodyPr/>
              <a:lstStyle/>
              <a:p>
                <a:r>
                  <a:rPr lang="en-US" dirty="0"/>
                  <a:t>Rules:</a:t>
                </a:r>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=0,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=1,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=0</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b="0" dirty="0"/>
              </a:p>
              <a:p>
                <a:pPr marL="457200" lvl="1" indent="0">
                  <a:buNone/>
                </a:pPr>
                <a:endParaRPr lang="en-US" b="0"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b="0" dirty="0"/>
              </a:p>
              <a:p>
                <a:r>
                  <a:rPr lang="en-US" dirty="0"/>
                  <a:t>Can use this to construct a truth table and derive the Boolean expressions</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656984"/>
                <a:ext cx="10515600" cy="4351338"/>
              </a:xfrm>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233309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47039" y="2589765"/>
                <a:ext cx="10515600" cy="4351338"/>
              </a:xfrm>
            </p:spPr>
            <p:txBody>
              <a:bodyPr/>
              <a:lstStyle/>
              <a:p>
                <a:pPr marL="0" indent="0">
                  <a:buNone/>
                </a:pPr>
                <a:r>
                  <a:rPr lang="en-US" dirty="0"/>
                  <a:t>                                       Minimal Sum Boolean Expressions:</a:t>
                </a:r>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𝐵</m:t>
                            </m:r>
                          </m:e>
                        </m:ba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𝐵</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oMath>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𝐴</m:t>
                              </m:r>
                            </m:e>
                          </m:bar>
                        </m:e>
                        <m:sub>
                          <m:r>
                            <a:rPr lang="en-US" b="0" i="1" smtClean="0">
                              <a:latin typeface="Cambria Math"/>
                            </a:rPr>
                            <m:t>𝑖</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𝐵</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IN" b="0" i="1" smtClean="0">
                              <a:latin typeface="Cambria Math" panose="02040503050406030204" pitchFamily="18" charset="0"/>
                            </a:rPr>
                            <m:t> </m:t>
                          </m:r>
                          <m:r>
                            <a:rPr lang="en-US" b="0" i="1" smtClean="0">
                              <a:latin typeface="Cambria Math"/>
                            </a:rPr>
                            <m:t>𝐿</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𝐴</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𝐴</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oMath>
                  </m:oMathPara>
                </a14:m>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47039" y="2589765"/>
                <a:ext cx="10515600" cy="4351338"/>
              </a:xfrm>
              <a:blipFill>
                <a:blip r:embed="rId2"/>
                <a:stretch>
                  <a:fillRect t="-2381"/>
                </a:stretch>
              </a:blipFill>
            </p:spPr>
            <p:txBody>
              <a:bodyPr/>
              <a:lstStyle/>
              <a:p>
                <a:r>
                  <a:rPr lang="en-IN">
                    <a:noFill/>
                  </a:rPr>
                  <a:t> </a:t>
                </a:r>
              </a:p>
            </p:txBody>
          </p:sp>
        </mc:Fallback>
      </mc:AlternateContent>
      <p:pic>
        <p:nvPicPr>
          <p:cNvPr id="6" name="Picture 2">
            <a:extLst>
              <a:ext uri="{FF2B5EF4-FFF2-40B4-BE49-F238E27FC236}">
                <a16:creationId xmlns:a16="http://schemas.microsoft.com/office/drawing/2014/main" id="{02A406C2-E9EB-AE58-8592-860A75CEE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6594220" y="-52053"/>
            <a:ext cx="5337812" cy="5441919"/>
          </a:xfrm>
          <a:prstGeom prst="rect">
            <a:avLst/>
          </a:prstGeom>
          <a:noFill/>
          <a:ln>
            <a:noFill/>
          </a:ln>
          <a:scene3d>
            <a:camera prst="orthographicFront">
              <a:rot lat="0" lon="0" rev="21570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a:extLst>
              <a:ext uri="{FF2B5EF4-FFF2-40B4-BE49-F238E27FC236}">
                <a16:creationId xmlns:a16="http://schemas.microsoft.com/office/drawing/2014/main" id="{57EF9246-D0EC-0EA5-BB16-F6195378E6E2}"/>
              </a:ext>
            </a:extLst>
          </p:cNvPr>
          <p:cNvPicPr>
            <a:picLocks noChangeAspect="1"/>
          </p:cNvPicPr>
          <p:nvPr/>
        </p:nvPicPr>
        <p:blipFill>
          <a:blip r:embed="rId4"/>
          <a:stretch>
            <a:fillRect/>
          </a:stretch>
        </p:blipFill>
        <p:spPr>
          <a:xfrm>
            <a:off x="896385" y="0"/>
            <a:ext cx="3285764" cy="2589765"/>
          </a:xfrm>
          <a:prstGeom prst="rect">
            <a:avLst/>
          </a:prstGeom>
        </p:spPr>
      </p:pic>
      <p:pic>
        <p:nvPicPr>
          <p:cNvPr id="8" name="Picture 2">
            <a:extLst>
              <a:ext uri="{FF2B5EF4-FFF2-40B4-BE49-F238E27FC236}">
                <a16:creationId xmlns:a16="http://schemas.microsoft.com/office/drawing/2014/main" id="{3AC8C50C-46F9-A2D6-8599-FB922399E0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4560893" y="1789536"/>
            <a:ext cx="1602529" cy="8534399"/>
          </a:xfrm>
          <a:prstGeom prst="rect">
            <a:avLst/>
          </a:prstGeom>
          <a:noFill/>
          <a:ln>
            <a:noFill/>
          </a:ln>
          <a:scene3d>
            <a:camera prst="orthographicFront">
              <a:rot lat="0" lon="0" rev="21552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7229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11496</TotalTime>
  <Words>1971</Words>
  <Application>Microsoft Office PowerPoint</Application>
  <PresentationFormat>Widescreen</PresentationFormat>
  <Paragraphs>231</Paragraphs>
  <Slides>26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Calibri Light</vt:lpstr>
      <vt:lpstr>Cambria Math</vt:lpstr>
      <vt:lpstr>Geneva</vt:lpstr>
      <vt:lpstr>Myriad Pro</vt:lpstr>
      <vt:lpstr>Times New Roman</vt:lpstr>
      <vt:lpstr>Office Theme</vt:lpstr>
      <vt:lpstr>PowerPoint Presentation</vt:lpstr>
      <vt:lpstr>Circuits for Binary Addition</vt:lpstr>
      <vt:lpstr>Full Adder</vt:lpstr>
      <vt:lpstr>PowerPoint Presentation</vt:lpstr>
      <vt:lpstr>PowerPoint Presentation</vt:lpstr>
      <vt:lpstr>PowerPoint Presentation</vt:lpstr>
      <vt:lpstr>PowerPoint Presentation</vt:lpstr>
      <vt:lpstr>PowerPoint Presentation</vt:lpstr>
      <vt:lpstr>Delay Analysis of Ripple Adder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Comparators</vt:lpstr>
      <vt:lpstr>                       Designing of N bit Comparators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badarinath k</dc:creator>
  <cp:lastModifiedBy>Dr BadariNath K</cp:lastModifiedBy>
  <cp:revision>24</cp:revision>
  <dcterms:created xsi:type="dcterms:W3CDTF">2022-01-11T11:32:00Z</dcterms:created>
  <dcterms:modified xsi:type="dcterms:W3CDTF">2024-01-05T18:28:37Z</dcterms:modified>
</cp:coreProperties>
</file>