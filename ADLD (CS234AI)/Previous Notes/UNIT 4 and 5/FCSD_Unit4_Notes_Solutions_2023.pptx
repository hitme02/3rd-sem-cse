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21.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259" r:id="rId2"/>
    <p:sldId id="358" r:id="rId3"/>
    <p:sldId id="359" r:id="rId4"/>
    <p:sldId id="361" r:id="rId5"/>
    <p:sldId id="362" r:id="rId6"/>
    <p:sldId id="363" r:id="rId7"/>
    <p:sldId id="277" r:id="rId8"/>
    <p:sldId id="366" r:id="rId9"/>
    <p:sldId id="256" r:id="rId10"/>
    <p:sldId id="257" r:id="rId11"/>
    <p:sldId id="258" r:id="rId12"/>
    <p:sldId id="364" r:id="rId13"/>
    <p:sldId id="278" r:id="rId14"/>
    <p:sldId id="279" r:id="rId15"/>
    <p:sldId id="280" r:id="rId16"/>
    <p:sldId id="367" r:id="rId17"/>
    <p:sldId id="368" r:id="rId18"/>
    <p:sldId id="369" r:id="rId19"/>
    <p:sldId id="370" r:id="rId20"/>
    <p:sldId id="371" r:id="rId21"/>
    <p:sldId id="372" r:id="rId22"/>
    <p:sldId id="373" r:id="rId23"/>
    <p:sldId id="374" r:id="rId24"/>
    <p:sldId id="375" r:id="rId25"/>
    <p:sldId id="376" r:id="rId26"/>
    <p:sldId id="377" r:id="rId27"/>
    <p:sldId id="379" r:id="rId28"/>
    <p:sldId id="382" r:id="rId29"/>
    <p:sldId id="381" r:id="rId30"/>
    <p:sldId id="262" r:id="rId31"/>
    <p:sldId id="263" r:id="rId32"/>
    <p:sldId id="264" r:id="rId33"/>
    <p:sldId id="265" r:id="rId34"/>
    <p:sldId id="266" r:id="rId35"/>
    <p:sldId id="267" r:id="rId36"/>
    <p:sldId id="268" r:id="rId37"/>
    <p:sldId id="269" r:id="rId38"/>
    <p:sldId id="274" r:id="rId39"/>
    <p:sldId id="275" r:id="rId40"/>
    <p:sldId id="271" r:id="rId41"/>
    <p:sldId id="276" r:id="rId42"/>
    <p:sldId id="273" r:id="rId43"/>
    <p:sldId id="272" r:id="rId44"/>
    <p:sldId id="344" r:id="rId45"/>
    <p:sldId id="350" r:id="rId46"/>
    <p:sldId id="355" r:id="rId47"/>
    <p:sldId id="349" r:id="rId48"/>
    <p:sldId id="345" r:id="rId49"/>
    <p:sldId id="348" r:id="rId50"/>
    <p:sldId id="351" r:id="rId51"/>
    <p:sldId id="352" r:id="rId52"/>
    <p:sldId id="353" r:id="rId53"/>
    <p:sldId id="346" r:id="rId54"/>
    <p:sldId id="347" r:id="rId55"/>
    <p:sldId id="357" r:id="rId56"/>
    <p:sldId id="354" r:id="rId57"/>
    <p:sldId id="35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D7EB6C-CD57-327E-F308-5BA3F1866F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18E595A-EE88-C69E-1C04-8A5F8D1A2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3ACF14-5467-46C6-A044-E1B6C3B6B19E}" type="datetimeFigureOut">
              <a:rPr lang="en-IN" smtClean="0"/>
              <a:t>08-02-2025</a:t>
            </a:fld>
            <a:endParaRPr lang="en-IN"/>
          </a:p>
        </p:txBody>
      </p:sp>
      <p:sp>
        <p:nvSpPr>
          <p:cNvPr id="4" name="Footer Placeholder 3">
            <a:extLst>
              <a:ext uri="{FF2B5EF4-FFF2-40B4-BE49-F238E27FC236}">
                <a16:creationId xmlns:a16="http://schemas.microsoft.com/office/drawing/2014/main" id="{26F214D5-50F8-F3A9-324A-679C0A34C6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60B1A79-6584-9A72-D4A2-AD46A289D1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F67C31-74E8-4863-9227-4B7BCA2EAB74}" type="slidenum">
              <a:rPr lang="en-IN" smtClean="0"/>
              <a:t>‹#›</a:t>
            </a:fld>
            <a:endParaRPr lang="en-IN"/>
          </a:p>
        </p:txBody>
      </p:sp>
    </p:spTree>
    <p:extLst>
      <p:ext uri="{BB962C8B-B14F-4D97-AF65-F5344CB8AC3E}">
        <p14:creationId xmlns:p14="http://schemas.microsoft.com/office/powerpoint/2010/main" val="3266534327"/>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17.288"/>
    </inkml:context>
    <inkml:brush xml:id="br0">
      <inkml:brushProperty name="width" value="0.1" units="cm"/>
      <inkml:brushProperty name="height" value="0.1" units="cm"/>
      <inkml:brushProperty name="color" value="#E71224"/>
    </inkml:brush>
  </inkml:definitions>
  <inkml:trace contextRef="#ctx0" brushRef="#br0">29 0 24575,'0'14'0,"-2"-1"0,0 0 0,-6 22 0,-4 24 0,7 265 0,7-179 0,-2-9-1365,0-113-5461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18.120"/>
    </inkml:context>
    <inkml:brush xml:id="br0">
      <inkml:brushProperty name="width" value="0.1" units="cm"/>
      <inkml:brushProperty name="height" value="0.1" units="cm"/>
      <inkml:brushProperty name="color" value="#E71224"/>
    </inkml:brush>
  </inkml:definitions>
  <inkml:trace contextRef="#ctx0" brushRef="#br0">1 30 24575,'412'0'0,"-393"-1"0,1-1 0,0-1 0,19-5 0,-18 3 0,0 1 0,29-2 0,363 5 84,-198 3-1533,-191-2-5377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18.820"/>
    </inkml:context>
    <inkml:brush xml:id="br0">
      <inkml:brushProperty name="width" value="0.1" units="cm"/>
      <inkml:brushProperty name="height" value="0.1" units="cm"/>
      <inkml:brushProperty name="color" value="#E71224"/>
    </inkml:brush>
  </inkml:definitions>
  <inkml:trace contextRef="#ctx0" brushRef="#br0">0 1 24575,'1367'0'-1365,"-1344"0"-5461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19.681"/>
    </inkml:context>
    <inkml:brush xml:id="br0">
      <inkml:brushProperty name="width" value="0.1" units="cm"/>
      <inkml:brushProperty name="height" value="0.1" units="cm"/>
      <inkml:brushProperty name="color" value="#E71224"/>
    </inkml:brush>
  </inkml:definitions>
  <inkml:trace contextRef="#ctx0" brushRef="#br0">0 1 24575,'0'875'-1365,"0"-851"-5461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1.145"/>
    </inkml:context>
    <inkml:brush xml:id="br0">
      <inkml:brushProperty name="width" value="0.1" units="cm"/>
      <inkml:brushProperty name="height" value="0.1" units="cm"/>
      <inkml:brushProperty name="color" value="#E71224"/>
    </inkml:brush>
  </inkml:definitions>
  <inkml:trace contextRef="#ctx0" brushRef="#br0">1 275 24575,'0'-6'0,"0"-1"0,0 1 0,1-1 0,0 0 0,1 1 0,-1 0 0,1-1 0,1 1 0,-1 0 0,1 0 0,0 0 0,0 0 0,5-6 0,-2 5 0,0 0 0,1 1 0,-1 0 0,1 0 0,0 1 0,1 0 0,-1 0 0,1 0 0,10-3 0,15-8 0,-8 2 0,1 2 0,0 1 0,1 1 0,1 1 0,-1 2 0,30-5 0,25-2 0,-57 9 0,1 1 0,30-2 0,-45 6 0,1 0 0,-1 1 0,0 0 0,0 1 0,0 0 0,0 1 0,17 6 0,-23-7 0,1 1 0,-1 0 0,0-1 0,0 2 0,0-1 0,-1 1 0,1-1 0,-1 1 0,0 1 0,0-1 0,0 0 0,-1 1 0,1 0 0,-1 0 0,0 0 0,3 10 0,3 12 0,-1 0 0,-1 1 0,-2 0 0,0 0 0,-2 1 0,-2-1 0,-1 39 0,0-57 0,0 13 0,-1-1 0,-7 43 0,6-59 0,1 0 0,-1 0 0,0 0 0,0-1 0,-1 1 0,1 0 0,-1-1 0,-1 0 0,1 0 0,-1 0 0,1 0 0,-2-1 0,1 1 0,0-1 0,-9 6 0,3-4 0,-1 0 0,1-1 0,-1 0 0,0-1 0,0 0 0,-1-1 0,1-1 0,-1 1 0,-16 0 0,-2-2 0,0-1 0,-46-5 0,65 2 0,-1 0 0,1 0 0,0-1 0,1-1 0,-1 0 0,1 0 0,0-1 0,0-1 0,-13-10 0,4 3 0,53 38 0,-1 1 0,33 32 0,120 149 0,-119-128 0,-40-48 0,-1 2 0,22 34 0,-8-4-1365,-30-45-5461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2.624"/>
    </inkml:context>
    <inkml:brush xml:id="br0">
      <inkml:brushProperty name="width" value="0.1" units="cm"/>
      <inkml:brushProperty name="height" value="0.1" units="cm"/>
      <inkml:brushProperty name="color" value="#E71224"/>
    </inkml:brush>
  </inkml:definitions>
  <inkml:trace contextRef="#ctx0" brushRef="#br0">6 131 24575,'0'357'0,"1"-338"0,1 1 0,1 0 0,5 18 0,-3-16 0,-1-1 0,2 29 0,-7 185 0,-1-230 0,-4-11 0,-3-14 0,3-11 0,1 0 0,2 0 0,1-1 0,1 1 0,4-37 0,0-7 0,-3-280 0,1 337 0,2 0 0,0 0 0,2 0 0,-1 0 0,2 1 0,1 0 0,0 0 0,18-31 0,-23 45 0,-1-1 0,1 2 0,-1-1 0,1 0 0,0 0 0,0 0 0,0 1 0,1-1 0,-1 1 0,1 0 0,-1 0 0,1 0 0,0 0 0,0 0 0,0 0 0,0 1 0,0-1 0,0 1 0,0 0 0,0 0 0,0 0 0,1 1 0,-1-1 0,0 1 0,1-1 0,-1 1 0,1 0 0,-1 0 0,0 1 0,1-1 0,-1 1 0,0 0 0,0 0 0,1 0 0,-1 0 0,0 0 0,0 1 0,0-1 0,0 1 0,0 0 0,-1 0 0,1 0 0,0 0 0,-1 0 0,0 1 0,1-1 0,-1 1 0,3 4 0,81 134 0,-36-57 0,79 141 0,-109-188 0,-2 2 0,-2 0 0,13 49 0,25 58 0,-45-124 0,-2-1 0,7 34 0,-9-34 0,1 0 0,11 29 0,-9-37-1365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3.098"/>
    </inkml:context>
    <inkml:brush xml:id="br0">
      <inkml:brushProperty name="width" value="0.1" units="cm"/>
      <inkml:brushProperty name="height" value="0.1" units="cm"/>
      <inkml:brushProperty name="color" value="#E71224"/>
    </inkml:brush>
  </inkml:definitions>
  <inkml:trace contextRef="#ctx0" brushRef="#br0">1 25 24575,'4'0'0,"7"0"0,6 0 0,5 0 0,2 0 0,3 0 0,1 0 0,1 0 0,-1 0 0,1 0 0,-1 0 0,0 0 0,-6-4 0,-1-3 0,1 2 0,1 0 0,-4 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5.646"/>
    </inkml:context>
    <inkml:brush xml:id="br0">
      <inkml:brushProperty name="width" value="0.1" units="cm"/>
      <inkml:brushProperty name="height" value="0.1" units="cm"/>
      <inkml:brushProperty name="color" value="#E71224"/>
    </inkml:brush>
  </inkml:definitions>
  <inkml:trace contextRef="#ctx0" brushRef="#br0">28 242 24575,'0'440'0,"0"-429"0,-1 0 0,0 0 0,0 0 0,-1 0 0,-1 0 0,0 0 0,-7 16 0,7-26 0,1-8 0,0-9 0,4-206 0,10 145 0,2-10 0,-11 57 0,10-39 0,-1 4 0,13-70 0,-24 132 0,-1 1 0,1-1 0,-1 1 0,1-1 0,0 1 0,0-1 0,0 1 0,1-1 0,-1 1 0,1 0 0,-1 0 0,1 0 0,0 0 0,-1 0 0,1 0 0,0 0 0,0 0 0,0 1 0,1-1 0,3-1 0,-4 2 0,0 1 0,0-1 0,0 1 0,-1 0 0,1-1 0,0 1 0,0 0 0,0 1 0,0-1 0,0 0 0,0 0 0,0 1 0,-1-1 0,1 1 0,0 0 0,0-1 0,-1 1 0,1 0 0,0 0 0,-1 0 0,1 0 0,-1 0 0,1 1 0,-1-1 0,0 0 0,1 1 0,-1-1 0,0 1 0,2 2 0,13 22 0,-1 1 0,-1 0 0,-2 1 0,0 0 0,9 38 0,23 55 0,-5-26 0,-19-45 0,31 57 0,-39-85 0,68 109 0,-79-130 0,-1 0 0,1 1 0,0-1 0,-1 0 0,1 0 0,0-1 0,0 1 0,-1 0 0,1 0 0,0 0 0,0 0 0,0-1 0,0 1 0,0 0 0,1-1 0,-1 1 0,0-1 0,0 0 0,0 1 0,0-1 0,0 0 0,1 1 0,-1-1 0,0 0 0,2 0 0,-2-1 0,1 1 0,-1-1 0,0 0 0,1 0 0,-1 0 0,0 0 0,0 0 0,1 0 0,-1 0 0,0 0 0,0 0 0,0 0 0,0-1 0,-1 1 0,1 0 0,1-4 0,2-5 0,0 0 0,0-1 0,-1 0 0,2-17 0,3-44 0,-6 40 0,9-39 0,16-92 0,-22 137 0,2-39 0,-6 38 0,8-35 0,-2 28-455,-2-1 0,1-60 0,-6 71-6371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6.246"/>
    </inkml:context>
    <inkml:brush xml:id="br0">
      <inkml:brushProperty name="width" value="0.1" units="cm"/>
      <inkml:brushProperty name="height" value="0.1" units="cm"/>
      <inkml:brushProperty name="color" value="#E71224"/>
    </inkml:brush>
  </inkml:definitions>
  <inkml:trace contextRef="#ctx0" brushRef="#br0">0 1 24575,'2'32'0,"10"60"0,-6-60 0,2 58 0,-6-60 0,10 53 0,-7-51 0,3 43 0,-9 10 0,0-52 0,1 0 0,1 0 0,11 56 0,-4-38-62,-2 0 0,-2 1 0,-4 80 0,-1-64-1055,1-44-5709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7.022"/>
    </inkml:context>
    <inkml:brush xml:id="br0">
      <inkml:brushProperty name="width" value="0.1" units="cm"/>
      <inkml:brushProperty name="height" value="0.1" units="cm"/>
      <inkml:brushProperty name="color" value="#E71224"/>
    </inkml:brush>
  </inkml:definitions>
  <inkml:trace contextRef="#ctx0" brushRef="#br0">0 1 24575,'603'0'0,"-583"1"0,1 1 0,36 8 0,-35-5 0,0-1 0,26 1 0,347-4 84,-189-2-1533,-183 1-5377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7.765"/>
    </inkml:context>
    <inkml:brush xml:id="br0">
      <inkml:brushProperty name="width" value="0.1" units="cm"/>
      <inkml:brushProperty name="height" value="0.1" units="cm"/>
      <inkml:brushProperty name="color" value="#E71224"/>
    </inkml:brush>
  </inkml:definitions>
  <inkml:trace contextRef="#ctx0" brushRef="#br0">0 1 24575,'27'0'0,"-1"1"0,1 2 0,39 9 0,-20-5 0,1-2 0,0-2 0,87-5 0,-33 0 0,-71 3 0,0 2 0,33 7 0,-32-4 0,60 3 0,100-10-1365,-167 1-5461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28.732"/>
    </inkml:context>
    <inkml:brush xml:id="br0">
      <inkml:brushProperty name="width" value="0.1" units="cm"/>
      <inkml:brushProperty name="height" value="0.1" units="cm"/>
      <inkml:brushProperty name="color" value="#E71224"/>
    </inkml:brush>
  </inkml:definitions>
  <inkml:trace contextRef="#ctx0" brushRef="#br0">0 0 24575,'0'520'0,"2"-492"0,0-1 0,8 32 0,-4-30 0,2 47 0,-8 23-1365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30.130"/>
    </inkml:context>
    <inkml:brush xml:id="br0">
      <inkml:brushProperty name="width" value="0.1" units="cm"/>
      <inkml:brushProperty name="height" value="0.1" units="cm"/>
      <inkml:brushProperty name="color" value="#E71224"/>
    </inkml:brush>
  </inkml:definitions>
  <inkml:trace contextRef="#ctx0" brushRef="#br0">1 223 24575,'-1'-12'0,"2"0"0,-1 1 0,2-1 0,-1 0 0,4-11 0,-3 18 0,0 1 0,0-1 0,0 0 0,1 1 0,0 0 0,-1-1 0,1 1 0,1 0 0,-1 0 0,1 1 0,-1-1 0,1 1 0,9-6 0,0-1 0,1 1 0,0 1 0,0 0 0,1 0 0,0 2 0,0 0 0,1 1 0,0 0 0,0 1 0,0 1 0,0 0 0,20 0 0,-24 3 0,0 1 0,0 0 0,0 0 0,0 1 0,-1 0 0,1 1 0,-1 1 0,1 0 0,-1 0 0,0 1 0,-1 0 0,1 1 0,-1 0 0,18 15 0,9 7 0,-21-16 0,0 0 0,-1 1 0,0 1 0,-1 0 0,21 28 0,1 8 0,-10-14 0,32 58 0,-52-83 0,-1 0 0,0 0 0,-1 1 0,0 0 0,0 0 0,-2 0 0,1 0 0,-2 0 0,1 1 0,-2 12 0,0-19 0,-1 0 0,0-1 0,-1 1 0,1-1 0,-1 1 0,0-1 0,0 0 0,-1 0 0,0 0 0,0 0 0,0 0 0,0 0 0,-1-1 0,1 1 0,-1-1 0,0 0 0,-1-1 0,1 1 0,-1-1 0,0 1 0,-8 3 0,-6 3 0,-1-1 0,-1-1 0,1 0 0,-29 5 0,39-10 0,0-1 0,-1 0 0,1 0 0,0-1 0,-1-1 0,1 0 0,-1 0 0,1-1 0,-17-3 0,27 4 0,-1 0 0,1 0 0,-1 0 0,1 0 0,-1 0 0,0 0 0,1 0 0,-1 0 0,1 0 0,-1-1 0,1 1 0,-1 0 0,1 0 0,0-1 0,-1 1 0,1 0 0,-1-1 0,1 1 0,-1 0 0,1-1 0,0 1 0,-1-1 0,1 1 0,0-1 0,0 1 0,-1-1 0,1 1 0,0-1 0,-1 0 0,15-6 0,25-1 0,14 5 0,94 6 0,-138-2 0,-1 1 0,-1-1 0,1 1 0,0 1 0,0 0 0,-1 0 0,1 0 0,-1 1 0,0 0 0,0 1 0,11 8 0,-8-3 0,1 0 0,-1 1 0,-1 0 0,0 0 0,12 22 0,-11-13 0,-1 0 0,-2 1 0,0-1 0,-1 1 0,-1 1 0,3 27 0,4 14 0,-8-47 0,-1-1 0,-1 0 0,0 1 0,-1-1 0,-2 17 0,1-28 0,0 1 0,-1-1 0,1 0 0,-1 0 0,0 0 0,-1 0 0,1-1 0,-1 1 0,1 0 0,-1 0 0,0-1 0,-1 1 0,1-1 0,-1 0 0,1 0 0,-1 1 0,0-2 0,0 1 0,0 0 0,-1-1 0,1 1 0,0-1 0,-7 3 0,-4 0 0,1-1 0,-1 0 0,0-1 0,0-1 0,0 0 0,-26 0 0,-85-9 0,111 4 0,-1 0 0,1 0 0,-1-1 0,1-1 0,-18-9 0,-67-40 0,56 29 0,26 16-1365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38.900"/>
    </inkml:context>
    <inkml:brush xml:id="br0">
      <inkml:brushProperty name="width" value="0.1" units="cm"/>
      <inkml:brushProperty name="height" value="0.1" units="cm"/>
      <inkml:brushProperty name="color" value="#E71224"/>
    </inkml:brush>
  </inkml:definitions>
  <inkml:trace contextRef="#ctx0" brushRef="#br0">223 58 24575,'-5'1'0,"0"-1"0,0 1 0,1 0 0,-1 0 0,0 0 0,1 0 0,-1 1 0,1 0 0,-1 0 0,1 0 0,0 1 0,-1 0 0,2-1 0,-1 1 0,0 1 0,0-1 0,1 0 0,0 1 0,-5 6 0,-4 8 0,1-1 0,0 2 0,-10 26 0,0-1 0,11-21 0,0 0 0,2 1 0,0 0 0,2 1 0,1 0 0,0 0 0,2 0 0,1 0 0,1 0 0,1 0 0,5 33 0,-4-52 0,0 1 0,1-1 0,-1 0 0,1 0 0,1 0 0,-1 0 0,1-1 0,0 1 0,0-1 0,1 1 0,0-1 0,0 0 0,0 0 0,0-1 0,1 1 0,0-1 0,6 5 0,2-1 0,0 0 0,0 0 0,1-1 0,0-1 0,0 0 0,17 4 0,6 0 0,0-1 0,0-2 0,0-1 0,1-3 0,0 0 0,56-5 0,-87 1 0,0 0 0,0-1 0,0 0 0,-1-1 0,1 1 0,-1-1 0,1 0 0,-1-1 0,0 1 0,0-1 0,-1-1 0,1 1 0,-1-1 0,0 0 0,0 0 0,0 0 0,-1-1 0,0 0 0,0 0 0,0 0 0,-1 0 0,0 0 0,5-14 0,4-11 0,-1-1 0,-1-1 0,-2 1 0,-2-2 0,0 1 0,0-41 0,-5 26 0,0 25 0,0-1 0,-2 1 0,-1 0 0,-4-24 0,3 39 0,0 0 0,-1 0 0,0 0 0,0 0 0,0 0 0,-1 1 0,0 0 0,-1 0 0,-6-7 0,-1 1 0,-1 0 0,0 1 0,-21-14 0,24 19 0,-1 1 0,0 1 0,0 0 0,0 0 0,0 1 0,-1 1 0,0 0 0,-13-1 0,-13 0 0,-52 2 0,50 1-73,23 0-186,-1 0 1,1 2 0,0 0-1,-27 6 1,27-1-6568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40.491"/>
    </inkml:context>
    <inkml:brush xml:id="br0">
      <inkml:brushProperty name="width" value="0.1" units="cm"/>
      <inkml:brushProperty name="height" value="0.1" units="cm"/>
      <inkml:brushProperty name="color" value="#E71224"/>
    </inkml:brush>
  </inkml:definitions>
  <inkml:trace contextRef="#ctx0" brushRef="#br0">0 1 24575,'0'602'-1365,"0"-579"-5461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46.305"/>
    </inkml:context>
    <inkml:brush xml:id="br0">
      <inkml:brushProperty name="width" value="0.1" units="cm"/>
      <inkml:brushProperty name="height" value="0.1" units="cm"/>
      <inkml:brushProperty name="color" value="#E71224"/>
    </inkml:brush>
  </inkml:definitions>
  <inkml:trace contextRef="#ctx0" brushRef="#br0">0 114 24575,'0'-2'0,"1"0"0,-1 0 0,0 1 0,1-1 0,-1 0 0,1 1 0,0-1 0,-1 1 0,1-1 0,0 1 0,0-1 0,0 1 0,0-1 0,0 1 0,0 0 0,1 0 0,-1 0 0,0-1 0,1 1 0,-1 0 0,2 0 0,38-18 0,-27 13 0,11-4 0,1 2 0,46-10 0,-41 11 0,-14 3 0,1 1 0,0 0 0,1 1 0,-1 1 0,0 1 0,1 0 0,-1 1 0,0 2 0,0-1 0,0 2 0,0 1 0,-1 0 0,1 1 0,-1 1 0,-1 0 0,1 1 0,17 12 0,-28-14 0,1 0 0,-1 0 0,0 1 0,0 0 0,-1 0 0,0 0 0,0 1 0,0-1 0,5 15 0,-4-8 0,-1-1 0,-1 1 0,0 0 0,0 1 0,1 16 0,-4-24 0,0 1 0,-1-1 0,0 1 0,0-1 0,-1 1 0,0 0 0,0-1 0,-1 0 0,0 1 0,0-1 0,-1 0 0,0 0 0,0 0 0,-1 0 0,1-1 0,-1 1 0,-1-1 0,1 0 0,-1 0 0,0-1 0,-1 1 0,1-1 0,-1 0 0,0-1 0,-1 1 0,-8 4 0,-7 2 0,0-1 0,0-1 0,-1-1 0,0-1 0,-1-1 0,1-1 0,-1-1 0,0-1 0,0-1 0,-36-2 0,41 0 0,-12 0 0,-37-5 0,58 3 0,0 1 0,0-2 0,0 0 0,1 0 0,-1-1 0,1 0 0,-15-9 0,14 5 0,15 7 0,19 11 0,-3 7 0,-2 1 0,1 1 0,-2 0 0,28 40 0,2 2 0,86 83 0,-31-36-1365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48.746"/>
    </inkml:context>
    <inkml:brush xml:id="br0">
      <inkml:brushProperty name="width" value="0.1" units="cm"/>
      <inkml:brushProperty name="height" value="0.1" units="cm"/>
      <inkml:brushProperty name="color" value="#E71224"/>
    </inkml:brush>
  </inkml:definitions>
  <inkml:trace contextRef="#ctx0" brushRef="#br0">1 0 24575,'0'465'0,"1"-444"0,1 0 0,8 35 0,-5-33 0,-1-1 0,1 26 0,-4 5-1365,-1-29-5461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49.481"/>
    </inkml:context>
    <inkml:brush xml:id="br0">
      <inkml:brushProperty name="width" value="0.1" units="cm"/>
      <inkml:brushProperty name="height" value="0.1" units="cm"/>
      <inkml:brushProperty name="color" value="#E71224"/>
    </inkml:brush>
  </inkml:definitions>
  <inkml:trace contextRef="#ctx0" brushRef="#br0">0 59 24575,'38'0'0,"-1"-1"0,0-1 0,54-12 0,73-14 0,-121 22 0,1 1 0,-1 2 0,80 5 0,-31 1 0,153-3-1365,-221 0-5461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08:18:50.363"/>
    </inkml:context>
    <inkml:brush xml:id="br0">
      <inkml:brushProperty name="width" value="0.1" units="cm"/>
      <inkml:brushProperty name="height" value="0.1" units="cm"/>
      <inkml:brushProperty name="color" value="#E71224"/>
    </inkml:brush>
  </inkml:definitions>
  <inkml:trace contextRef="#ctx0" brushRef="#br0">0 0 24575,'739'0'-1365,"-716"0"-5461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7:55.145"/>
    </inkml:context>
    <inkml:brush xml:id="br0">
      <inkml:brushProperty name="width" value="0.1" units="cm"/>
      <inkml:brushProperty name="height" value="0.1" units="cm"/>
      <inkml:brushProperty name="color" value="#E71224"/>
    </inkml:brush>
  </inkml:definitions>
  <inkml:trace contextRef="#ctx0" brushRef="#br0">1 0 24575,'466'0'0,"-446"1"0,1 1 0,36 9 0,-35-6 0,0-1 0,26 1 0,280-6-1365,-305 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7:56.453"/>
    </inkml:context>
    <inkml:brush xml:id="br0">
      <inkml:brushProperty name="width" value="0.1" units="cm"/>
      <inkml:brushProperty name="height" value="0.1" units="cm"/>
      <inkml:brushProperty name="color" value="#E71224"/>
    </inkml:brush>
  </inkml:definitions>
  <inkml:trace contextRef="#ctx0" brushRef="#br0">1 0 24575,'5'0'0,"1"5"0,5 6 0,0 5 0,-2 6 0,3-2 0,-2 0 0,-1 2 0,-3 2 0,2 1 0,0 2 0,-2-1 0,4 2 0,-1-1 0,-2 1 0,3-5 0,0-1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7:57.702"/>
    </inkml:context>
    <inkml:brush xml:id="br0">
      <inkml:brushProperty name="width" value="0.1" units="cm"/>
      <inkml:brushProperty name="height" value="0.1" units="cm"/>
      <inkml:brushProperty name="color" value="#E71224"/>
    </inkml:brush>
  </inkml:definitions>
  <inkml:trace contextRef="#ctx0" brushRef="#br0">357 5 24575,'-42'-2'0,"29"1"0,0 0 0,-1 1 0,1 0 0,0 1 0,0 1 0,-22 4 0,32-4 0,0 0 0,0 0 0,1 0 0,-1 0 0,1 0 0,-1 0 0,1 1 0,0-1 0,0 1 0,0-1 0,0 1 0,0 0 0,0 0 0,1 0 0,0 0 0,0 0 0,-1 0 0,2 0 0,-1 1 0,0-1 0,1 0 0,-1 1 0,1 4 0,-1 8 0,1 0 0,0 0 0,4 22 0,-3-35 0,-1 0 0,1 0 0,0 0 0,0 0 0,0 0 0,0 0 0,0-1 0,0 1 0,1 0 0,0-1 0,-1 1 0,1-1 0,0 1 0,0-1 0,0 0 0,1 0 0,-1 0 0,1 0 0,-1-1 0,1 1 0,-1 0 0,1-1 0,0 0 0,0 0 0,-1 0 0,1 0 0,0 0 0,6 0 0,7 2 0,0-2 0,0 0 0,0-1 0,22-3 0,-9 1 0,8-1 0,-23 1 0,-1 1 0,0 0 0,0 1 0,1 1 0,-1 0 0,0 0 0,18 6 0,-28-6 0,0 1 0,-1 0 0,1 0 0,-1 0 0,1 1 0,-1-1 0,0 0 0,1 1 0,-1 0 0,-1-1 0,1 1 0,0 0 0,-1 0 0,1 0 0,-1 0 0,0 0 0,0 1 0,0-1 0,-1 0 0,1 0 0,-1 1 0,0-1 0,1 0 0,-1 1 0,-1 3 0,1-1 0,0 0 0,-1 0 0,1 0 0,-1 0 0,-1 0 0,1 0 0,-1 0 0,0-1 0,0 1 0,-1 0 0,0-1 0,0 0 0,-4 6 0,2-7 0,0 0 0,0-1 0,-1 0 0,0 0 0,1 0 0,-1-1 0,0 0 0,-1 0 0,1 0 0,0-1 0,0 0 0,-1 0 0,-10 0 0,-21 5 0,1 0 0,1-1 0,0-1 0,-1-3 0,0 0 0,-39-6 0,63 3-136,0-1-1,0 0 1,0-1-1,0 0 1,1-1-1,-1 0 1,1-1-1,0-1 0,-11-8 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8:00.891"/>
    </inkml:context>
    <inkml:brush xml:id="br0">
      <inkml:brushProperty name="width" value="0.1" units="cm"/>
      <inkml:brushProperty name="height" value="0.1" units="cm"/>
      <inkml:brushProperty name="color" value="#E71224"/>
    </inkml:brush>
  </inkml:definitions>
  <inkml:trace contextRef="#ctx0" brushRef="#br0">60 85 24575,'-3'0'0,"1"0"0,-1 0 0,1 1 0,0 0 0,-1-1 0,1 1 0,0 0 0,-1 0 0,1 0 0,0 0 0,0 0 0,0 1 0,0-1 0,0 0 0,0 1 0,1 0 0,-1-1 0,0 1 0,1 0 0,-1 0 0,1 0 0,0 0 0,0 0 0,-1 0 0,1 1 0,1-1 0,-1 0 0,0 1 0,0-1 0,1 0 0,-1 5 0,-1 9 0,0 0 0,1 0 0,1 28 0,1-26 0,-1-6 0,1 0 0,0 0 0,0-1 0,1 1 0,1 0 0,0-1 0,1 1 0,5 11 0,-6-18 0,-1 0 0,1 0 0,0 0 0,1-1 0,-1 1 0,1-1 0,0 0 0,0 0 0,0 0 0,1-1 0,-1 0 0,1 1 0,0-1 0,0-1 0,0 1 0,0-1 0,0 0 0,0 0 0,9 2 0,-10-3 0,0-1 0,0 1 0,0 0 0,0-1 0,0 0 0,0 0 0,0 0 0,0 0 0,0-1 0,0 0 0,0 1 0,0-1 0,0-1 0,0 1 0,-1-1 0,1 1 0,0-1 0,-1 0 0,1 0 0,-1-1 0,0 1 0,0-1 0,0 1 0,0-1 0,0 0 0,-1 0 0,1 0 0,-1-1 0,0 1 0,0-1 0,0 1 0,0-1 0,-1 0 0,3-6 0,1-8 0,-1 0 0,0 0 0,-1 0 0,-1-1 0,-1 1 0,-1-22 0,0 25 0,-1 1 0,-1-1 0,0 1 0,0 0 0,-2 0 0,1 0 0,-12-26 0,12 34 0,0 1 0,0 0 0,0 0 0,0 0 0,-1 1 0,0-1 0,0 1 0,0 0 0,0 0 0,-1 0 0,1 1 0,-1-1 0,0 1 0,0 0 0,0 1 0,-1-1 0,1 1 0,-1 0 0,1 0 0,-1 1 0,0 0 0,-7-1 0,-12 0-1365,2 1-5461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8:02.095"/>
    </inkml:context>
    <inkml:brush xml:id="br0">
      <inkml:brushProperty name="width" value="0.1" units="cm"/>
      <inkml:brushProperty name="height" value="0.1" units="cm"/>
      <inkml:brushProperty name="color" value="#E71224"/>
    </inkml:brush>
  </inkml:definitions>
  <inkml:trace contextRef="#ctx0" brushRef="#br0">52 136 24575,'-1'0'0,"0"1"0,-1-1 0,1 1 0,0 0 0,0-1 0,0 1 0,-1 0 0,1 0 0,0 0 0,0 0 0,0 0 0,1 0 0,-1 0 0,0 0 0,0 0 0,0 0 0,1 1 0,-1-1 0,1 0 0,-1 2 0,-14 34 0,12-27 0,0-4 0,1 0 0,0 0 0,0 0 0,1 0 0,0 0 0,0 0 0,0 1 0,1-1 0,0 0 0,1 12 0,1-13 0,-1 0 0,1-1 0,0 1 0,0 0 0,0-1 0,0 1 0,1-1 0,0 0 0,0 0 0,0 0 0,0 0 0,1-1 0,7 7 0,-1-1 0,0-1 0,1 0 0,0-1 0,1 0 0,17 8 0,-27-14 0,1 1 0,-1-1 0,1-1 0,-1 1 0,1 0 0,0-1 0,-1 1 0,1-1 0,0 0 0,-1 0 0,1 0 0,0 0 0,-1 0 0,1 0 0,0-1 0,-1 1 0,1-1 0,-1 0 0,1 0 0,0 0 0,-1 0 0,0-1 0,1 1 0,-1 0 0,0-1 0,0 0 0,0 1 0,0-1 0,0 0 0,0 0 0,0 0 0,-1 0 0,3-4 0,1-4 0,0 0 0,0-1 0,-1 0 0,0 0 0,-1-1 0,0 1 0,0-1 0,0-18 0,-1 2 0,-2 0 0,-5-41 0,4 61 0,0 0 0,-1 0 0,0 0 0,-1 1 0,0-1 0,0 1 0,0 0 0,-1 0 0,0 0 0,0 0 0,-1 0 0,-8-8 0,11 12 0,-1 0 0,0 1 0,0-1 0,0 1 0,0-1 0,0 1 0,-1 0 0,1 0 0,-1 1 0,1-1 0,-1 1 0,0-1 0,1 1 0,-1 1 0,0-1 0,0 0 0,0 1 0,0 0 0,0 0 0,0 0 0,1 0 0,-1 0 0,0 1 0,0 0 0,0 0 0,1 0 0,-6 2 0,4 0-114,1 1 1,-1-1-1,1 1 0,0 0 0,0 0 1,0 0-1,0 1 0,1-1 0,-1 1 1,1 0-1,-5 10 0,0 1-6712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8:08.051"/>
    </inkml:context>
    <inkml:brush xml:id="br0">
      <inkml:brushProperty name="width" value="0.1" units="cm"/>
      <inkml:brushProperty name="height" value="0.1" units="cm"/>
      <inkml:brushProperty name="color" value="#E71224"/>
    </inkml:brush>
  </inkml:definitions>
  <inkml:trace contextRef="#ctx0" brushRef="#br0">0 2 24575,'88'-1'0,"99"3"0,-102 11 0,-56-7 0,48 2 0,245-7 88,-153-3-1541,-146 2-5373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8:09.641"/>
    </inkml:context>
    <inkml:brush xml:id="br0">
      <inkml:brushProperty name="width" value="0.1" units="cm"/>
      <inkml:brushProperty name="height" value="0.1" units="cm"/>
      <inkml:brushProperty name="color" value="#E71224"/>
    </inkml:brush>
  </inkml:definitions>
  <inkml:trace contextRef="#ctx0" brushRef="#br0">0 41 24575,'0'-1'0,"1"0"0,-1 0 0,0 0 0,0 1 0,1-1 0,-1 0 0,0 0 0,1 1 0,-1-1 0,1 0 0,-1 1 0,1-1 0,-1 0 0,1 1 0,0-1 0,-1 1 0,1-1 0,0 1 0,-1-1 0,1 1 0,0-1 0,1 0 0,22-8 0,-11 5 0,-10 2 0,1 0 0,-1 1 0,1-1 0,-1 1 0,1 0 0,0 0 0,0 0 0,0 1 0,-1-1 0,1 1 0,0 0 0,0 0 0,0 1 0,0-1 0,0 1 0,6 2 0,-7-2 0,0 1 0,0 0 0,0 0 0,-1 0 0,1 0 0,-1 0 0,0 1 0,1-1 0,-1 1 0,0 0 0,0-1 0,-1 1 0,1 0 0,-1 0 0,1 0 0,-1 0 0,0 0 0,0 1 0,0-1 0,0 4 0,3 21 0,-1 0 0,-1 0 0,-2-1 0,0 1 0,-6 30 0,5-51 0,-1 1 0,1-1 0,-2 0 0,1 0 0,-1 0 0,0 0 0,-1-1 0,1 1 0,-1-1 0,-1 0 0,1 0 0,-1 0 0,0-1 0,0 1 0,-1-1 0,1 0 0,-1-1 0,0 0 0,-13 7 0,18-10 0,-1-1 0,1 1 0,0-1 0,0 1 0,-1 0 0,1 0 0,0-1 0,0 1 0,0 0 0,0 0 0,0 0 0,0 0 0,0 0 0,0 0 0,0 1 0,1-1 0,-1 0 0,0 0 0,0 3 0,1-3 0,0-1 0,1 1 0,-1 0 0,1-1 0,-1 1 0,1 0 0,-1-1 0,1 1 0,-1-1 0,1 1 0,0-1 0,-1 1 0,1-1 0,-1 1 0,1-1 0,0 1 0,0-1 0,-1 0 0,1 0 0,0 1 0,0-1 0,-1 0 0,1 0 0,1 0 0,11 2 0,0 0 0,24 0 0,299-4-1365,-313 2-5461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8:10.577"/>
    </inkml:context>
    <inkml:brush xml:id="br0">
      <inkml:brushProperty name="width" value="0.1" units="cm"/>
      <inkml:brushProperty name="height" value="0.1" units="cm"/>
      <inkml:brushProperty name="color" value="#E71224"/>
    </inkml:brush>
  </inkml:definitions>
  <inkml:trace contextRef="#ctx0" brushRef="#br0">171 108 24575,'-4'1'0,"0"-1"0,0 1 0,0 0 0,1 1 0,-1-1 0,0 1 0,1-1 0,-1 1 0,1 0 0,0 1 0,0-1 0,0 0 0,0 1 0,0 0 0,0 0 0,0 0 0,1 0 0,0 0 0,-1 0 0,-2 6 0,-1 1 0,1 1 0,0-1 0,0 1 0,1 0 0,-5 21 0,6-16 0,0-1 0,2 1 0,0 0 0,0-1 0,1 1 0,4 21 0,-3-28 0,1 0 0,1-1 0,-1 0 0,1 0 0,1 1 0,0-2 0,0 1 0,0 0 0,1-1 0,0 0 0,0 0 0,13 12 0,-6-7 0,2-1 0,-1 0 0,2-1 0,-1 0 0,1-1 0,1-1 0,0 0 0,0-2 0,0 1 0,1-2 0,0 0 0,0-1 0,0-1 0,0 0 0,1-2 0,-1 0 0,1 0 0,19-4 0,-30 2 0,0 0 0,0 0 0,0-1 0,0-1 0,0 1 0,-1-1 0,0 0 0,1 0 0,-1-1 0,0 0 0,9-8 0,3-4 0,-1-1 0,17-22 0,-4 5 0,-22 24 0,-1 0 0,0-1 0,0 0 0,-1 0 0,-1-1 0,0 0 0,0 0 0,-1 0 0,-1 0 0,0 0 0,-1-1 0,0 0 0,-1 1 0,0-1 0,-1 0 0,-1 1 0,0-1 0,0 0 0,-6-20 0,5 27 0,0 0 0,-1 0 0,0 0 0,0 0 0,0 0 0,-1 1 0,0-1 0,0 1 0,0 0 0,-1 0 0,0 1 0,0-1 0,0 1 0,-10-6 0,-6-3 0,-2 1 0,-36-14 0,22 11 0,19 9 0,0 0 0,0 1 0,-33-4 0,0 0 0,40 6 0,1 1 0,-1 0 0,0 1 0,0 0 0,0 1 0,-1 0 0,1 1 0,0 0 0,0 1 0,1 0 0,-1 1 0,0 0 0,1 0 0,-1 1 0,1 1 0,0 0 0,0 0 0,1 1 0,0 0 0,0 0 0,0 1 0,1 1 0,-12 12 0,-46 50-1365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8:11.781"/>
    </inkml:context>
    <inkml:brush xml:id="br0">
      <inkml:brushProperty name="width" value="0.1" units="cm"/>
      <inkml:brushProperty name="height" value="0.1" units="cm"/>
      <inkml:brushProperty name="color" value="#E71224"/>
    </inkml:brush>
  </inkml:definitions>
  <inkml:trace contextRef="#ctx0" brushRef="#br0">29 134 24575,'-2'0'0,"1"0"0,0 1 0,0-1 0,0 1 0,-1-1 0,1 1 0,0 0 0,0 0 0,0-1 0,0 1 0,0 0 0,0 0 0,0 0 0,1 0 0,-1 0 0,0 0 0,0 0 0,1 1 0,-1-1 0,1 0 0,-1 0 0,1 0 0,-1 1 0,1-1 0,0 0 0,0 0 0,-1 3 0,-4 41 0,5-40 0,0 3 0,1 1 0,0-1 0,0 0 0,1 0 0,0 1 0,0-1 0,1 0 0,0 0 0,1-1 0,0 1 0,0-1 0,0 0 0,1 0 0,0 0 0,0-1 0,1 1 0,0-1 0,9 7 0,-10-8 0,0-1 0,1 0 0,-1 0 0,1 0 0,0 0 0,0-1 0,0 0 0,0-1 0,0 1 0,1-1 0,-1 0 0,1-1 0,-1 0 0,1 0 0,0 0 0,0-1 0,-1 0 0,1 0 0,0 0 0,-1-1 0,1 0 0,0-1 0,10-3 0,-10 1 0,1 0 0,-1-1 0,0 0 0,0 0 0,0-1 0,-1 0 0,0 0 0,0-1 0,-1 0 0,0 0 0,0 0 0,0 0 0,-1-1 0,0 1 0,5-14 0,-4 7 0,0 0 0,-1 0 0,-1-1 0,0 0 0,-1 1 0,0-1 0,-2 0 0,0-19 0,-1 27 0,-1 0 0,1 0 0,-1 1 0,-1 0 0,1-1 0,-1 1 0,0 0 0,-1 0 0,1 0 0,-1 1 0,0-1 0,-1 1 0,1 0 0,-1 0 0,0 0 0,0 1 0,-1 0 0,1 0 0,-1 0 0,0 0 0,0 1 0,0 0 0,0 1 0,-1-1 0,1 1 0,-1 0 0,0 1 0,-10-2 0,13 3-62,1 1 0,0-1 0,0 1 0,-1 0 0,1-1 0,0 2 0,0-1 0,0 0 0,0 0 0,0 1 0,0 0 0,1-1-1,-1 1 1,0 0 0,1 0 0,0 1 0,-1-1 0,1 0 0,0 1 0,0 0 0,-2 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3:38:13.023"/>
    </inkml:context>
    <inkml:brush xml:id="br0">
      <inkml:brushProperty name="width" value="0.1" units="cm"/>
      <inkml:brushProperty name="height" value="0.1" units="cm"/>
      <inkml:brushProperty name="color" value="#E71224"/>
    </inkml:brush>
  </inkml:definitions>
  <inkml:trace contextRef="#ctx0" brushRef="#br0">56 115 24575,'-2'0'0,"0"1"0,0 0 0,1 0 0,-1 0 0,1 0 0,-1 0 0,0 0 0,1 1 0,0-1 0,-1 0 0,1 1 0,0-1 0,0 1 0,0-1 0,0 1 0,0 0 0,-1 2 0,-15 33 0,14-29 0,0 0 0,1 1 0,0-1 0,1 1 0,0-1 0,0 1 0,1 0 0,0 0 0,3 15 0,-2-20 0,0 1 0,0-1 0,1 1 0,-1-1 0,1 0 0,0 0 0,1 0 0,-1 0 0,1 0 0,0 0 0,0-1 0,0 1 0,0-1 0,0 0 0,1 0 0,-1 0 0,1 0 0,0-1 0,8 4 0,-5-2 0,20 10 0,0-2 0,40 13 0,-59-23 0,0 0 0,-1 0 0,1 0 0,0-1 0,0-1 0,0 0 0,0 0 0,0 0 0,0-1 0,-1 0 0,1 0 0,0-1 0,-1 0 0,11-4 0,-13 3 0,0 0 0,-1-1 0,1 1 0,-1-1 0,0 0 0,0 0 0,0-1 0,-1 1 0,1-1 0,-1 0 0,0 0 0,0 0 0,3-8 0,1-6 0,0 1 0,7-32 0,-12 41 0,0 0 0,-1 0 0,0 0 0,0 0 0,-1 0 0,0 0 0,-1 0 0,1 0 0,-2 0 0,0 0 0,-3-13 0,2 15 0,-1 0 0,1 1 0,-1-1 0,0 1 0,0 0 0,-1 0 0,0 0 0,0 0 0,0 1 0,-1 0 0,0 0 0,0 1 0,0-1 0,-9-3 0,3 1 11,0 1 0,0 1 0,-1 0 0,0 1 0,0 0 0,0 1-1,0 1 1,-1 0 0,1 0 0,-21 2 0,27 0-82,-1 0 1,1 1-1,0 0 0,0 0 0,0 1 1,0 0-1,0 0 0,0 0 1,0 1-1,1 0 0,-1 1 0,1-1 1,0 1-1,0 1 0,0-1 1,1 1-1,-1 0 0,1 0 0,0 0 1,-7 12-1,3-1-6755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09.650"/>
    </inkml:context>
    <inkml:brush xml:id="br0">
      <inkml:brushProperty name="width" value="0.1" units="cm"/>
      <inkml:brushProperty name="height" value="0.1" units="cm"/>
      <inkml:brushProperty name="color" value="#E71224"/>
    </inkml:brush>
  </inkml:definitions>
  <inkml:trace contextRef="#ctx0" brushRef="#br0">1 1 24575,'1530'0'-1365,"-1506"0"-5461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11.138"/>
    </inkml:context>
    <inkml:brush xml:id="br0">
      <inkml:brushProperty name="width" value="0.1" units="cm"/>
      <inkml:brushProperty name="height" value="0.1" units="cm"/>
      <inkml:brushProperty name="color" value="#E71224"/>
    </inkml:brush>
  </inkml:definitions>
  <inkml:trace contextRef="#ctx0" brushRef="#br0">227 28 24575,'0'-1'0,"-1"0"0,1 0 0,-1-1 0,0 1 0,1 0 0,-1 0 0,0 0 0,1 0 0,-1 0 0,0 0 0,0 0 0,0 0 0,0 0 0,0 1 0,0-1 0,0 0 0,0 0 0,0 1 0,-1-1 0,1 1 0,0-1 0,0 1 0,0 0 0,-1-1 0,1 1 0,0 0 0,-3 0 0,-40-5 0,39 5 0,-4-1 0,0 0 0,0 1 0,0 0 0,0 1 0,1 0 0,-17 4 0,23-4 0,0 0 0,1 0 0,-1 0 0,0 0 0,0 0 0,1 0 0,-1 0 0,0 0 0,1 1 0,-1-1 0,1 1 0,0-1 0,-1 1 0,1-1 0,0 1 0,0 0 0,0 0 0,0 0 0,0-1 0,1 1 0,-1 0 0,0 0 0,1 0 0,0 0 0,-1 0 0,1 0 0,0 0 0,0 0 0,0 0 0,0 0 0,0 1 0,1-1 0,-1 0 0,1 0 0,0 2 0,2 4 0,0 0 0,0-1 0,0 1 0,1-1 0,0 0 0,1 0 0,-1 0 0,1 0 0,1-1 0,6 6 0,-7-7 0,-1 0 0,1 0 0,-1 0 0,0 0 0,0 1 0,0 0 0,-1 0 0,1 0 0,-2 0 0,1 0 0,-1 1 0,0-1 0,0 1 0,1 7 0,-3-11 4,-1 0 0,1-1-1,-1 1 1,1-1-1,-1 1 1,0-1 0,0 0-1,0 1 1,0-1 0,0 0-1,0 1 1,-1-1-1,1 0 1,-1 0 0,0 0-1,0 0 1,1-1 0,-1 1-1,0 0 1,0-1-1,-1 1 1,1-1 0,0 0-1,0 0 1,-1 0 0,1 0-1,0 0 1,-1 0-1,1-1 1,-1 1 0,0-1-1,-3 1 1,1 0-97,0-1 0,0 1 1,0-1-1,0 0 0,0 0 0,0 0 0,0-1 0,0 1 1,0-1-1,0-1 0,0 1 0,1-1 0,-1 1 1,0-1-1,-8-6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12.331"/>
    </inkml:context>
    <inkml:brush xml:id="br0">
      <inkml:brushProperty name="width" value="0.1" units="cm"/>
      <inkml:brushProperty name="height" value="0.1" units="cm"/>
      <inkml:brushProperty name="color" value="#E71224"/>
    </inkml:brush>
  </inkml:definitions>
  <inkml:trace contextRef="#ctx0" brushRef="#br0">51 166 24575,'0'248'0,"-1"-327"0,3-92 0,-1 159 0,2 0 0,-1 0 0,1 1 0,1-1 0,0 1 0,1 0 0,0 0 0,1 0 0,0 1 0,10-14 0,-15 22 0,1 0 0,0 0 0,0 0 0,0 0 0,0 0 0,1 0 0,-1 1 0,0-1 0,1 1 0,-1-1 0,1 1 0,-1 0 0,1 0 0,0 0 0,-1 0 0,1 1 0,0-1 0,0 1 0,0-1 0,4 1 0,-4 1 0,1 0 0,0 0 0,-1 0 0,1 0 0,-1 0 0,1 1 0,-1 0 0,0-1 0,1 1 0,-1 0 0,0 1 0,0-1 0,4 5 0,-1 0 0,0-1 0,0 1 0,-1 1 0,0-1 0,0 1 0,-1 0 0,0 0 0,0 0 0,-1 1 0,0-1 0,-1 1 0,3 10 0,-5-15 0,1 0 0,-1 0 0,0-1 0,0 1 0,-1 0 0,1 0 0,-1 0 0,0 0 0,0-1 0,0 1 0,0 0 0,-1-1 0,1 1 0,-1-1 0,0 1 0,0-1 0,0 0 0,-1 0 0,1 0 0,-5 4 0,2-3 0,0-1 0,0 0 0,0 0 0,0 0 0,-1 0 0,1-1 0,-1 0 0,1 0 0,-1 0 0,0-1 0,0 0 0,-11 1 0,-118-3 0,116 1 0,19 0-35,0 0 16,0 0-1,0 0 1,0 0 0,0 0 0,0 0-1,0 1 1,0-1 0,0 0 0,0 0-1,0 0 1,0 0 0,0 1-1,0-1 1,0 0 0,0 0 0,0 0-1,0 0 1,0 0 0,0 1-1,0-1 1,0 0 0,0 0 0,0 0-1,0 0 1,0 0 0,0 1 0,-1-1-1,1 0 1,0 0 0,0 0-1,0 0 1,0 0 0,0 0 0,0 1-1,0-1 1,-1 0 0,1 0 0,0 0-1,0 0 1,0 0 0,0 0-1,0 0 1,-1 0 0,1 0 0,0 0-1,0 0 1,0 0 0,0 0 0,-1 0-1,1 0 1,0 0 0,0 0-1,0 0 1,0 0 0,0 0 0,-1 0-1,1 0 1,0 0 0,0 0 0,0 0-1,0 0 1,0 0 0,-1 0-1,1-1 1,0 1 0,0 0 0,0 0-1,0 0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12.745"/>
    </inkml:context>
    <inkml:brush xml:id="br0">
      <inkml:brushProperty name="width" value="0.1" units="cm"/>
      <inkml:brushProperty name="height" value="0.1" units="cm"/>
      <inkml:brushProperty name="color" value="#E71224"/>
    </inkml:brush>
  </inkml:definitions>
  <inkml:trace contextRef="#ctx0" brushRef="#br0">126 1 24575,'0'5'0,"0"6"0,-5 1 0,-1 3 0,-4 0 0,-6-4 0,1 2 0,-2-2 0,-3-3 0,2 2 0,-1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13.415"/>
    </inkml:context>
    <inkml:brush xml:id="br0">
      <inkml:brushProperty name="width" value="0.1" units="cm"/>
      <inkml:brushProperty name="height" value="0.1" units="cm"/>
      <inkml:brushProperty name="color" value="#E71224"/>
    </inkml:brush>
  </inkml:definitions>
  <inkml:trace contextRef="#ctx0" brushRef="#br0">55 0 24575,'0'39'0,"1"0"0,-1 0 0,-3 0 0,-11 64 0,-15 33 0,22-90-1365,5-25-5461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13.929"/>
    </inkml:context>
    <inkml:brush xml:id="br0">
      <inkml:brushProperty name="width" value="0.1" units="cm"/>
      <inkml:brushProperty name="height" value="0.1" units="cm"/>
      <inkml:brushProperty name="color" value="#E71224"/>
    </inkml:brush>
  </inkml:definitions>
  <inkml:trace contextRef="#ctx0" brushRef="#br0">0 32 24575,'27'0'0,"-1"-2"0,0-1 0,40-9 0,-21 6-14,-1 1 0,0 2 1,81 5-1,-36 0-1296,-65-2-5516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14.532"/>
    </inkml:context>
    <inkml:brush xml:id="br0">
      <inkml:brushProperty name="width" value="0.1" units="cm"/>
      <inkml:brushProperty name="height" value="0.1" units="cm"/>
      <inkml:brushProperty name="color" value="#E71224"/>
    </inkml:brush>
  </inkml:definitions>
  <inkml:trace contextRef="#ctx0" brushRef="#br0">1 0 24575,'5'0'0,"5"0"0,7 0 0,4 0 0,4 0 0,2 0 0,1 0 0,1 0 0,-1 0 0,0 0 0,1 0 0,-6 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8T15:00:15.568"/>
    </inkml:context>
    <inkml:brush xml:id="br0">
      <inkml:brushProperty name="width" value="0.1" units="cm"/>
      <inkml:brushProperty name="height" value="0.1" units="cm"/>
      <inkml:brushProperty name="color" value="#E71224"/>
    </inkml:brush>
  </inkml:definitions>
  <inkml:trace contextRef="#ctx0" brushRef="#br0">5 309 24575,'-2'78'0,"4"89"0,11-100 0,-9-50 0,0 1 0,1 19 0,-3 32 0,-24-139 0,15 8 0,3 0 0,6-87 0,1 37 0,-3 69 0,2 1 0,12-64 0,-10 84 0,-4 14 0,2 1 0,-1-1 0,1 1 0,0 0 0,5-12 0,-5 17 0,-1-1 0,1 1 0,-1 0 0,1 0 0,0 0 0,0 0 0,0 0 0,0 0 0,0 1 0,0-1 0,1 1 0,-1-1 0,0 1 0,1 0 0,-1 0 0,1 0 0,-1 0 0,1 0 0,0 1 0,2-1 0,19-2 0,-1 1 0,1 1 0,0 2 0,0 0 0,0 1 0,24 6 0,-37-5 0,-2 0 0,1 0 0,0 1 0,-1 1 0,0-1 0,0 1 0,0 1 0,0 0 0,-1 0 0,0 1 0,0 0 0,-1 0 0,9 10 0,-13-12 0,1 0 0,-1-1 0,1 1 0,-1 1 0,0-1 0,-1 0 0,0 1 0,0-1 0,0 1 0,0 0 0,-1 0 0,0 0 0,0-1 0,0 1 0,-1 0 0,0 0 0,0 0 0,-1 0 0,1 0 0,-1 0 0,-1 0 0,1 0 0,-1-1 0,-3 7 0,3-8 0,0-1 0,0 0 0,0 0 0,-1 0 0,0 0 0,1-1 0,-1 1 0,0-1 0,0 1 0,-1-1 0,1 0 0,0 0 0,-1 0 0,1-1 0,-1 1 0,1-1 0,-1 0 0,0 0 0,0 0 0,0-1 0,-5 1 0,-12 1 0,-1-2 0,-37-2 0,26-1 0,-105 1-1365,115 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025B-968F-4AB8-A123-732CBA9A067F}" type="datetimeFigureOut">
              <a:rPr lang="en-IN" smtClean="0"/>
              <a:t>08-02-2025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C72E7-01A6-4798-8D04-E9AD6A028172}" type="slidenum">
              <a:rPr lang="en-IN" smtClean="0"/>
              <a:t>‹#›</a:t>
            </a:fld>
            <a:endParaRPr lang="en-IN"/>
          </a:p>
        </p:txBody>
      </p:sp>
    </p:spTree>
    <p:extLst>
      <p:ext uri="{BB962C8B-B14F-4D97-AF65-F5344CB8AC3E}">
        <p14:creationId xmlns:p14="http://schemas.microsoft.com/office/powerpoint/2010/main" val="9057939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75710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9743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59707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60810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62039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71729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24200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51500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4132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2856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65474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99814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92211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76060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96960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53798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75199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57583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0346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7657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438797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58085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3807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84642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84119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54005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1904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572513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931731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31083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3095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733763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218538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365819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049669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37048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5FBB-6B10-4765-B1D4-E598610B45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C7555F-EF95-4EEB-A632-3ACEC94D1B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E81FC1-D330-43DF-85A4-9713006C4E41}"/>
              </a:ext>
            </a:extLst>
          </p:cNvPr>
          <p:cNvSpPr>
            <a:spLocks noGrp="1"/>
          </p:cNvSpPr>
          <p:nvPr>
            <p:ph type="dt" sz="half" idx="10"/>
          </p:nvPr>
        </p:nvSpPr>
        <p:spPr/>
        <p:txBody>
          <a:bodyPr/>
          <a:lstStyle/>
          <a:p>
            <a:fld id="{2D02CD68-F602-442D-9F57-4B4B4FE1B210}" type="datetime1">
              <a:rPr lang="en-IN" smtClean="0"/>
              <a:t>08-02-2025</a:t>
            </a:fld>
            <a:endParaRPr lang="en-IN"/>
          </a:p>
        </p:txBody>
      </p:sp>
      <p:sp>
        <p:nvSpPr>
          <p:cNvPr id="5" name="Footer Placeholder 4">
            <a:extLst>
              <a:ext uri="{FF2B5EF4-FFF2-40B4-BE49-F238E27FC236}">
                <a16:creationId xmlns:a16="http://schemas.microsoft.com/office/drawing/2014/main" id="{86C7DB5C-E255-4C79-B842-85F35B6B152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9704C98D-7CCD-4AF3-A28E-63C765AE127D}"/>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4104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F20F-226C-44C6-924F-610E17489E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FC04D3-603E-45E1-BC15-C2419DDE0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6EE79-8467-4732-BA30-4FB1AEA5AE7A}"/>
              </a:ext>
            </a:extLst>
          </p:cNvPr>
          <p:cNvSpPr>
            <a:spLocks noGrp="1"/>
          </p:cNvSpPr>
          <p:nvPr>
            <p:ph type="dt" sz="half" idx="10"/>
          </p:nvPr>
        </p:nvSpPr>
        <p:spPr/>
        <p:txBody>
          <a:bodyPr/>
          <a:lstStyle/>
          <a:p>
            <a:fld id="{53A4625C-5208-4050-98B8-EA5F8E41F629}" type="datetime1">
              <a:rPr lang="en-IN" smtClean="0"/>
              <a:t>08-02-2025</a:t>
            </a:fld>
            <a:endParaRPr lang="en-IN"/>
          </a:p>
        </p:txBody>
      </p:sp>
      <p:sp>
        <p:nvSpPr>
          <p:cNvPr id="5" name="Footer Placeholder 4">
            <a:extLst>
              <a:ext uri="{FF2B5EF4-FFF2-40B4-BE49-F238E27FC236}">
                <a16:creationId xmlns:a16="http://schemas.microsoft.com/office/drawing/2014/main" id="{AC97ADA7-6BC9-49F0-BD30-EA67FA9B608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A490EF18-F33F-4A89-8F0A-8AA8992A41B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08942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4357-CD8D-436E-8876-C93D4C937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CF6D4F-7782-4459-AB32-F5A5D1613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855B7-4859-46C2-8A21-DA8C93FB874B}"/>
              </a:ext>
            </a:extLst>
          </p:cNvPr>
          <p:cNvSpPr>
            <a:spLocks noGrp="1"/>
          </p:cNvSpPr>
          <p:nvPr>
            <p:ph type="dt" sz="half" idx="10"/>
          </p:nvPr>
        </p:nvSpPr>
        <p:spPr/>
        <p:txBody>
          <a:bodyPr/>
          <a:lstStyle/>
          <a:p>
            <a:fld id="{622F23FE-7AD8-42CD-9011-E53A0E7478CE}" type="datetime1">
              <a:rPr lang="en-IN" smtClean="0"/>
              <a:t>08-02-2025</a:t>
            </a:fld>
            <a:endParaRPr lang="en-IN"/>
          </a:p>
        </p:txBody>
      </p:sp>
      <p:sp>
        <p:nvSpPr>
          <p:cNvPr id="5" name="Footer Placeholder 4">
            <a:extLst>
              <a:ext uri="{FF2B5EF4-FFF2-40B4-BE49-F238E27FC236}">
                <a16:creationId xmlns:a16="http://schemas.microsoft.com/office/drawing/2014/main" id="{0A04C77A-5956-4146-92FF-6C88E7C4695A}"/>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6D2035E-CA8D-4F67-8677-679942CE6668}"/>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50824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EDC01-D39F-46C6-B1F5-45E438DCA0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FCD2F-DCA5-4CCF-B943-24363AC23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5F6FD3-D0E7-432C-8AA6-2C85B1E80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7DD97F-BB99-46E4-A338-C5233A10BB06}"/>
              </a:ext>
            </a:extLst>
          </p:cNvPr>
          <p:cNvSpPr>
            <a:spLocks noGrp="1"/>
          </p:cNvSpPr>
          <p:nvPr>
            <p:ph type="dt" sz="half" idx="10"/>
          </p:nvPr>
        </p:nvSpPr>
        <p:spPr/>
        <p:txBody>
          <a:bodyPr/>
          <a:lstStyle/>
          <a:p>
            <a:fld id="{C7B93129-7358-4E87-9BD3-8B90B1C761C2}" type="datetime1">
              <a:rPr lang="en-IN" smtClean="0"/>
              <a:t>08-02-2025</a:t>
            </a:fld>
            <a:endParaRPr lang="en-IN"/>
          </a:p>
        </p:txBody>
      </p:sp>
      <p:sp>
        <p:nvSpPr>
          <p:cNvPr id="6" name="Footer Placeholder 5">
            <a:extLst>
              <a:ext uri="{FF2B5EF4-FFF2-40B4-BE49-F238E27FC236}">
                <a16:creationId xmlns:a16="http://schemas.microsoft.com/office/drawing/2014/main" id="{989B0763-6316-4843-AC6A-9A8A68CA050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DA3CE640-E4C6-4B88-A8DA-38A9033DA3FA}"/>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70137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FB83-6B10-4A64-B3BB-98CAC14D5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E9DE2-792F-4BC0-A80A-EE029779A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9AB455-C8CC-4950-BC91-ECB1997330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6EE469-C945-4C43-8B79-88EE3725C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CC345-6EFF-4C29-9B73-78CE8E5E13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2137C-E752-4F84-ABD2-7FC8643F992A}"/>
              </a:ext>
            </a:extLst>
          </p:cNvPr>
          <p:cNvSpPr>
            <a:spLocks noGrp="1"/>
          </p:cNvSpPr>
          <p:nvPr>
            <p:ph type="dt" sz="half" idx="10"/>
          </p:nvPr>
        </p:nvSpPr>
        <p:spPr/>
        <p:txBody>
          <a:bodyPr/>
          <a:lstStyle/>
          <a:p>
            <a:fld id="{067F01AC-D578-439A-809F-A1895794A34E}" type="datetime1">
              <a:rPr lang="en-IN" smtClean="0"/>
              <a:t>08-02-2025</a:t>
            </a:fld>
            <a:endParaRPr lang="en-IN"/>
          </a:p>
        </p:txBody>
      </p:sp>
      <p:sp>
        <p:nvSpPr>
          <p:cNvPr id="8" name="Footer Placeholder 7">
            <a:extLst>
              <a:ext uri="{FF2B5EF4-FFF2-40B4-BE49-F238E27FC236}">
                <a16:creationId xmlns:a16="http://schemas.microsoft.com/office/drawing/2014/main" id="{6D3601E4-17F6-4FAE-A68B-F4BE405B6C14}"/>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4CAB9419-9D23-495C-8A1C-B6D8952DEF15}"/>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73054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F1E3-F378-4BB8-B917-4BD77284D8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920584-5CEE-4F64-B702-B4EC57D26955}"/>
              </a:ext>
            </a:extLst>
          </p:cNvPr>
          <p:cNvSpPr>
            <a:spLocks noGrp="1"/>
          </p:cNvSpPr>
          <p:nvPr>
            <p:ph type="dt" sz="half" idx="10"/>
          </p:nvPr>
        </p:nvSpPr>
        <p:spPr/>
        <p:txBody>
          <a:bodyPr/>
          <a:lstStyle/>
          <a:p>
            <a:fld id="{2D699B71-F42C-4B2E-9A60-C13BEB95DC03}" type="datetime1">
              <a:rPr lang="en-IN" smtClean="0"/>
              <a:t>08-02-2025</a:t>
            </a:fld>
            <a:endParaRPr lang="en-IN"/>
          </a:p>
        </p:txBody>
      </p:sp>
      <p:sp>
        <p:nvSpPr>
          <p:cNvPr id="4" name="Footer Placeholder 3">
            <a:extLst>
              <a:ext uri="{FF2B5EF4-FFF2-40B4-BE49-F238E27FC236}">
                <a16:creationId xmlns:a16="http://schemas.microsoft.com/office/drawing/2014/main" id="{5A1AA801-D588-4550-B954-A43548D8A5BE}"/>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C0A0DD41-C8FD-40BB-ACB6-0AF2BB1A1F1B}"/>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47802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717B2-71B4-4C0F-9115-D7F7F7C7B8FE}"/>
              </a:ext>
            </a:extLst>
          </p:cNvPr>
          <p:cNvSpPr>
            <a:spLocks noGrp="1"/>
          </p:cNvSpPr>
          <p:nvPr>
            <p:ph type="dt" sz="half" idx="10"/>
          </p:nvPr>
        </p:nvSpPr>
        <p:spPr/>
        <p:txBody>
          <a:bodyPr/>
          <a:lstStyle/>
          <a:p>
            <a:fld id="{84763768-C680-471C-990A-D5C5808EAE3B}" type="datetime1">
              <a:rPr lang="en-IN" smtClean="0"/>
              <a:t>08-02-2025</a:t>
            </a:fld>
            <a:endParaRPr lang="en-IN"/>
          </a:p>
        </p:txBody>
      </p:sp>
      <p:sp>
        <p:nvSpPr>
          <p:cNvPr id="3" name="Footer Placeholder 2">
            <a:extLst>
              <a:ext uri="{FF2B5EF4-FFF2-40B4-BE49-F238E27FC236}">
                <a16:creationId xmlns:a16="http://schemas.microsoft.com/office/drawing/2014/main" id="{C09F5609-A997-4AF2-B42F-F902B882036A}"/>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97BD6E9-BDB3-404A-BCF1-D8E0677477C1}"/>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685151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E4A0-7895-4E52-BC0D-D4B8120B7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9E0547-D743-4911-8648-4216EE678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6E74B-EF54-4E60-8E9A-CE0B8BA59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71B80-3F72-4134-9FE9-A57FE401FBEC}"/>
              </a:ext>
            </a:extLst>
          </p:cNvPr>
          <p:cNvSpPr>
            <a:spLocks noGrp="1"/>
          </p:cNvSpPr>
          <p:nvPr>
            <p:ph type="dt" sz="half" idx="10"/>
          </p:nvPr>
        </p:nvSpPr>
        <p:spPr/>
        <p:txBody>
          <a:bodyPr/>
          <a:lstStyle/>
          <a:p>
            <a:fld id="{F10447E5-04E7-4E2A-AB7B-D8999E7234F5}" type="datetime1">
              <a:rPr lang="en-IN" smtClean="0"/>
              <a:t>08-02-2025</a:t>
            </a:fld>
            <a:endParaRPr lang="en-IN"/>
          </a:p>
        </p:txBody>
      </p:sp>
      <p:sp>
        <p:nvSpPr>
          <p:cNvPr id="6" name="Footer Placeholder 5">
            <a:extLst>
              <a:ext uri="{FF2B5EF4-FFF2-40B4-BE49-F238E27FC236}">
                <a16:creationId xmlns:a16="http://schemas.microsoft.com/office/drawing/2014/main" id="{C6B8F800-B884-4690-8505-0E9CD7DD78F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4F638766-C73C-4FFE-AEB6-D8F51D69F45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35639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EFFA4-E406-42D6-9550-222E77C5C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E926F8-4D24-4D1E-A248-57EEF25B3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AFB05F-F858-4389-A732-7C287E2A7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111B2-54DA-4B5C-B515-E431309C5C68}"/>
              </a:ext>
            </a:extLst>
          </p:cNvPr>
          <p:cNvSpPr>
            <a:spLocks noGrp="1"/>
          </p:cNvSpPr>
          <p:nvPr>
            <p:ph type="dt" sz="half" idx="10"/>
          </p:nvPr>
        </p:nvSpPr>
        <p:spPr/>
        <p:txBody>
          <a:bodyPr/>
          <a:lstStyle/>
          <a:p>
            <a:fld id="{02210BAA-E652-4C0E-9D5C-D2C7BD090680}" type="datetime1">
              <a:rPr lang="en-IN" smtClean="0"/>
              <a:t>08-02-2025</a:t>
            </a:fld>
            <a:endParaRPr lang="en-IN"/>
          </a:p>
        </p:txBody>
      </p:sp>
      <p:sp>
        <p:nvSpPr>
          <p:cNvPr id="6" name="Footer Placeholder 5">
            <a:extLst>
              <a:ext uri="{FF2B5EF4-FFF2-40B4-BE49-F238E27FC236}">
                <a16:creationId xmlns:a16="http://schemas.microsoft.com/office/drawing/2014/main" id="{2DDCA196-0B13-4226-B9CD-C01568A818CF}"/>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5C0E081F-0D3D-423C-8BF4-0110BF40DC52}"/>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44635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6E6B-49B8-4934-9F98-031D4F13A9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BC7CAA-6EC3-4F8F-BFF7-2DE455D89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DFFC5D-767D-470C-A822-22EC9FB331F2}"/>
              </a:ext>
            </a:extLst>
          </p:cNvPr>
          <p:cNvSpPr>
            <a:spLocks noGrp="1"/>
          </p:cNvSpPr>
          <p:nvPr>
            <p:ph type="dt" sz="half" idx="10"/>
          </p:nvPr>
        </p:nvSpPr>
        <p:spPr/>
        <p:txBody>
          <a:bodyPr/>
          <a:lstStyle/>
          <a:p>
            <a:fld id="{76485D97-93A5-41E2-B2DE-28316B336285}" type="datetime1">
              <a:rPr lang="en-IN" smtClean="0"/>
              <a:t>08-02-2025</a:t>
            </a:fld>
            <a:endParaRPr lang="en-IN"/>
          </a:p>
        </p:txBody>
      </p:sp>
      <p:sp>
        <p:nvSpPr>
          <p:cNvPr id="5" name="Footer Placeholder 4">
            <a:extLst>
              <a:ext uri="{FF2B5EF4-FFF2-40B4-BE49-F238E27FC236}">
                <a16:creationId xmlns:a16="http://schemas.microsoft.com/office/drawing/2014/main" id="{027BDF6D-A32A-48D5-AAC5-B041762A10F4}"/>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3D0F613-209D-4CEC-B2E8-F68CF0E2BF17}"/>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27828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788483-7E35-4A37-8272-3BEB4088A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C7394D-78E6-4B06-8AF2-ED7CBE65A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827AD-FFE6-49C4-A8AA-ACB07402CB83}"/>
              </a:ext>
            </a:extLst>
          </p:cNvPr>
          <p:cNvSpPr>
            <a:spLocks noGrp="1"/>
          </p:cNvSpPr>
          <p:nvPr>
            <p:ph type="dt" sz="half" idx="10"/>
          </p:nvPr>
        </p:nvSpPr>
        <p:spPr/>
        <p:txBody>
          <a:bodyPr/>
          <a:lstStyle/>
          <a:p>
            <a:fld id="{3A6713A0-70A8-4749-A08E-CE900212C2DA}" type="datetime1">
              <a:rPr lang="en-IN" smtClean="0"/>
              <a:t>08-02-2025</a:t>
            </a:fld>
            <a:endParaRPr lang="en-IN"/>
          </a:p>
        </p:txBody>
      </p:sp>
      <p:sp>
        <p:nvSpPr>
          <p:cNvPr id="5" name="Footer Placeholder 4">
            <a:extLst>
              <a:ext uri="{FF2B5EF4-FFF2-40B4-BE49-F238E27FC236}">
                <a16:creationId xmlns:a16="http://schemas.microsoft.com/office/drawing/2014/main" id="{CC738B0B-5A05-48C8-B4EC-C6F46310A3A5}"/>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C800F4C5-DDFB-4838-84E2-7FB32A0407A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3484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2E860-C0B1-4D74-B86A-B1A68E9A2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B34395-CC14-4672-9177-8A8C80267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39AEF-45BF-45A9-A01D-8A3FB7BA1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0DDBED-AD0B-496A-A7DE-8793DE7893D3}" type="datetime1">
              <a:rPr lang="en-IN" smtClean="0"/>
              <a:t>08-02-2025</a:t>
            </a:fld>
            <a:endParaRPr lang="en-IN"/>
          </a:p>
        </p:txBody>
      </p:sp>
      <p:sp>
        <p:nvSpPr>
          <p:cNvPr id="5" name="Footer Placeholder 4">
            <a:extLst>
              <a:ext uri="{FF2B5EF4-FFF2-40B4-BE49-F238E27FC236}">
                <a16:creationId xmlns:a16="http://schemas.microsoft.com/office/drawing/2014/main" id="{99D57279-8A49-457E-832B-E679E02EB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16B47146-650E-4058-A039-730239EB6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A1374-4C1F-4D42-8836-504BF6B6184D}" type="slidenum">
              <a:rPr lang="en-IN" smtClean="0"/>
              <a:t>‹#›</a:t>
            </a:fld>
            <a:endParaRPr lang="en-IN"/>
          </a:p>
        </p:txBody>
      </p:sp>
    </p:spTree>
    <p:extLst>
      <p:ext uri="{BB962C8B-B14F-4D97-AF65-F5344CB8AC3E}">
        <p14:creationId xmlns:p14="http://schemas.microsoft.com/office/powerpoint/2010/main" val="260740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32.png"/><Relationship Id="rId21" Type="http://schemas.openxmlformats.org/officeDocument/2006/relationships/image" Target="../media/image23.png"/><Relationship Id="rId34" Type="http://schemas.openxmlformats.org/officeDocument/2006/relationships/customXml" Target="../ink/ink16.xml"/><Relationship Id="rId7" Type="http://schemas.openxmlformats.org/officeDocument/2006/relationships/image" Target="../media/image16.png"/><Relationship Id="rId2" Type="http://schemas.openxmlformats.org/officeDocument/2006/relationships/notesSlide" Target="../notesSlides/notesSlide13.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27.png"/><Relationship Id="rId41"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18.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31.png"/><Relationship Id="rId40" Type="http://schemas.openxmlformats.org/officeDocument/2006/relationships/customXml" Target="../ink/ink19.xml"/><Relationship Id="rId5" Type="http://schemas.openxmlformats.org/officeDocument/2006/relationships/image" Target="../media/image15.png"/><Relationship Id="rId15" Type="http://schemas.openxmlformats.org/officeDocument/2006/relationships/image" Target="../media/image20.png"/><Relationship Id="rId23" Type="http://schemas.openxmlformats.org/officeDocument/2006/relationships/image" Target="../media/image24.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22.png"/><Relationship Id="rId31" Type="http://schemas.openxmlformats.org/officeDocument/2006/relationships/image" Target="../media/image28.png"/><Relationship Id="rId4" Type="http://schemas.openxmlformats.org/officeDocument/2006/relationships/customXml" Target="../ink/ink1.xml"/><Relationship Id="rId9" Type="http://schemas.openxmlformats.org/officeDocument/2006/relationships/image" Target="../media/image17.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6.png"/><Relationship Id="rId30" Type="http://schemas.openxmlformats.org/officeDocument/2006/relationships/customXml" Target="../ink/ink14.xml"/><Relationship Id="rId35" Type="http://schemas.openxmlformats.org/officeDocument/2006/relationships/image" Target="../media/image30.png"/><Relationship Id="rId8" Type="http://schemas.openxmlformats.org/officeDocument/2006/relationships/customXml" Target="../ink/ink3.xml"/><Relationship Id="rId3" Type="http://schemas.openxmlformats.org/officeDocument/2006/relationships/image" Target="../media/image14.png"/><Relationship Id="rId12" Type="http://schemas.openxmlformats.org/officeDocument/2006/relationships/customXml" Target="../ink/ink5.xml"/><Relationship Id="rId17" Type="http://schemas.openxmlformats.org/officeDocument/2006/relationships/image" Target="../media/image21.png"/><Relationship Id="rId25" Type="http://schemas.openxmlformats.org/officeDocument/2006/relationships/image" Target="../media/image25.png"/><Relationship Id="rId33" Type="http://schemas.openxmlformats.org/officeDocument/2006/relationships/image" Target="../media/image29.png"/><Relationship Id="rId38" Type="http://schemas.openxmlformats.org/officeDocument/2006/relationships/customXml" Target="../ink/ink18.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customXml" Target="../ink/ink25.xml"/><Relationship Id="rId18" Type="http://schemas.openxmlformats.org/officeDocument/2006/relationships/image" Target="../media/image52.png"/><Relationship Id="rId3" Type="http://schemas.openxmlformats.org/officeDocument/2006/relationships/customXml" Target="../ink/ink20.xml"/><Relationship Id="rId21" Type="http://schemas.openxmlformats.org/officeDocument/2006/relationships/customXml" Target="../ink/ink29.xml"/><Relationship Id="rId7" Type="http://schemas.openxmlformats.org/officeDocument/2006/relationships/customXml" Target="../ink/ink22.xml"/><Relationship Id="rId12" Type="http://schemas.openxmlformats.org/officeDocument/2006/relationships/image" Target="../media/image49.png"/><Relationship Id="rId17" Type="http://schemas.openxmlformats.org/officeDocument/2006/relationships/customXml" Target="../ink/ink27.xml"/><Relationship Id="rId2" Type="http://schemas.openxmlformats.org/officeDocument/2006/relationships/image" Target="../media/image44.png"/><Relationship Id="rId16" Type="http://schemas.openxmlformats.org/officeDocument/2006/relationships/image" Target="../media/image51.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customXml" Target="../ink/ink24.xml"/><Relationship Id="rId5" Type="http://schemas.openxmlformats.org/officeDocument/2006/relationships/customXml" Target="../ink/ink21.xml"/><Relationship Id="rId15" Type="http://schemas.openxmlformats.org/officeDocument/2006/relationships/customXml" Target="../ink/ink26.xml"/><Relationship Id="rId10" Type="http://schemas.openxmlformats.org/officeDocument/2006/relationships/image" Target="../media/image48.png"/><Relationship Id="rId19" Type="http://schemas.openxmlformats.org/officeDocument/2006/relationships/customXml" Target="../ink/ink28.xml"/><Relationship Id="rId4" Type="http://schemas.openxmlformats.org/officeDocument/2006/relationships/image" Target="../media/image45.png"/><Relationship Id="rId9" Type="http://schemas.openxmlformats.org/officeDocument/2006/relationships/customXml" Target="../ink/ink23.xml"/><Relationship Id="rId14" Type="http://schemas.openxmlformats.org/officeDocument/2006/relationships/image" Target="../media/image50.png"/><Relationship Id="rId22" Type="http://schemas.openxmlformats.org/officeDocument/2006/relationships/image" Target="../media/image54.png"/></Relationships>
</file>

<file path=ppt/slides/_rels/slide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customXml" Target="../ink/ink35.xml"/><Relationship Id="rId18" Type="http://schemas.openxmlformats.org/officeDocument/2006/relationships/image" Target="../media/image70.png"/><Relationship Id="rId3" Type="http://schemas.openxmlformats.org/officeDocument/2006/relationships/customXml" Target="../ink/ink30.xml"/><Relationship Id="rId7" Type="http://schemas.openxmlformats.org/officeDocument/2006/relationships/customXml" Target="../ink/ink32.xml"/><Relationship Id="rId12" Type="http://schemas.openxmlformats.org/officeDocument/2006/relationships/image" Target="../media/image67.png"/><Relationship Id="rId17" Type="http://schemas.openxmlformats.org/officeDocument/2006/relationships/customXml" Target="../ink/ink37.xml"/><Relationship Id="rId2" Type="http://schemas.openxmlformats.org/officeDocument/2006/relationships/image" Target="../media/image62.png"/><Relationship Id="rId16"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customXml" Target="../ink/ink34.xml"/><Relationship Id="rId5" Type="http://schemas.openxmlformats.org/officeDocument/2006/relationships/customXml" Target="../ink/ink31.xml"/><Relationship Id="rId15" Type="http://schemas.openxmlformats.org/officeDocument/2006/relationships/customXml" Target="../ink/ink36.xml"/><Relationship Id="rId10" Type="http://schemas.openxmlformats.org/officeDocument/2006/relationships/image" Target="../media/image66.png"/><Relationship Id="rId4" Type="http://schemas.openxmlformats.org/officeDocument/2006/relationships/image" Target="../media/image63.png"/><Relationship Id="rId9" Type="http://schemas.openxmlformats.org/officeDocument/2006/relationships/customXml" Target="../ink/ink33.xml"/><Relationship Id="rId14" Type="http://schemas.openxmlformats.org/officeDocument/2006/relationships/image" Target="../media/image6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1378039" y="1273247"/>
            <a:ext cx="10341736" cy="5909310"/>
          </a:xfrm>
          <a:prstGeom prst="rect">
            <a:avLst/>
          </a:prstGeom>
          <a:noFill/>
        </p:spPr>
        <p:txBody>
          <a:bodyPr wrap="square" rtlCol="0">
            <a:spAutoFit/>
          </a:bodyPr>
          <a:lstStyle/>
          <a:p>
            <a:pPr algn="just"/>
            <a:r>
              <a:rPr lang="en-IN" sz="2400" b="1" i="0" dirty="0">
                <a:solidFill>
                  <a:srgbClr val="FF0000"/>
                </a:solidFill>
                <a:effectLst/>
                <a:latin typeface="Myriad Pro"/>
              </a:rPr>
              <a:t>Unit 4 : </a:t>
            </a:r>
            <a:r>
              <a:rPr lang="en-IN" sz="2400" u="sng"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Structure of Computers and Instruction Set Architecture</a:t>
            </a:r>
            <a:endParaRPr lang="en-IN" sz="24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endParaRPr>
          </a:p>
          <a:p>
            <a:r>
              <a:rPr lang="en-IN" sz="2400" b="1" dirty="0">
                <a:effectLst/>
                <a:latin typeface="Calibri" panose="020F0502020204030204" pitchFamily="34" charset="0"/>
                <a:ea typeface="Times New Roman" panose="02020603050405020304" pitchFamily="18" charset="0"/>
                <a:cs typeface="Calibri" panose="020F0502020204030204" pitchFamily="34" charset="0"/>
              </a:rPr>
              <a:t>Basic Structure of Computers</a:t>
            </a:r>
            <a:r>
              <a:rPr lang="en-IN" sz="2400" dirty="0">
                <a:effectLst/>
                <a:latin typeface="Calibri" panose="020F0502020204030204" pitchFamily="34" charset="0"/>
                <a:ea typeface="Times New Roman" panose="02020603050405020304" pitchFamily="18" charset="0"/>
                <a:cs typeface="Calibri" panose="020F0502020204030204" pitchFamily="34" charset="0"/>
              </a:rPr>
              <a:t>: Functional Units, Basic Operational Concepts, Performance – Technology and Parallelism.</a:t>
            </a:r>
            <a:r>
              <a:rPr lang="en-IN" sz="2400" b="1" dirty="0">
                <a:effectLst/>
                <a:latin typeface="Calibri" panose="020F0502020204030204" pitchFamily="34" charset="0"/>
                <a:ea typeface="Times New Roman" panose="02020603050405020304" pitchFamily="18" charset="0"/>
                <a:cs typeface="Calibri" panose="020F0502020204030204" pitchFamily="34" charset="0"/>
              </a:rPr>
              <a:t> Instruction Set Architecture</a:t>
            </a:r>
            <a:r>
              <a:rPr lang="en-IN" sz="2400" dirty="0">
                <a:effectLst/>
                <a:latin typeface="Calibri" panose="020F0502020204030204" pitchFamily="34" charset="0"/>
                <a:ea typeface="Times New Roman" panose="02020603050405020304" pitchFamily="18" charset="0"/>
                <a:cs typeface="Calibri" panose="020F0502020204030204" pitchFamily="34" charset="0"/>
              </a:rPr>
              <a:t>: Memory Locations and Addresses, Memory Operations, Instructions and Instruction Sequencing, Addressing Modes, Assembly Language- Assembler Directives, Assembly and Execution of Programs. Stacks, Subroutines- Subroutine Nesting and the Processor Stack, Parameter Passing, The Stack Frame.</a:t>
            </a:r>
          </a:p>
          <a:p>
            <a:endParaRPr lang="en-IN" sz="2400" dirty="0">
              <a:solidFill>
                <a:srgbClr val="FF0000"/>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IN" sz="2400" u="sng" dirty="0">
                <a:solidFill>
                  <a:srgbClr val="FF0000"/>
                </a:solidFill>
              </a:rPr>
              <a:t>CIE/SEE Question solutions are there from SLIDE 44</a:t>
            </a:r>
          </a:p>
          <a:p>
            <a:pPr algn="just"/>
            <a:endParaRPr lang="en-IN" sz="2400" dirty="0">
              <a:solidFill>
                <a:srgbClr val="FF0000"/>
              </a:solidFill>
            </a:endParaRPr>
          </a:p>
          <a:p>
            <a:pPr marL="342900" indent="-342900" algn="just">
              <a:buFont typeface="Arial" panose="020B0604020202020204" pitchFamily="34" charset="0"/>
              <a:buChar char="•"/>
            </a:pPr>
            <a:r>
              <a:rPr lang="en-IN" sz="2400" dirty="0">
                <a:solidFill>
                  <a:srgbClr val="FF0000"/>
                </a:solidFill>
              </a:rPr>
              <a:t>Reference: Chapter 1 – Basic Structure of Computers, </a:t>
            </a:r>
          </a:p>
          <a:p>
            <a:pPr algn="just"/>
            <a:r>
              <a:rPr lang="en-IN" sz="2400" dirty="0">
                <a:solidFill>
                  <a:srgbClr val="FF0000"/>
                </a:solidFill>
              </a:rPr>
              <a:t>                         Chapter 2 -  Instruction Set Architecture</a:t>
            </a:r>
          </a:p>
          <a:p>
            <a:pPr algn="just"/>
            <a:r>
              <a:rPr lang="en-IN" sz="2400" dirty="0">
                <a:solidFill>
                  <a:srgbClr val="FF0000"/>
                </a:solidFill>
              </a:rPr>
              <a:t>          (</a:t>
            </a:r>
            <a:r>
              <a:rPr lang="en-IN" sz="2400" dirty="0" err="1">
                <a:solidFill>
                  <a:srgbClr val="FF0000"/>
                </a:solidFill>
              </a:rPr>
              <a:t>Book:”Computer</a:t>
            </a:r>
            <a:r>
              <a:rPr lang="en-IN" sz="2400" dirty="0">
                <a:solidFill>
                  <a:srgbClr val="FF0000"/>
                </a:solidFill>
              </a:rPr>
              <a:t> Organization and Embedded Systems” by  Carl </a:t>
            </a:r>
            <a:r>
              <a:rPr lang="en-IN" sz="2400" dirty="0" err="1">
                <a:solidFill>
                  <a:srgbClr val="FF0000"/>
                </a:solidFill>
              </a:rPr>
              <a:t>Hamacher</a:t>
            </a:r>
            <a:r>
              <a:rPr lang="en-IN" sz="2400" dirty="0">
                <a:solidFill>
                  <a:srgbClr val="FF0000"/>
                </a:solidFill>
              </a:rPr>
              <a:t> )</a:t>
            </a:r>
          </a:p>
          <a:p>
            <a:pPr algn="just"/>
            <a:r>
              <a:rPr lang="en-IN" sz="2400" dirty="0">
                <a:solidFill>
                  <a:srgbClr val="FF0000"/>
                </a:solidFill>
              </a:rPr>
              <a:t>*https://www.youtube.com/@drkbadarinath4636</a:t>
            </a:r>
          </a:p>
          <a:p>
            <a:pPr algn="just"/>
            <a:r>
              <a:rPr lang="en-IN" sz="2400" dirty="0">
                <a:solidFill>
                  <a:srgbClr val="FF0000"/>
                </a:solidFill>
              </a:rPr>
              <a:t>                                    (for lecture videos)</a:t>
            </a:r>
          </a:p>
          <a:p>
            <a:pPr algn="just"/>
            <a:endParaRPr lang="en-IN" dirty="0"/>
          </a:p>
        </p:txBody>
      </p:sp>
      <p:sp>
        <p:nvSpPr>
          <p:cNvPr id="2" name="Footer Placeholder 1">
            <a:extLst>
              <a:ext uri="{FF2B5EF4-FFF2-40B4-BE49-F238E27FC236}">
                <a16:creationId xmlns:a16="http://schemas.microsoft.com/office/drawing/2014/main" id="{583FB778-E064-C1D2-073B-43B2A1352C5B}"/>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084989F-402C-7069-D035-48101F8BC372}"/>
              </a:ext>
            </a:extLst>
          </p:cNvPr>
          <p:cNvSpPr>
            <a:spLocks noGrp="1"/>
          </p:cNvSpPr>
          <p:nvPr>
            <p:ph type="sldNum" sz="quarter" idx="12"/>
          </p:nvPr>
        </p:nvSpPr>
        <p:spPr/>
        <p:txBody>
          <a:bodyPr/>
          <a:lstStyle/>
          <a:p>
            <a:fld id="{E01A1374-4C1F-4D42-8836-504BF6B6184D}" type="slidenum">
              <a:rPr lang="en-IN" smtClean="0"/>
              <a:t>1</a:t>
            </a:fld>
            <a:endParaRPr lang="en-IN"/>
          </a:p>
        </p:txBody>
      </p:sp>
      <p:sp>
        <p:nvSpPr>
          <p:cNvPr id="5" name="TextBox 4">
            <a:extLst>
              <a:ext uri="{FF2B5EF4-FFF2-40B4-BE49-F238E27FC236}">
                <a16:creationId xmlns:a16="http://schemas.microsoft.com/office/drawing/2014/main" id="{2398A3F2-2802-DC75-3B20-1B1B3747A731}"/>
              </a:ext>
            </a:extLst>
          </p:cNvPr>
          <p:cNvSpPr txBox="1"/>
          <p:nvPr/>
        </p:nvSpPr>
        <p:spPr>
          <a:xfrm>
            <a:off x="1730062" y="0"/>
            <a:ext cx="8731876" cy="646331"/>
          </a:xfrm>
          <a:prstGeom prst="rect">
            <a:avLst/>
          </a:prstGeom>
          <a:noFill/>
        </p:spPr>
        <p:txBody>
          <a:bodyPr wrap="square" rtlCol="0">
            <a:spAutoFit/>
          </a:bodyPr>
          <a:lstStyle/>
          <a:p>
            <a:pPr algn="ctr"/>
            <a:r>
              <a:rPr lang="en-IN" dirty="0">
                <a:solidFill>
                  <a:srgbClr val="0070C0"/>
                </a:solidFill>
              </a:rPr>
              <a:t>Prepared by Dr K </a:t>
            </a:r>
            <a:r>
              <a:rPr lang="en-IN" dirty="0" err="1">
                <a:solidFill>
                  <a:srgbClr val="0070C0"/>
                </a:solidFill>
              </a:rPr>
              <a:t>Badari</a:t>
            </a:r>
            <a:r>
              <a:rPr lang="en-IN" dirty="0">
                <a:solidFill>
                  <a:srgbClr val="0070C0"/>
                </a:solidFill>
              </a:rPr>
              <a:t> Nath, Associate Professor,</a:t>
            </a:r>
          </a:p>
          <a:p>
            <a:pPr algn="ctr"/>
            <a:r>
              <a:rPr lang="en-IN" dirty="0">
                <a:solidFill>
                  <a:srgbClr val="0070C0"/>
                </a:solidFill>
              </a:rPr>
              <a:t>Computer Science &amp; Engineering, RV College Of Engineering</a:t>
            </a:r>
          </a:p>
        </p:txBody>
      </p:sp>
      <p:sp>
        <p:nvSpPr>
          <p:cNvPr id="6" name="TextBox 5">
            <a:extLst>
              <a:ext uri="{FF2B5EF4-FFF2-40B4-BE49-F238E27FC236}">
                <a16:creationId xmlns:a16="http://schemas.microsoft.com/office/drawing/2014/main" id="{34CC07A0-B222-D269-ED68-E83819E9922E}"/>
              </a:ext>
            </a:extLst>
          </p:cNvPr>
          <p:cNvSpPr txBox="1"/>
          <p:nvPr/>
        </p:nvSpPr>
        <p:spPr>
          <a:xfrm>
            <a:off x="1513268" y="688472"/>
            <a:ext cx="10071278" cy="584775"/>
          </a:xfrm>
          <a:prstGeom prst="rect">
            <a:avLst/>
          </a:prstGeom>
          <a:noFill/>
        </p:spPr>
        <p:txBody>
          <a:bodyPr wrap="square" rtlCol="0">
            <a:spAutoFit/>
          </a:bodyPr>
          <a:lstStyle/>
          <a:p>
            <a:r>
              <a:rPr lang="en-IN" sz="3200" b="1" dirty="0">
                <a:solidFill>
                  <a:srgbClr val="FF0000"/>
                </a:solidFill>
              </a:rPr>
              <a:t>FCSD – Foundations Of Computer System Design</a:t>
            </a:r>
          </a:p>
        </p:txBody>
      </p:sp>
    </p:spTree>
    <p:extLst>
      <p:ext uri="{BB962C8B-B14F-4D97-AF65-F5344CB8AC3E}">
        <p14:creationId xmlns:p14="http://schemas.microsoft.com/office/powerpoint/2010/main" val="1204272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453EC8-27D7-6C91-C83B-A22462E570F0}"/>
              </a:ext>
            </a:extLst>
          </p:cNvPr>
          <p:cNvSpPr txBox="1"/>
          <p:nvPr/>
        </p:nvSpPr>
        <p:spPr>
          <a:xfrm>
            <a:off x="253285" y="5267561"/>
            <a:ext cx="11938715" cy="1477328"/>
          </a:xfrm>
          <a:prstGeom prst="rect">
            <a:avLst/>
          </a:prstGeom>
          <a:noFill/>
        </p:spPr>
        <p:txBody>
          <a:bodyPr wrap="square">
            <a:spAutoFit/>
          </a:bodyPr>
          <a:lstStyle/>
          <a:p>
            <a:r>
              <a:rPr lang="en-US" dirty="0"/>
              <a:t>The operation of a computer can be summarized as follows:</a:t>
            </a:r>
          </a:p>
          <a:p>
            <a:r>
              <a:rPr lang="en-US" dirty="0"/>
              <a:t> • The computer accepts information in the form of programs and data through an input unit and stores it in the memory. </a:t>
            </a:r>
          </a:p>
          <a:p>
            <a:r>
              <a:rPr lang="en-US" dirty="0"/>
              <a:t>• Information stored in the memory is fetched under program control into an arithmetic and logic unit, where it is processed. • Processed information leaves the computer through an output unit. </a:t>
            </a:r>
          </a:p>
          <a:p>
            <a:r>
              <a:rPr lang="en-US" dirty="0"/>
              <a:t>• All activities in the computer are directed by the control unit</a:t>
            </a:r>
            <a:endParaRPr lang="en-IN" dirty="0"/>
          </a:p>
        </p:txBody>
      </p:sp>
      <p:pic>
        <p:nvPicPr>
          <p:cNvPr id="9" name="Picture 8">
            <a:extLst>
              <a:ext uri="{FF2B5EF4-FFF2-40B4-BE49-F238E27FC236}">
                <a16:creationId xmlns:a16="http://schemas.microsoft.com/office/drawing/2014/main" id="{4B5FAA0D-D8EB-7E64-333D-8EB6970D0063}"/>
              </a:ext>
            </a:extLst>
          </p:cNvPr>
          <p:cNvPicPr>
            <a:picLocks noChangeAspect="1"/>
          </p:cNvPicPr>
          <p:nvPr/>
        </p:nvPicPr>
        <p:blipFill>
          <a:blip r:embed="rId2"/>
          <a:stretch>
            <a:fillRect/>
          </a:stretch>
        </p:blipFill>
        <p:spPr>
          <a:xfrm>
            <a:off x="2909283" y="2080845"/>
            <a:ext cx="6373432" cy="3186716"/>
          </a:xfrm>
          <a:prstGeom prst="rect">
            <a:avLst/>
          </a:prstGeom>
        </p:spPr>
      </p:pic>
      <p:sp>
        <p:nvSpPr>
          <p:cNvPr id="11" name="TextBox 10">
            <a:extLst>
              <a:ext uri="{FF2B5EF4-FFF2-40B4-BE49-F238E27FC236}">
                <a16:creationId xmlns:a16="http://schemas.microsoft.com/office/drawing/2014/main" id="{FCD54B4B-8298-F230-0760-B3DC1C8CC66E}"/>
              </a:ext>
            </a:extLst>
          </p:cNvPr>
          <p:cNvSpPr txBox="1"/>
          <p:nvPr/>
        </p:nvSpPr>
        <p:spPr>
          <a:xfrm>
            <a:off x="126641" y="113111"/>
            <a:ext cx="11938715" cy="2400657"/>
          </a:xfrm>
          <a:prstGeom prst="rect">
            <a:avLst/>
          </a:prstGeom>
          <a:noFill/>
        </p:spPr>
        <p:txBody>
          <a:bodyPr wrap="square">
            <a:spAutoFit/>
          </a:bodyPr>
          <a:lstStyle/>
          <a:p>
            <a:r>
              <a:rPr lang="en-US" sz="2400" dirty="0">
                <a:solidFill>
                  <a:srgbClr val="FF0000"/>
                </a:solidFill>
                <a:effectLst/>
                <a:ea typeface="Times New Roman" panose="02020603050405020304" pitchFamily="18" charset="0"/>
              </a:rPr>
              <a:t>                                   Basic Structure of Computers: Functional Units</a:t>
            </a:r>
            <a:r>
              <a:rPr lang="en-IN" sz="2400" dirty="0">
                <a:solidFill>
                  <a:srgbClr val="FF0000"/>
                </a:solidFill>
                <a:ea typeface="Times New Roman" panose="02020603050405020304" pitchFamily="18" charset="0"/>
              </a:rPr>
              <a:t>…</a:t>
            </a:r>
            <a:endParaRPr lang="en-US" sz="2400" dirty="0">
              <a:solidFill>
                <a:srgbClr val="FF0000"/>
              </a:solidFill>
            </a:endParaRPr>
          </a:p>
          <a:p>
            <a:r>
              <a:rPr lang="en-US" dirty="0"/>
              <a:t>A computer consists of five functionally independent main parts: input, memory, arithmetic and logic, output, and control units,. The input unit accepts coded information from human operators using devices such as keyboards, or from other computers over digital communication lines. The information received is stored in the computer’s memory, either for later use or to be processed immediately by the arithmetic and logic unit. The processing steps are specified by a program that is also stored in the memory. Finally, the results are sent back to the outside world through the output unit. All of these actions are coordinated by the control unit. An interconnection network provides the means for the functional units to exchange information and coordinate their actions.</a:t>
            </a:r>
            <a:endParaRPr lang="en-IN" dirty="0"/>
          </a:p>
        </p:txBody>
      </p:sp>
      <p:sp>
        <p:nvSpPr>
          <p:cNvPr id="12" name="Footer Placeholder 11">
            <a:extLst>
              <a:ext uri="{FF2B5EF4-FFF2-40B4-BE49-F238E27FC236}">
                <a16:creationId xmlns:a16="http://schemas.microsoft.com/office/drawing/2014/main" id="{797A6BFA-0182-C333-7D23-2B75C5CB4785}"/>
              </a:ext>
            </a:extLst>
          </p:cNvPr>
          <p:cNvSpPr>
            <a:spLocks noGrp="1"/>
          </p:cNvSpPr>
          <p:nvPr>
            <p:ph type="ftr" sz="quarter" idx="11"/>
          </p:nvPr>
        </p:nvSpPr>
        <p:spPr/>
        <p:txBody>
          <a:bodyPr/>
          <a:lstStyle/>
          <a:p>
            <a:r>
              <a:rPr lang="en-US"/>
              <a:t>Prepared By Dr K Badari Nath,  RV College Of Engg.</a:t>
            </a:r>
            <a:endParaRPr lang="en-IN"/>
          </a:p>
        </p:txBody>
      </p:sp>
      <p:sp>
        <p:nvSpPr>
          <p:cNvPr id="13" name="Slide Number Placeholder 12">
            <a:extLst>
              <a:ext uri="{FF2B5EF4-FFF2-40B4-BE49-F238E27FC236}">
                <a16:creationId xmlns:a16="http://schemas.microsoft.com/office/drawing/2014/main" id="{01F6264A-9C55-4085-A157-F43B53039FDF}"/>
              </a:ext>
            </a:extLst>
          </p:cNvPr>
          <p:cNvSpPr>
            <a:spLocks noGrp="1"/>
          </p:cNvSpPr>
          <p:nvPr>
            <p:ph type="sldNum" sz="quarter" idx="12"/>
          </p:nvPr>
        </p:nvSpPr>
        <p:spPr/>
        <p:txBody>
          <a:bodyPr/>
          <a:lstStyle/>
          <a:p>
            <a:fld id="{E01A1374-4C1F-4D42-8836-504BF6B6184D}" type="slidenum">
              <a:rPr lang="en-IN" smtClean="0"/>
              <a:t>2</a:t>
            </a:fld>
            <a:endParaRPr lang="en-IN"/>
          </a:p>
        </p:txBody>
      </p:sp>
    </p:spTree>
    <p:extLst>
      <p:ext uri="{BB962C8B-B14F-4D97-AF65-F5344CB8AC3E}">
        <p14:creationId xmlns:p14="http://schemas.microsoft.com/office/powerpoint/2010/main" val="3142348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0E8414B-008E-750F-87E4-1EFC00719C1E}"/>
              </a:ext>
            </a:extLst>
          </p:cNvPr>
          <p:cNvSpPr txBox="1"/>
          <p:nvPr/>
        </p:nvSpPr>
        <p:spPr>
          <a:xfrm>
            <a:off x="0" y="-125820"/>
            <a:ext cx="12192000" cy="7109639"/>
          </a:xfrm>
          <a:prstGeom prst="rect">
            <a:avLst/>
          </a:prstGeom>
          <a:noFill/>
        </p:spPr>
        <p:txBody>
          <a:bodyPr wrap="square">
            <a:spAutoFit/>
          </a:bodyPr>
          <a:lstStyle/>
          <a:p>
            <a:r>
              <a:rPr lang="en-US" sz="2400" dirty="0"/>
              <a:t>Information handled by a computer is categorize as either instructions or data. Instructions, or machine instructions, are explicit commands that, </a:t>
            </a:r>
            <a:r>
              <a:rPr lang="en-US" sz="2400" dirty="0" err="1"/>
              <a:t>i</a:t>
            </a:r>
            <a:r>
              <a:rPr lang="en-US" sz="2400" dirty="0"/>
              <a:t>) </a:t>
            </a:r>
            <a:r>
              <a:rPr lang="en-US" sz="2400" dirty="0">
                <a:solidFill>
                  <a:srgbClr val="FF0000"/>
                </a:solidFill>
              </a:rPr>
              <a:t>Govern the transfer of information within a computer as well as between the computer and its I/O devices. ii) Specify the arithmetic and logic operations to be performed.</a:t>
            </a:r>
          </a:p>
          <a:p>
            <a:r>
              <a:rPr lang="en-US" sz="2400" dirty="0"/>
              <a:t> A program is a list of instructions which performs a task. Programs are stored in the memory. The processor fetches the program instructions from the memory, one after another, and performs the desired operations. The computer is controlled by the stored program, Data are numbers and characters that are used as operands by the instructions. </a:t>
            </a:r>
          </a:p>
          <a:p>
            <a:r>
              <a:rPr lang="en-US" sz="2400" dirty="0"/>
              <a:t>Data are also stored in the memory. The instructions and data handled by a computer must be encoded in a suitable format. Most present-day hardware employs digital circuits that have only two stable states. Each instruction, number, or character is encoded as a string of binary digits called bits, each having one of two possible values, 0 or 1</a:t>
            </a:r>
          </a:p>
          <a:p>
            <a:r>
              <a:rPr lang="en-US" sz="2400" dirty="0">
                <a:solidFill>
                  <a:srgbClr val="FF0000"/>
                </a:solidFill>
              </a:rPr>
              <a:t>The operation of a computer can be summarized as follows:</a:t>
            </a:r>
          </a:p>
          <a:p>
            <a:r>
              <a:rPr lang="en-US" sz="2400" dirty="0"/>
              <a:t> • The computer accepts information in the form of programs and data through an input unit and stores it in the memory. </a:t>
            </a:r>
          </a:p>
          <a:p>
            <a:r>
              <a:rPr lang="en-US" sz="2400" dirty="0"/>
              <a:t>• Information stored in the memory is fetched under program control into an arithmetic and logic unit, where it is processed. </a:t>
            </a:r>
          </a:p>
          <a:p>
            <a:r>
              <a:rPr lang="en-US" sz="2400" dirty="0"/>
              <a:t>• Processed information leaves the computer through an output unit. </a:t>
            </a:r>
          </a:p>
          <a:p>
            <a:r>
              <a:rPr lang="en-US" sz="2400" dirty="0"/>
              <a:t>• All activities in the computer are directed by the control unit</a:t>
            </a:r>
            <a:endParaRPr lang="en-IN" sz="2400" dirty="0"/>
          </a:p>
        </p:txBody>
      </p:sp>
      <p:sp>
        <p:nvSpPr>
          <p:cNvPr id="9" name="Footer Placeholder 8">
            <a:extLst>
              <a:ext uri="{FF2B5EF4-FFF2-40B4-BE49-F238E27FC236}">
                <a16:creationId xmlns:a16="http://schemas.microsoft.com/office/drawing/2014/main" id="{59B636A8-8234-3EF0-98A0-A10F51260F36}"/>
              </a:ext>
            </a:extLst>
          </p:cNvPr>
          <p:cNvSpPr>
            <a:spLocks noGrp="1"/>
          </p:cNvSpPr>
          <p:nvPr>
            <p:ph type="ftr" sz="quarter" idx="11"/>
          </p:nvPr>
        </p:nvSpPr>
        <p:spPr/>
        <p:txBody>
          <a:bodyPr/>
          <a:lstStyle/>
          <a:p>
            <a:r>
              <a:rPr lang="en-US"/>
              <a:t>Prepared By Dr K Badari Nath,  RV College Of Engg.</a:t>
            </a:r>
            <a:endParaRPr lang="en-IN"/>
          </a:p>
        </p:txBody>
      </p:sp>
      <p:sp>
        <p:nvSpPr>
          <p:cNvPr id="10" name="Slide Number Placeholder 9">
            <a:extLst>
              <a:ext uri="{FF2B5EF4-FFF2-40B4-BE49-F238E27FC236}">
                <a16:creationId xmlns:a16="http://schemas.microsoft.com/office/drawing/2014/main" id="{4829F630-F2FB-5336-4EE2-9C867F2FDA46}"/>
              </a:ext>
            </a:extLst>
          </p:cNvPr>
          <p:cNvSpPr>
            <a:spLocks noGrp="1"/>
          </p:cNvSpPr>
          <p:nvPr>
            <p:ph type="sldNum" sz="quarter" idx="12"/>
          </p:nvPr>
        </p:nvSpPr>
        <p:spPr/>
        <p:txBody>
          <a:bodyPr/>
          <a:lstStyle/>
          <a:p>
            <a:fld id="{E01A1374-4C1F-4D42-8836-504BF6B6184D}" type="slidenum">
              <a:rPr lang="en-IN" smtClean="0"/>
              <a:t>3</a:t>
            </a:fld>
            <a:endParaRPr lang="en-IN"/>
          </a:p>
        </p:txBody>
      </p:sp>
    </p:spTree>
    <p:extLst>
      <p:ext uri="{BB962C8B-B14F-4D97-AF65-F5344CB8AC3E}">
        <p14:creationId xmlns:p14="http://schemas.microsoft.com/office/powerpoint/2010/main" val="2132110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E45BCC-774B-DC8B-8024-75A6086A63F2}"/>
              </a:ext>
            </a:extLst>
          </p:cNvPr>
          <p:cNvSpPr txBox="1"/>
          <p:nvPr/>
        </p:nvSpPr>
        <p:spPr>
          <a:xfrm>
            <a:off x="90152" y="0"/>
            <a:ext cx="12101848" cy="7017306"/>
          </a:xfrm>
          <a:prstGeom prst="rect">
            <a:avLst/>
          </a:prstGeom>
          <a:noFill/>
        </p:spPr>
        <p:txBody>
          <a:bodyPr wrap="square">
            <a:spAutoFit/>
          </a:bodyPr>
          <a:lstStyle/>
          <a:p>
            <a:r>
              <a:rPr lang="en-US" sz="2400" dirty="0">
                <a:solidFill>
                  <a:srgbClr val="FF0000"/>
                </a:solidFill>
              </a:rPr>
              <a:t>                        Basic Structure of Computers: Basic Operational Concepts….</a:t>
            </a:r>
          </a:p>
          <a:p>
            <a:r>
              <a:rPr lang="en-US" dirty="0"/>
              <a:t>To perform a given task, an appropriate program consisting of a list of instructions is stored in the memory. Individual instructions are brought from the memory into the processor, which executes the specified operations. Data to be used as instruction operands are also stored in the memory. </a:t>
            </a:r>
          </a:p>
          <a:p>
            <a:r>
              <a:rPr lang="en-US" sz="2400" dirty="0"/>
              <a:t>A typical instruction might be :</a:t>
            </a:r>
          </a:p>
          <a:p>
            <a:r>
              <a:rPr lang="en-US" sz="2400" dirty="0"/>
              <a:t>                                                    </a:t>
            </a:r>
            <a:r>
              <a:rPr lang="en-US" sz="2400" dirty="0">
                <a:solidFill>
                  <a:srgbClr val="FF0000"/>
                </a:solidFill>
              </a:rPr>
              <a:t>Load R2, LOC</a:t>
            </a:r>
            <a:r>
              <a:rPr lang="en-US" sz="2400" dirty="0"/>
              <a:t> ,  </a:t>
            </a:r>
          </a:p>
          <a:p>
            <a:r>
              <a:rPr lang="en-US" dirty="0"/>
              <a:t>This instruction reads the contents of a memory location whose address is represented symbolically by the label LOC and loads them into processor register R2. The original contents of location LOC are preserved, whereas those of register R2 are overwritten. Execution of this instruction requires several steps. First, the instruction is fetched from the memory into the processor. Next, the operation to be performed is determined by the control unit. The operand at LOC is then fetched from the memory into the processor. Finally, the operand is stored in register R2. After operands have been loaded from memory into processor registers, arithmetic or logic operations can be performed on them. </a:t>
            </a:r>
          </a:p>
          <a:p>
            <a:r>
              <a:rPr lang="en-US" sz="2400" dirty="0"/>
              <a:t>For example, the instruction : </a:t>
            </a:r>
            <a:r>
              <a:rPr lang="en-US" sz="2400" dirty="0">
                <a:solidFill>
                  <a:srgbClr val="FF0000"/>
                </a:solidFill>
              </a:rPr>
              <a:t>Add R4, R2, R3 </a:t>
            </a:r>
          </a:p>
          <a:p>
            <a:r>
              <a:rPr lang="en-US" dirty="0"/>
              <a:t>adds the contents of registers R2 and R3, then places their sum into register R4. The operands in R2 and R3 are not altered, but the previous value in R4 is overwritten by the sum. After completing the desired operations, the results are in processor registers. </a:t>
            </a:r>
          </a:p>
          <a:p>
            <a:r>
              <a:rPr lang="en-US" sz="2400" dirty="0"/>
              <a:t>They can be transferred to the memory using instructions such as </a:t>
            </a:r>
          </a:p>
          <a:p>
            <a:r>
              <a:rPr lang="en-US" sz="2400" dirty="0"/>
              <a:t>                                                     </a:t>
            </a:r>
            <a:r>
              <a:rPr lang="en-US" sz="2400" dirty="0">
                <a:solidFill>
                  <a:srgbClr val="FF0000"/>
                </a:solidFill>
              </a:rPr>
              <a:t>Store R4, LOC </a:t>
            </a:r>
          </a:p>
          <a:p>
            <a:r>
              <a:rPr lang="en-US" dirty="0"/>
              <a:t>This instruction copies the operand in register R4 to memory location LOC. The original contents of location LOC are overwritten, but those of R4 are preserved. </a:t>
            </a:r>
            <a:r>
              <a:rPr lang="en-US" sz="1800" dirty="0"/>
              <a:t>For Load and Store instructions, transfers between the memory and the processor are</a:t>
            </a:r>
          </a:p>
          <a:p>
            <a:r>
              <a:rPr lang="en-US" sz="1800" dirty="0"/>
              <a:t>initiated by sending the address of the desired memory location to the memory unit and asserting the appropriate control signals. The data are then transferred to or from the memory.</a:t>
            </a:r>
          </a:p>
          <a:p>
            <a:endParaRPr lang="en-IN" dirty="0"/>
          </a:p>
        </p:txBody>
      </p:sp>
      <p:sp>
        <p:nvSpPr>
          <p:cNvPr id="3" name="Footer Placeholder 2">
            <a:extLst>
              <a:ext uri="{FF2B5EF4-FFF2-40B4-BE49-F238E27FC236}">
                <a16:creationId xmlns:a16="http://schemas.microsoft.com/office/drawing/2014/main" id="{BCE62245-0E31-707F-8418-3EED121183A9}"/>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9B26A9C-4D0F-6993-12E1-697D39288974}"/>
              </a:ext>
            </a:extLst>
          </p:cNvPr>
          <p:cNvSpPr>
            <a:spLocks noGrp="1"/>
          </p:cNvSpPr>
          <p:nvPr>
            <p:ph type="sldNum" sz="quarter" idx="12"/>
          </p:nvPr>
        </p:nvSpPr>
        <p:spPr/>
        <p:txBody>
          <a:bodyPr/>
          <a:lstStyle/>
          <a:p>
            <a:fld id="{E01A1374-4C1F-4D42-8836-504BF6B6184D}" type="slidenum">
              <a:rPr lang="en-IN" smtClean="0"/>
              <a:t>4</a:t>
            </a:fld>
            <a:endParaRPr lang="en-IN"/>
          </a:p>
        </p:txBody>
      </p:sp>
    </p:spTree>
    <p:extLst>
      <p:ext uri="{BB962C8B-B14F-4D97-AF65-F5344CB8AC3E}">
        <p14:creationId xmlns:p14="http://schemas.microsoft.com/office/powerpoint/2010/main" val="2370024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E45BCC-774B-DC8B-8024-75A6086A63F2}"/>
              </a:ext>
            </a:extLst>
          </p:cNvPr>
          <p:cNvSpPr txBox="1"/>
          <p:nvPr/>
        </p:nvSpPr>
        <p:spPr>
          <a:xfrm>
            <a:off x="5718221" y="566678"/>
            <a:ext cx="6473779" cy="5355312"/>
          </a:xfrm>
          <a:prstGeom prst="rect">
            <a:avLst/>
          </a:prstGeom>
          <a:noFill/>
        </p:spPr>
        <p:txBody>
          <a:bodyPr wrap="square">
            <a:spAutoFit/>
          </a:bodyPr>
          <a:lstStyle/>
          <a:p>
            <a:r>
              <a:rPr lang="en-IN" sz="1800" dirty="0">
                <a:solidFill>
                  <a:srgbClr val="FF0000"/>
                </a:solidFill>
              </a:rPr>
              <a:t>Basic Operational Concepts…</a:t>
            </a:r>
            <a:endParaRPr lang="en-US" dirty="0"/>
          </a:p>
          <a:p>
            <a:r>
              <a:rPr lang="en-US" dirty="0"/>
              <a:t>Figure shows how the memory and the processor can be connected. In addition to the ALU and the control circuitry, the processor contains a number of registers used for several different purposes. </a:t>
            </a:r>
          </a:p>
          <a:p>
            <a:r>
              <a:rPr lang="en-US" dirty="0">
                <a:solidFill>
                  <a:srgbClr val="FF0000"/>
                </a:solidFill>
              </a:rPr>
              <a:t>The instruction register (IR) </a:t>
            </a:r>
            <a:r>
              <a:rPr lang="en-US" dirty="0"/>
              <a:t>holds the instruction that is currently being executed. Its output is available to the control circuits, which generate the timing signals that control the various processing elements involved in executing the instruction.</a:t>
            </a:r>
          </a:p>
          <a:p>
            <a:r>
              <a:rPr lang="en-US" dirty="0"/>
              <a:t> </a:t>
            </a:r>
            <a:r>
              <a:rPr lang="en-US" dirty="0">
                <a:solidFill>
                  <a:srgbClr val="FF0000"/>
                </a:solidFill>
              </a:rPr>
              <a:t>The program counter (PC) </a:t>
            </a:r>
            <a:r>
              <a:rPr lang="en-US" dirty="0"/>
              <a:t>is another specialized register. It contains the memory address of the next instruction to be fetched and executed. During the execution of an instruction, the contents of the PC are updated to correspond to the address of the next instruction to be executed. It is customary to say that the PC points to the next instruction that is to be fetched from the memory. </a:t>
            </a:r>
          </a:p>
          <a:p>
            <a:r>
              <a:rPr lang="en-US" dirty="0"/>
              <a:t>In addition to the IR and PC, Figure shows general-purpose registers R0 through Rn−1, often called processor registers. They serve a variety of functions, including holding operands that have been loaded from the memory for processing</a:t>
            </a:r>
            <a:endParaRPr lang="en-IN" dirty="0">
              <a:solidFill>
                <a:srgbClr val="FF0000"/>
              </a:solidFill>
            </a:endParaRPr>
          </a:p>
        </p:txBody>
      </p:sp>
      <p:pic>
        <p:nvPicPr>
          <p:cNvPr id="4" name="Picture 3">
            <a:extLst>
              <a:ext uri="{FF2B5EF4-FFF2-40B4-BE49-F238E27FC236}">
                <a16:creationId xmlns:a16="http://schemas.microsoft.com/office/drawing/2014/main" id="{72FDB18A-DFBB-6631-F329-08A49720DDC2}"/>
              </a:ext>
            </a:extLst>
          </p:cNvPr>
          <p:cNvPicPr>
            <a:picLocks noChangeAspect="1"/>
          </p:cNvPicPr>
          <p:nvPr/>
        </p:nvPicPr>
        <p:blipFill>
          <a:blip r:embed="rId2"/>
          <a:stretch>
            <a:fillRect/>
          </a:stretch>
        </p:blipFill>
        <p:spPr>
          <a:xfrm>
            <a:off x="1" y="674152"/>
            <a:ext cx="5718220" cy="5505981"/>
          </a:xfrm>
          <a:prstGeom prst="rect">
            <a:avLst/>
          </a:prstGeom>
        </p:spPr>
      </p:pic>
      <p:sp>
        <p:nvSpPr>
          <p:cNvPr id="7" name="Footer Placeholder 6">
            <a:extLst>
              <a:ext uri="{FF2B5EF4-FFF2-40B4-BE49-F238E27FC236}">
                <a16:creationId xmlns:a16="http://schemas.microsoft.com/office/drawing/2014/main" id="{57A13D91-F484-A7EA-8BE6-7ED7B35BC559}"/>
              </a:ext>
            </a:extLst>
          </p:cNvPr>
          <p:cNvSpPr>
            <a:spLocks noGrp="1"/>
          </p:cNvSpPr>
          <p:nvPr>
            <p:ph type="ftr" sz="quarter" idx="11"/>
          </p:nvPr>
        </p:nvSpPr>
        <p:spPr/>
        <p:txBody>
          <a:bodyPr/>
          <a:lstStyle/>
          <a:p>
            <a:r>
              <a:rPr lang="en-US"/>
              <a:t>Prepared By Dr K Badari Nath,  RV College Of Engg.</a:t>
            </a:r>
            <a:endParaRPr lang="en-IN"/>
          </a:p>
        </p:txBody>
      </p:sp>
      <p:sp>
        <p:nvSpPr>
          <p:cNvPr id="8" name="Slide Number Placeholder 7">
            <a:extLst>
              <a:ext uri="{FF2B5EF4-FFF2-40B4-BE49-F238E27FC236}">
                <a16:creationId xmlns:a16="http://schemas.microsoft.com/office/drawing/2014/main" id="{76BFD722-5CB4-7E82-D669-03943FC12278}"/>
              </a:ext>
            </a:extLst>
          </p:cNvPr>
          <p:cNvSpPr>
            <a:spLocks noGrp="1"/>
          </p:cNvSpPr>
          <p:nvPr>
            <p:ph type="sldNum" sz="quarter" idx="12"/>
          </p:nvPr>
        </p:nvSpPr>
        <p:spPr/>
        <p:txBody>
          <a:bodyPr/>
          <a:lstStyle/>
          <a:p>
            <a:fld id="{E01A1374-4C1F-4D42-8836-504BF6B6184D}" type="slidenum">
              <a:rPr lang="en-IN" smtClean="0"/>
              <a:t>5</a:t>
            </a:fld>
            <a:endParaRPr lang="en-IN"/>
          </a:p>
        </p:txBody>
      </p:sp>
    </p:spTree>
    <p:extLst>
      <p:ext uri="{BB962C8B-B14F-4D97-AF65-F5344CB8AC3E}">
        <p14:creationId xmlns:p14="http://schemas.microsoft.com/office/powerpoint/2010/main" val="2374638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D18CF2-61B2-15A1-096C-BB7B036CC61C}"/>
              </a:ext>
            </a:extLst>
          </p:cNvPr>
          <p:cNvPicPr>
            <a:picLocks noChangeAspect="1"/>
          </p:cNvPicPr>
          <p:nvPr/>
        </p:nvPicPr>
        <p:blipFill>
          <a:blip r:embed="rId2"/>
          <a:stretch>
            <a:fillRect/>
          </a:stretch>
        </p:blipFill>
        <p:spPr>
          <a:xfrm>
            <a:off x="837127" y="550974"/>
            <a:ext cx="9745215" cy="5988429"/>
          </a:xfrm>
          <a:prstGeom prst="rect">
            <a:avLst/>
          </a:prstGeom>
        </p:spPr>
      </p:pic>
      <p:sp>
        <p:nvSpPr>
          <p:cNvPr id="6" name="Footer Placeholder 5">
            <a:extLst>
              <a:ext uri="{FF2B5EF4-FFF2-40B4-BE49-F238E27FC236}">
                <a16:creationId xmlns:a16="http://schemas.microsoft.com/office/drawing/2014/main" id="{F9BABA00-8902-277B-5B78-C8160BE8F2F1}"/>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2C933AFB-3C4B-8B79-A53F-FEAE5733F517}"/>
              </a:ext>
            </a:extLst>
          </p:cNvPr>
          <p:cNvSpPr>
            <a:spLocks noGrp="1"/>
          </p:cNvSpPr>
          <p:nvPr>
            <p:ph type="sldNum" sz="quarter" idx="12"/>
          </p:nvPr>
        </p:nvSpPr>
        <p:spPr/>
        <p:txBody>
          <a:bodyPr/>
          <a:lstStyle/>
          <a:p>
            <a:fld id="{E01A1374-4C1F-4D42-8836-504BF6B6184D}" type="slidenum">
              <a:rPr lang="en-IN" smtClean="0"/>
              <a:t>6</a:t>
            </a:fld>
            <a:endParaRPr lang="en-IN"/>
          </a:p>
        </p:txBody>
      </p:sp>
    </p:spTree>
    <p:extLst>
      <p:ext uri="{BB962C8B-B14F-4D97-AF65-F5344CB8AC3E}">
        <p14:creationId xmlns:p14="http://schemas.microsoft.com/office/powerpoint/2010/main" val="3198898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A633389-70C1-9EB9-429C-17426D785373}"/>
              </a:ext>
            </a:extLst>
          </p:cNvPr>
          <p:cNvSpPr txBox="1"/>
          <p:nvPr/>
        </p:nvSpPr>
        <p:spPr>
          <a:xfrm>
            <a:off x="1130121" y="-42239"/>
            <a:ext cx="10267682" cy="461665"/>
          </a:xfrm>
          <a:prstGeom prst="rect">
            <a:avLst/>
          </a:prstGeom>
          <a:noFill/>
        </p:spPr>
        <p:txBody>
          <a:bodyPr wrap="square">
            <a:spAutoFit/>
          </a:bodyPr>
          <a:lstStyle/>
          <a:p>
            <a:r>
              <a:rPr lang="en-IN" sz="2400" dirty="0">
                <a:solidFill>
                  <a:srgbClr val="FF0000"/>
                </a:solidFill>
              </a:rPr>
              <a:t> </a:t>
            </a:r>
            <a:r>
              <a:rPr lang="en-US" sz="2400" dirty="0">
                <a:solidFill>
                  <a:srgbClr val="FF0000"/>
                </a:solidFill>
              </a:rPr>
              <a:t>Basic Structure of Computers: </a:t>
            </a:r>
            <a:r>
              <a:rPr lang="en-IN" sz="2400" dirty="0">
                <a:solidFill>
                  <a:srgbClr val="FF0000"/>
                </a:solidFill>
              </a:rPr>
              <a:t>Performance – Technology and Parallelism</a:t>
            </a:r>
          </a:p>
        </p:txBody>
      </p:sp>
      <p:sp>
        <p:nvSpPr>
          <p:cNvPr id="13" name="Google Shape;2177;p94">
            <a:extLst>
              <a:ext uri="{FF2B5EF4-FFF2-40B4-BE49-F238E27FC236}">
                <a16:creationId xmlns:a16="http://schemas.microsoft.com/office/drawing/2014/main" id="{0A94958A-357D-5696-93A4-AC8E1B5AF648}"/>
              </a:ext>
            </a:extLst>
          </p:cNvPr>
          <p:cNvSpPr txBox="1"/>
          <p:nvPr/>
        </p:nvSpPr>
        <p:spPr>
          <a:xfrm>
            <a:off x="115910" y="419426"/>
            <a:ext cx="12192000" cy="6835204"/>
          </a:xfrm>
          <a:prstGeom prst="rect">
            <a:avLst/>
          </a:prstGeom>
          <a:noFill/>
          <a:ln>
            <a:noFill/>
          </a:ln>
        </p:spPr>
        <p:txBody>
          <a:bodyPr spcFirstLastPara="1" wrap="square" lIns="0" tIns="12700" rIns="0" bIns="0" anchor="t" anchorCtr="0">
            <a:spAutoFit/>
          </a:bodyPr>
          <a:lstStyle/>
          <a:p>
            <a:pPr marL="355600" marR="5080" indent="-343535">
              <a:buClr>
                <a:srgbClr val="252525"/>
              </a:buClr>
              <a:buSzPts val="180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A key design objective of a computer system is to achieve the best  possible performance at the lowest possible cost.</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0"/>
              </a:spcBef>
              <a:buClr>
                <a:srgbClr val="252525"/>
              </a:buClr>
              <a:buSzPts val="145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Price/performance ratio is a common measure of success.</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355600" indent="-343535">
              <a:spcBef>
                <a:spcPts val="434"/>
              </a:spcBef>
              <a:buClr>
                <a:srgbClr val="252525"/>
              </a:buClr>
              <a:buSzPts val="1800"/>
              <a:buFont typeface="Noto Sans Symbols"/>
              <a:buChar char="❑"/>
            </a:pPr>
            <a:r>
              <a:rPr lang="en-US" sz="2400" kern="0" dirty="0">
                <a:solidFill>
                  <a:srgbClr val="FF0000"/>
                </a:solidFill>
                <a:latin typeface="Calibri" panose="020F0502020204030204" pitchFamily="34" charset="0"/>
                <a:ea typeface="Comic Sans MS"/>
                <a:cs typeface="Calibri" panose="020F0502020204030204" pitchFamily="34" charset="0"/>
                <a:sym typeface="Comic Sans MS"/>
              </a:rPr>
              <a:t>Performance of a processor depends on:</a:t>
            </a:r>
            <a:endParaRPr sz="2400" kern="0" dirty="0">
              <a:solidFill>
                <a:srgbClr val="FF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0"/>
              </a:spcBef>
              <a:buClr>
                <a:srgbClr val="252525"/>
              </a:buClr>
              <a:buSzPts val="145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How fast machine instructions can be brought into the</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a:buClr>
                <a:srgbClr val="000000"/>
              </a:buCl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processor for execution.</a:t>
            </a: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4"/>
              </a:spcBef>
              <a:buClr>
                <a:srgbClr val="252525"/>
              </a:buClr>
              <a:buSzPts val="1450"/>
              <a:buFont typeface="Noto Sans Symbols"/>
              <a:buChar char="◆"/>
            </a:pPr>
            <a:r>
              <a:rPr lang="en-US" sz="2400" kern="0" dirty="0">
                <a:solidFill>
                  <a:srgbClr val="252525"/>
                </a:solidFill>
                <a:latin typeface="Calibri" panose="020F0502020204030204" pitchFamily="34" charset="0"/>
                <a:ea typeface="Comic Sans MS"/>
                <a:cs typeface="Calibri" panose="020F0502020204030204" pitchFamily="34" charset="0"/>
                <a:sym typeface="Comic Sans MS"/>
              </a:rPr>
              <a:t>How fast the instructions can be executed.</a:t>
            </a:r>
          </a:p>
          <a:p>
            <a:pPr marL="756285" lvl="1" indent="-287019">
              <a:spcBef>
                <a:spcPts val="434"/>
              </a:spcBef>
              <a:buClr>
                <a:srgbClr val="252525"/>
              </a:buClr>
              <a:buSzPts val="1450"/>
              <a:buFont typeface="Noto Sans Symbols"/>
              <a:buChar char="◆"/>
            </a:pPr>
            <a:r>
              <a:rPr lang="en-US" sz="2400" kern="0" dirty="0">
                <a:solidFill>
                  <a:srgbClr val="000000"/>
                </a:solidFill>
                <a:latin typeface="Calibri" panose="020F0502020204030204" pitchFamily="34" charset="0"/>
                <a:ea typeface="Comic Sans MS"/>
                <a:cs typeface="Calibri" panose="020F0502020204030204" pitchFamily="34" charset="0"/>
                <a:sym typeface="Comic Sans MS"/>
              </a:rPr>
              <a:t>The speed with which a computer executes programs is affected by the design of its instruction set, its hardware and its software, including the operating system, and the technology in which the hardware is implemented. Because programs are usually written in a high-level language, performance is also affected by the compiler that translates programs into machine language.</a:t>
            </a:r>
          </a:p>
          <a:p>
            <a:pPr marL="756285" lvl="1" indent="-287019">
              <a:spcBef>
                <a:spcPts val="434"/>
              </a:spcBef>
              <a:buClr>
                <a:srgbClr val="252525"/>
              </a:buClr>
              <a:buSzPts val="1450"/>
              <a:buFont typeface="Noto Sans Symbols"/>
              <a:buChar char="◆"/>
            </a:pPr>
            <a:r>
              <a:rPr lang="en-US" dirty="0"/>
              <a:t>The technology of Very Large Scale Integration (VLSI) that is used to fabricate the electronic circuits for a processor on a single chip is a critical factor in the speed of execution of machine instructions. The speed of switching between the 0 and 1 states in logic circuits is largely determined by the size of the transistors that implement the circuits. Smaller transistors switch faster. Advances in fabrication technology over several decades have reduced transistor sizes dramatically. This has two advantages: instructions can be executed faster, and more transistors can be placed on a chip, leading to more logic functionality and more memory storage capacity</a:t>
            </a:r>
            <a:endParaRPr lang="en-US" kern="0" dirty="0">
              <a:solidFill>
                <a:srgbClr val="000000"/>
              </a:solidFill>
              <a:latin typeface="Calibri" panose="020F0502020204030204" pitchFamily="34" charset="0"/>
              <a:ea typeface="Comic Sans MS"/>
              <a:cs typeface="Calibri" panose="020F0502020204030204" pitchFamily="34" charset="0"/>
              <a:sym typeface="Comic Sans MS"/>
            </a:endParaRPr>
          </a:p>
          <a:p>
            <a:pPr marL="756285" lvl="1" indent="-287019">
              <a:spcBef>
                <a:spcPts val="434"/>
              </a:spcBef>
              <a:buClr>
                <a:srgbClr val="252525"/>
              </a:buClr>
              <a:buSzPts val="1450"/>
              <a:buFont typeface="Noto Sans Symbols"/>
              <a:buChar char="◆"/>
            </a:pPr>
            <a:endParaRPr sz="2400" kern="0" dirty="0">
              <a:solidFill>
                <a:srgbClr val="000000"/>
              </a:solidFill>
              <a:latin typeface="Calibri" panose="020F0502020204030204" pitchFamily="34" charset="0"/>
              <a:ea typeface="Comic Sans MS"/>
              <a:cs typeface="Calibri" panose="020F0502020204030204" pitchFamily="34" charset="0"/>
              <a:sym typeface="Comic Sans MS"/>
            </a:endParaRPr>
          </a:p>
        </p:txBody>
      </p:sp>
      <p:sp>
        <p:nvSpPr>
          <p:cNvPr id="14" name="Footer Placeholder 13">
            <a:extLst>
              <a:ext uri="{FF2B5EF4-FFF2-40B4-BE49-F238E27FC236}">
                <a16:creationId xmlns:a16="http://schemas.microsoft.com/office/drawing/2014/main" id="{323E9127-1368-D8EF-8B0E-254776979CD8}"/>
              </a:ext>
            </a:extLst>
          </p:cNvPr>
          <p:cNvSpPr>
            <a:spLocks noGrp="1"/>
          </p:cNvSpPr>
          <p:nvPr>
            <p:ph type="ftr" sz="quarter" idx="11"/>
          </p:nvPr>
        </p:nvSpPr>
        <p:spPr/>
        <p:txBody>
          <a:bodyPr/>
          <a:lstStyle/>
          <a:p>
            <a:r>
              <a:rPr lang="en-US"/>
              <a:t>Prepared By Dr K Badari Nath,  RV College Of Engg.</a:t>
            </a:r>
            <a:endParaRPr lang="en-IN"/>
          </a:p>
        </p:txBody>
      </p:sp>
      <p:sp>
        <p:nvSpPr>
          <p:cNvPr id="15" name="Slide Number Placeholder 14">
            <a:extLst>
              <a:ext uri="{FF2B5EF4-FFF2-40B4-BE49-F238E27FC236}">
                <a16:creationId xmlns:a16="http://schemas.microsoft.com/office/drawing/2014/main" id="{D327F43E-9DCA-2107-B25A-971AF737E997}"/>
              </a:ext>
            </a:extLst>
          </p:cNvPr>
          <p:cNvSpPr>
            <a:spLocks noGrp="1"/>
          </p:cNvSpPr>
          <p:nvPr>
            <p:ph type="sldNum" sz="quarter" idx="12"/>
          </p:nvPr>
        </p:nvSpPr>
        <p:spPr/>
        <p:txBody>
          <a:bodyPr/>
          <a:lstStyle/>
          <a:p>
            <a:fld id="{E01A1374-4C1F-4D42-8836-504BF6B6184D}" type="slidenum">
              <a:rPr lang="en-IN" smtClean="0"/>
              <a:t>7</a:t>
            </a:fld>
            <a:endParaRPr lang="en-IN"/>
          </a:p>
        </p:txBody>
      </p:sp>
    </p:spTree>
    <p:extLst>
      <p:ext uri="{BB962C8B-B14F-4D97-AF65-F5344CB8AC3E}">
        <p14:creationId xmlns:p14="http://schemas.microsoft.com/office/powerpoint/2010/main" val="796901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2177;p94">
            <a:extLst>
              <a:ext uri="{FF2B5EF4-FFF2-40B4-BE49-F238E27FC236}">
                <a16:creationId xmlns:a16="http://schemas.microsoft.com/office/drawing/2014/main" id="{0A94958A-357D-5696-93A4-AC8E1B5AF648}"/>
              </a:ext>
            </a:extLst>
          </p:cNvPr>
          <p:cNvSpPr txBox="1"/>
          <p:nvPr/>
        </p:nvSpPr>
        <p:spPr>
          <a:xfrm>
            <a:off x="113763" y="197202"/>
            <a:ext cx="11964473" cy="6660798"/>
          </a:xfrm>
          <a:prstGeom prst="rect">
            <a:avLst/>
          </a:prstGeom>
          <a:noFill/>
          <a:ln>
            <a:noFill/>
          </a:ln>
        </p:spPr>
        <p:txBody>
          <a:bodyPr spcFirstLastPara="1" wrap="square" lIns="0" tIns="12700" rIns="0" bIns="0" anchor="t" anchorCtr="0">
            <a:spAutoFit/>
          </a:bodyPr>
          <a:lstStyle/>
          <a:p>
            <a:pPr marL="12065" marR="5080" algn="ctr">
              <a:buClr>
                <a:srgbClr val="252525"/>
              </a:buClr>
              <a:buSzPts val="1800"/>
            </a:pPr>
            <a:r>
              <a:rPr lang="en-US" sz="2400" dirty="0"/>
              <a:t>Performance can be increased by performing a number of operations in parallel. Parallelism can be implemented on many different levels.</a:t>
            </a:r>
          </a:p>
          <a:p>
            <a:pPr marL="12065" marR="5080">
              <a:buClr>
                <a:srgbClr val="252525"/>
              </a:buClr>
              <a:buSzPts val="1800"/>
            </a:pPr>
            <a:endParaRPr lang="en-US" sz="2400" dirty="0"/>
          </a:p>
          <a:p>
            <a:pPr marL="355600" marR="5080" indent="-343535">
              <a:buClr>
                <a:srgbClr val="252525"/>
              </a:buClr>
              <a:buSzPts val="1800"/>
              <a:buFont typeface="Noto Sans Symbols"/>
              <a:buChar char="❑"/>
            </a:pPr>
            <a:r>
              <a:rPr lang="en-US" sz="2400" dirty="0">
                <a:solidFill>
                  <a:srgbClr val="FF0000"/>
                </a:solidFill>
              </a:rPr>
              <a:t>Instruction-level Parallelism (Pipelining) </a:t>
            </a:r>
            <a:r>
              <a:rPr lang="en-US" sz="2400" dirty="0"/>
              <a:t>The simplest way to execute a sequence of instructions in a processor is to complete all steps of the current instruction before starting the steps of the next instruction. If we overlap the execution of the steps of successive instructions, total execution time will be reduced. For example, the next instruction could be fetched from memory at the same time that an arithmetic operation is being performed on the register operands of the current instruction. This form of parallelism is called pipelining. </a:t>
            </a:r>
          </a:p>
          <a:p>
            <a:pPr marL="355600" marR="5080" indent="-343535">
              <a:buClr>
                <a:srgbClr val="252525"/>
              </a:buClr>
              <a:buSzPts val="1800"/>
              <a:buFont typeface="Noto Sans Symbols"/>
              <a:buChar char="❑"/>
            </a:pPr>
            <a:r>
              <a:rPr lang="en-US" sz="2400" dirty="0">
                <a:solidFill>
                  <a:srgbClr val="FF0000"/>
                </a:solidFill>
              </a:rPr>
              <a:t>Multicore Processors </a:t>
            </a:r>
            <a:r>
              <a:rPr lang="en-US" sz="2400" dirty="0"/>
              <a:t>Multiple processing units can be fabricated on a single chip. In technical literature, the term core is used for each of these processors. The term processor is then used for the complete chip. Hence, we have the terminology dual-core, quad-core, and octo-core processors for chips that have two, four, and eight cores, respectively</a:t>
            </a:r>
          </a:p>
          <a:p>
            <a:pPr marL="355600" marR="5080" indent="-343535">
              <a:buClr>
                <a:srgbClr val="252525"/>
              </a:buClr>
              <a:buSzPts val="1800"/>
              <a:buFont typeface="Noto Sans Symbols"/>
              <a:buChar char="❑"/>
            </a:pPr>
            <a:r>
              <a:rPr lang="en-US" sz="2400" dirty="0">
                <a:solidFill>
                  <a:srgbClr val="FF0000"/>
                </a:solidFill>
              </a:rPr>
              <a:t>Multiprocessors Computer systems </a:t>
            </a:r>
            <a:r>
              <a:rPr lang="en-US" sz="2400" dirty="0"/>
              <a:t>may contain many processors, each possibly containing multiple cores. Such systems are called multiprocessors. These systems either execute a number of different application tasks in parallel, or they execute subtasks of a single large task in parallel. All processors usually have access to all of the memory in such systems, shared-memory. </a:t>
            </a:r>
            <a:endParaRPr lang="en-US" sz="2400" kern="0" dirty="0">
              <a:solidFill>
                <a:srgbClr val="000000"/>
              </a:solidFill>
              <a:latin typeface="Calibri" panose="020F0502020204030204" pitchFamily="34" charset="0"/>
              <a:ea typeface="Comic Sans MS"/>
              <a:cs typeface="Calibri" panose="020F0502020204030204" pitchFamily="34" charset="0"/>
              <a:sym typeface="Comic Sans MS"/>
            </a:endParaRPr>
          </a:p>
        </p:txBody>
      </p:sp>
      <p:sp>
        <p:nvSpPr>
          <p:cNvPr id="2" name="Footer Placeholder 1">
            <a:extLst>
              <a:ext uri="{FF2B5EF4-FFF2-40B4-BE49-F238E27FC236}">
                <a16:creationId xmlns:a16="http://schemas.microsoft.com/office/drawing/2014/main" id="{3777F90B-A0A0-19D8-0835-F08F0EA8E6C6}"/>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81626CD-611E-567A-2C06-5B1F8ACB98E7}"/>
              </a:ext>
            </a:extLst>
          </p:cNvPr>
          <p:cNvSpPr>
            <a:spLocks noGrp="1"/>
          </p:cNvSpPr>
          <p:nvPr>
            <p:ph type="sldNum" sz="quarter" idx="12"/>
          </p:nvPr>
        </p:nvSpPr>
        <p:spPr/>
        <p:txBody>
          <a:bodyPr/>
          <a:lstStyle/>
          <a:p>
            <a:fld id="{E01A1374-4C1F-4D42-8836-504BF6B6184D}" type="slidenum">
              <a:rPr lang="en-IN" smtClean="0"/>
              <a:t>8</a:t>
            </a:fld>
            <a:endParaRPr lang="en-IN"/>
          </a:p>
        </p:txBody>
      </p:sp>
    </p:spTree>
    <p:extLst>
      <p:ext uri="{BB962C8B-B14F-4D97-AF65-F5344CB8AC3E}">
        <p14:creationId xmlns:p14="http://schemas.microsoft.com/office/powerpoint/2010/main" val="3347323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391551" y="612844"/>
            <a:ext cx="11408898" cy="5632311"/>
          </a:xfrm>
          <a:prstGeom prst="rect">
            <a:avLst/>
          </a:prstGeom>
          <a:noFill/>
        </p:spPr>
        <p:txBody>
          <a:bodyPr wrap="square" rtlCol="0">
            <a:spAutoFit/>
          </a:bodyPr>
          <a:lstStyle/>
          <a:p>
            <a:r>
              <a:rPr lang="en-IN" sz="3600" dirty="0">
                <a:solidFill>
                  <a:srgbClr val="FF0000"/>
                </a:solidFill>
              </a:rPr>
              <a:t>                            Basic Performance Equation</a:t>
            </a:r>
          </a:p>
          <a:p>
            <a:endParaRPr lang="en-IN" sz="2400" dirty="0">
              <a:solidFill>
                <a:srgbClr val="FF0000"/>
              </a:solidFill>
            </a:endParaRPr>
          </a:p>
          <a:p>
            <a:endParaRPr lang="en-IN" dirty="0"/>
          </a:p>
          <a:p>
            <a:pPr algn="just"/>
            <a:r>
              <a:rPr lang="en-IN" sz="2400" dirty="0"/>
              <a:t>Let </a:t>
            </a:r>
            <a:r>
              <a:rPr lang="en-IN" sz="2400" dirty="0">
                <a:solidFill>
                  <a:srgbClr val="FF0000"/>
                </a:solidFill>
              </a:rPr>
              <a:t>T be the processor time </a:t>
            </a:r>
            <a:r>
              <a:rPr lang="en-IN" sz="2400" dirty="0"/>
              <a:t>required to execute a program that has been prepared in some high level language. The compiler generates a machine language object program, that corresponds to the source program</a:t>
            </a:r>
          </a:p>
          <a:p>
            <a:pPr algn="just"/>
            <a:endParaRPr lang="en-IN" sz="2400" dirty="0"/>
          </a:p>
          <a:p>
            <a:r>
              <a:rPr lang="en-IN" sz="3600" dirty="0">
                <a:solidFill>
                  <a:srgbClr val="FF0000"/>
                </a:solidFill>
              </a:rPr>
              <a:t>T = (N x S) / R</a:t>
            </a:r>
          </a:p>
          <a:p>
            <a:endParaRPr lang="en-IN" sz="3600" dirty="0">
              <a:solidFill>
                <a:srgbClr val="FF0000"/>
              </a:solidFill>
            </a:endParaRPr>
          </a:p>
          <a:p>
            <a:pPr algn="just"/>
            <a:r>
              <a:rPr lang="en-IN" sz="2400" dirty="0"/>
              <a:t>N – Actual Number of Machine Language Instructions,  </a:t>
            </a:r>
          </a:p>
          <a:p>
            <a:pPr algn="just"/>
            <a:r>
              <a:rPr lang="en-IN" sz="2400" dirty="0"/>
              <a:t>S – Average number of basic steps needed to execute one machine instruction</a:t>
            </a:r>
          </a:p>
          <a:p>
            <a:pPr algn="just"/>
            <a:r>
              <a:rPr lang="en-IN" sz="2400" dirty="0"/>
              <a:t>R – Clock rate, No. of clock cycles per second  (refer next slide for details)</a:t>
            </a:r>
          </a:p>
          <a:p>
            <a:pPr algn="just"/>
            <a:endParaRPr lang="en-IN" sz="2400" dirty="0"/>
          </a:p>
          <a:p>
            <a:pPr algn="just"/>
            <a:endParaRPr lang="en-IN" dirty="0"/>
          </a:p>
        </p:txBody>
      </p:sp>
      <p:sp>
        <p:nvSpPr>
          <p:cNvPr id="2" name="Footer Placeholder 1">
            <a:extLst>
              <a:ext uri="{FF2B5EF4-FFF2-40B4-BE49-F238E27FC236}">
                <a16:creationId xmlns:a16="http://schemas.microsoft.com/office/drawing/2014/main" id="{C82CEDBD-E65E-FAF4-7DE2-A091F2BE6F73}"/>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9E96A6F-F5D4-C5E0-9DA1-B76E76059877}"/>
              </a:ext>
            </a:extLst>
          </p:cNvPr>
          <p:cNvSpPr>
            <a:spLocks noGrp="1"/>
          </p:cNvSpPr>
          <p:nvPr>
            <p:ph type="sldNum" sz="quarter" idx="12"/>
          </p:nvPr>
        </p:nvSpPr>
        <p:spPr/>
        <p:txBody>
          <a:bodyPr/>
          <a:lstStyle/>
          <a:p>
            <a:fld id="{E01A1374-4C1F-4D42-8836-504BF6B6184D}" type="slidenum">
              <a:rPr lang="en-IN" smtClean="0"/>
              <a:t>9</a:t>
            </a:fld>
            <a:endParaRPr lang="en-IN"/>
          </a:p>
        </p:txBody>
      </p:sp>
    </p:spTree>
    <p:extLst>
      <p:ext uri="{BB962C8B-B14F-4D97-AF65-F5344CB8AC3E}">
        <p14:creationId xmlns:p14="http://schemas.microsoft.com/office/powerpoint/2010/main" val="301190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33752" y="125620"/>
            <a:ext cx="11523785" cy="6093976"/>
          </a:xfrm>
          <a:prstGeom prst="rect">
            <a:avLst/>
          </a:prstGeom>
          <a:noFill/>
        </p:spPr>
        <p:txBody>
          <a:bodyPr wrap="square" rtlCol="0">
            <a:spAutoFit/>
          </a:bodyPr>
          <a:lstStyle/>
          <a:p>
            <a:pPr algn="just"/>
            <a:r>
              <a:rPr lang="en-IN" sz="2400" dirty="0">
                <a:solidFill>
                  <a:srgbClr val="FF0000"/>
                </a:solidFill>
              </a:rPr>
              <a:t>Computer Performance Using Bench Mark Programs </a:t>
            </a:r>
          </a:p>
          <a:p>
            <a:pPr algn="just"/>
            <a:r>
              <a:rPr lang="en-IN" sz="1200" dirty="0">
                <a:solidFill>
                  <a:srgbClr val="FF0000"/>
                </a:solidFill>
              </a:rPr>
              <a:t>(more practical way to compute performance, then using performance eq.)</a:t>
            </a:r>
          </a:p>
          <a:p>
            <a:pPr algn="just"/>
            <a:endParaRPr lang="en-IN" dirty="0"/>
          </a:p>
          <a:p>
            <a:pPr algn="just"/>
            <a:r>
              <a:rPr lang="en-IN" sz="2400" dirty="0"/>
              <a:t>                 SPEC rating =  (Running time on the reference computer) / </a:t>
            </a:r>
          </a:p>
          <a:p>
            <a:pPr algn="just"/>
            <a:r>
              <a:rPr lang="en-IN" sz="2400" dirty="0"/>
              <a:t>                                                (Running time on the computer under test)</a:t>
            </a:r>
          </a:p>
          <a:p>
            <a:pPr algn="just"/>
            <a:r>
              <a:rPr lang="en-IN" sz="2400" dirty="0"/>
              <a:t>Benchmark -&gt; Standard program used to measure performance of a computer. The performance measure is the time it takes a computer to execute a given benchmark.</a:t>
            </a:r>
          </a:p>
          <a:p>
            <a:pPr algn="just"/>
            <a:endParaRPr lang="en-IN" sz="2400" dirty="0"/>
          </a:p>
          <a:p>
            <a:pPr algn="just"/>
            <a:r>
              <a:rPr lang="en-IN" sz="2400" dirty="0"/>
              <a:t>A non-profit organization called System Performance Evaluation Corporation (SPEC) selects and publishes representative application programs for different application domains, together with test results for many commercially available computers. The programs selected range from game playing, compiler, and database applications to numerically intensive programs in astrophysics and quantum chemistry. In each case, the program is compiled for the computer under test, and the running time on real computer is measured. The same program is also compiled and run on one computer selected as reference. For SPEC2000, the reference computer is an Ultra-SPARC10 workstation with a 300-MHz UltraSPARC-</a:t>
            </a:r>
            <a:r>
              <a:rPr lang="en-IN" sz="2400" dirty="0" err="1"/>
              <a:t>Iii</a:t>
            </a:r>
            <a:r>
              <a:rPr lang="en-IN" sz="2400" dirty="0"/>
              <a:t> processor. </a:t>
            </a:r>
          </a:p>
        </p:txBody>
      </p:sp>
      <p:sp>
        <p:nvSpPr>
          <p:cNvPr id="2" name="Footer Placeholder 1">
            <a:extLst>
              <a:ext uri="{FF2B5EF4-FFF2-40B4-BE49-F238E27FC236}">
                <a16:creationId xmlns:a16="http://schemas.microsoft.com/office/drawing/2014/main" id="{B3DE0825-677A-C854-DF69-2FE57D2D6492}"/>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BF9BBF43-F569-58EE-2EFB-F3E11D00220C}"/>
              </a:ext>
            </a:extLst>
          </p:cNvPr>
          <p:cNvSpPr>
            <a:spLocks noGrp="1"/>
          </p:cNvSpPr>
          <p:nvPr>
            <p:ph type="sldNum" sz="quarter" idx="12"/>
          </p:nvPr>
        </p:nvSpPr>
        <p:spPr/>
        <p:txBody>
          <a:bodyPr/>
          <a:lstStyle/>
          <a:p>
            <a:fld id="{E01A1374-4C1F-4D42-8836-504BF6B6184D}" type="slidenum">
              <a:rPr lang="en-IN" smtClean="0"/>
              <a:t>10</a:t>
            </a:fld>
            <a:endParaRPr lang="en-IN"/>
          </a:p>
        </p:txBody>
      </p:sp>
    </p:spTree>
    <p:extLst>
      <p:ext uri="{BB962C8B-B14F-4D97-AF65-F5344CB8AC3E}">
        <p14:creationId xmlns:p14="http://schemas.microsoft.com/office/powerpoint/2010/main" val="3725871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33753" y="253217"/>
            <a:ext cx="9608234" cy="3600986"/>
          </a:xfrm>
          <a:prstGeom prst="rect">
            <a:avLst/>
          </a:prstGeom>
          <a:noFill/>
        </p:spPr>
        <p:txBody>
          <a:bodyPr wrap="square" rtlCol="0">
            <a:spAutoFit/>
          </a:bodyPr>
          <a:lstStyle/>
          <a:p>
            <a:pPr algn="just"/>
            <a:r>
              <a:rPr lang="en-IN" sz="2400" dirty="0">
                <a:solidFill>
                  <a:srgbClr val="FF0000"/>
                </a:solidFill>
              </a:rPr>
              <a:t>Computer Performance Using Bench Mark Programs</a:t>
            </a:r>
          </a:p>
          <a:p>
            <a:pPr algn="just"/>
            <a:endParaRPr lang="en-IN" dirty="0"/>
          </a:p>
          <a:p>
            <a:pPr algn="just"/>
            <a:r>
              <a:rPr lang="en-IN" sz="2400" dirty="0"/>
              <a:t>Thus a SPEC rating of 50 means that the computer under test is 50 times as fast as the </a:t>
            </a:r>
            <a:r>
              <a:rPr lang="en-IN" sz="2400" dirty="0" err="1"/>
              <a:t>the</a:t>
            </a:r>
            <a:r>
              <a:rPr lang="en-IN" sz="2400" dirty="0"/>
              <a:t> UltraSPARC10 for this particular benchmark. </a:t>
            </a:r>
          </a:p>
          <a:p>
            <a:pPr algn="just"/>
            <a:endParaRPr lang="en-IN" sz="2400" dirty="0"/>
          </a:p>
          <a:p>
            <a:pPr algn="just"/>
            <a:r>
              <a:rPr lang="en-IN" sz="2400" dirty="0"/>
              <a:t>The test is repeated for all the programs in the SPEC suite, and the geometric mean of the results is computed. Let </a:t>
            </a:r>
            <a:r>
              <a:rPr lang="en-IN" sz="2400" dirty="0" err="1"/>
              <a:t>SPECi</a:t>
            </a:r>
            <a:r>
              <a:rPr lang="en-IN" sz="2400" dirty="0"/>
              <a:t>  be the rating for program </a:t>
            </a:r>
            <a:r>
              <a:rPr lang="en-IN" sz="2400" dirty="0" err="1"/>
              <a:t>i</a:t>
            </a:r>
            <a:r>
              <a:rPr lang="en-IN" sz="2400" dirty="0"/>
              <a:t> in the suite. The overall SPEC rating for the computer is given by</a:t>
            </a:r>
          </a:p>
          <a:p>
            <a:pPr algn="just"/>
            <a:r>
              <a:rPr lang="en-IN" sz="2400" dirty="0"/>
              <a:t>SPEC rating = </a:t>
            </a:r>
          </a:p>
          <a:p>
            <a:pPr algn="just"/>
            <a:endParaRPr lang="en-IN" dirty="0"/>
          </a:p>
        </p:txBody>
      </p:sp>
      <p:pic>
        <p:nvPicPr>
          <p:cNvPr id="6" name="Picture 5">
            <a:extLst>
              <a:ext uri="{FF2B5EF4-FFF2-40B4-BE49-F238E27FC236}">
                <a16:creationId xmlns:a16="http://schemas.microsoft.com/office/drawing/2014/main" id="{37922B86-0D60-4FB9-BAA8-22902A5A5512}"/>
              </a:ext>
            </a:extLst>
          </p:cNvPr>
          <p:cNvPicPr>
            <a:picLocks noChangeAspect="1"/>
          </p:cNvPicPr>
          <p:nvPr/>
        </p:nvPicPr>
        <p:blipFill>
          <a:blip r:embed="rId2"/>
          <a:stretch>
            <a:fillRect/>
          </a:stretch>
        </p:blipFill>
        <p:spPr>
          <a:xfrm>
            <a:off x="1979083" y="3854203"/>
            <a:ext cx="7275113" cy="2083483"/>
          </a:xfrm>
          <a:prstGeom prst="rect">
            <a:avLst/>
          </a:prstGeom>
        </p:spPr>
      </p:pic>
      <p:sp>
        <p:nvSpPr>
          <p:cNvPr id="5" name="TextBox 4">
            <a:extLst>
              <a:ext uri="{FF2B5EF4-FFF2-40B4-BE49-F238E27FC236}">
                <a16:creationId xmlns:a16="http://schemas.microsoft.com/office/drawing/2014/main" id="{B80A4025-C2D4-45A4-8D35-B3D005C33FBB}"/>
              </a:ext>
            </a:extLst>
          </p:cNvPr>
          <p:cNvSpPr txBox="1"/>
          <p:nvPr/>
        </p:nvSpPr>
        <p:spPr>
          <a:xfrm>
            <a:off x="545123" y="6229080"/>
            <a:ext cx="6098344" cy="369332"/>
          </a:xfrm>
          <a:prstGeom prst="rect">
            <a:avLst/>
          </a:prstGeom>
          <a:noFill/>
        </p:spPr>
        <p:txBody>
          <a:bodyPr wrap="square">
            <a:spAutoFit/>
          </a:bodyPr>
          <a:lstStyle/>
          <a:p>
            <a:r>
              <a:rPr lang="en-IN" dirty="0"/>
              <a:t>https://www.spec.org/</a:t>
            </a:r>
          </a:p>
        </p:txBody>
      </p:sp>
      <p:sp>
        <p:nvSpPr>
          <p:cNvPr id="2" name="Footer Placeholder 1">
            <a:extLst>
              <a:ext uri="{FF2B5EF4-FFF2-40B4-BE49-F238E27FC236}">
                <a16:creationId xmlns:a16="http://schemas.microsoft.com/office/drawing/2014/main" id="{CF7DE969-575B-8886-5D31-04CB54BC88BA}"/>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3E79698D-9B24-8D7B-66FE-513A7BEE2352}"/>
              </a:ext>
            </a:extLst>
          </p:cNvPr>
          <p:cNvSpPr>
            <a:spLocks noGrp="1"/>
          </p:cNvSpPr>
          <p:nvPr>
            <p:ph type="sldNum" sz="quarter" idx="12"/>
          </p:nvPr>
        </p:nvSpPr>
        <p:spPr/>
        <p:txBody>
          <a:bodyPr/>
          <a:lstStyle/>
          <a:p>
            <a:fld id="{E01A1374-4C1F-4D42-8836-504BF6B6184D}" type="slidenum">
              <a:rPr lang="en-IN" smtClean="0"/>
              <a:t>11</a:t>
            </a:fld>
            <a:endParaRPr lang="en-IN"/>
          </a:p>
        </p:txBody>
      </p:sp>
    </p:spTree>
    <p:extLst>
      <p:ext uri="{BB962C8B-B14F-4D97-AF65-F5344CB8AC3E}">
        <p14:creationId xmlns:p14="http://schemas.microsoft.com/office/powerpoint/2010/main" val="1407990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0" y="261610"/>
            <a:ext cx="4842804" cy="7755969"/>
          </a:xfrm>
          <a:prstGeom prst="rect">
            <a:avLst/>
          </a:prstGeom>
          <a:noFill/>
        </p:spPr>
        <p:txBody>
          <a:bodyPr wrap="square" rtlCol="0">
            <a:spAutoFit/>
          </a:bodyPr>
          <a:lstStyle/>
          <a:p>
            <a:pPr algn="just"/>
            <a:r>
              <a:rPr lang="en-IN" sz="2400" dirty="0">
                <a:solidFill>
                  <a:srgbClr val="FF0000"/>
                </a:solidFill>
              </a:rPr>
              <a:t>Memory Locations &amp; Addresses</a:t>
            </a:r>
          </a:p>
          <a:p>
            <a:pPr algn="just"/>
            <a:r>
              <a:rPr lang="en-IN" sz="2400" dirty="0"/>
              <a:t>Instructions (in binary form) and Data (numbers and characters in binary or BCD or ASCII) are stored in the memory.</a:t>
            </a:r>
          </a:p>
          <a:p>
            <a:pPr algn="just"/>
            <a:r>
              <a:rPr lang="en-IN" sz="2400" dirty="0"/>
              <a:t>Memory is organized so that a group of ‘n’ bits can be stored or retrieved in a single, basic operation. </a:t>
            </a:r>
            <a:r>
              <a:rPr lang="en-IN" sz="2400" dirty="0">
                <a:solidFill>
                  <a:srgbClr val="FF0000"/>
                </a:solidFill>
              </a:rPr>
              <a:t>Each group of n bits is referred to as a word of information, and n is called the word length.</a:t>
            </a:r>
            <a:r>
              <a:rPr lang="en-IN" sz="2400" dirty="0"/>
              <a:t> Popular computer word lengths are 16/32/64/128 bits. </a:t>
            </a:r>
          </a:p>
          <a:p>
            <a:pPr algn="just"/>
            <a:endParaRPr lang="en-IN" sz="2400" dirty="0"/>
          </a:p>
          <a:p>
            <a:pPr algn="just"/>
            <a:r>
              <a:rPr lang="en-IN" sz="2400" dirty="0"/>
              <a:t>Ex. 32 bit word length computer can store a 32 bit signed number in a single word or four ASCII characters. Machine instructions may required one to many words.</a:t>
            </a:r>
          </a:p>
          <a:p>
            <a:pPr algn="just"/>
            <a:endParaRPr lang="en-IN" sz="2400" dirty="0"/>
          </a:p>
          <a:p>
            <a:pPr algn="just"/>
            <a:endParaRPr lang="en-IN" sz="2400" dirty="0">
              <a:solidFill>
                <a:srgbClr val="FF0000"/>
              </a:solidFill>
            </a:endParaRPr>
          </a:p>
          <a:p>
            <a:pPr algn="just"/>
            <a:endParaRPr lang="en-IN" dirty="0"/>
          </a:p>
        </p:txBody>
      </p:sp>
      <p:pic>
        <p:nvPicPr>
          <p:cNvPr id="4" name="Picture 3">
            <a:extLst>
              <a:ext uri="{FF2B5EF4-FFF2-40B4-BE49-F238E27FC236}">
                <a16:creationId xmlns:a16="http://schemas.microsoft.com/office/drawing/2014/main" id="{C63902B9-D9C9-7C03-C5DB-7C5965467168}"/>
              </a:ext>
            </a:extLst>
          </p:cNvPr>
          <p:cNvPicPr>
            <a:picLocks noChangeAspect="1"/>
          </p:cNvPicPr>
          <p:nvPr/>
        </p:nvPicPr>
        <p:blipFill>
          <a:blip r:embed="rId3"/>
          <a:stretch>
            <a:fillRect/>
          </a:stretch>
        </p:blipFill>
        <p:spPr>
          <a:xfrm>
            <a:off x="5091263" y="680304"/>
            <a:ext cx="7100737" cy="4609148"/>
          </a:xfrm>
          <a:prstGeom prst="rect">
            <a:avLst/>
          </a:prstGeom>
        </p:spPr>
      </p:pic>
      <p:sp>
        <p:nvSpPr>
          <p:cNvPr id="5" name="TextBox 4">
            <a:extLst>
              <a:ext uri="{FF2B5EF4-FFF2-40B4-BE49-F238E27FC236}">
                <a16:creationId xmlns:a16="http://schemas.microsoft.com/office/drawing/2014/main" id="{1E82C670-FB70-B00E-D2B3-B3B08443B021}"/>
              </a:ext>
            </a:extLst>
          </p:cNvPr>
          <p:cNvSpPr txBox="1"/>
          <p:nvPr/>
        </p:nvSpPr>
        <p:spPr>
          <a:xfrm>
            <a:off x="3834684" y="-128789"/>
            <a:ext cx="6098146" cy="523220"/>
          </a:xfrm>
          <a:prstGeom prst="rect">
            <a:avLst/>
          </a:prstGeom>
          <a:noFill/>
        </p:spPr>
        <p:txBody>
          <a:bodyPr wrap="square">
            <a:spAutoFit/>
          </a:bodyPr>
          <a:lstStyle/>
          <a:p>
            <a:r>
              <a:rPr lang="en-IN" sz="2800" b="1"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Instruction Set Architecture</a:t>
            </a:r>
            <a:endParaRPr lang="en-IN" sz="2800" dirty="0">
              <a:solidFill>
                <a:srgbClr val="FF0000"/>
              </a:solidFil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9B5CE88F-BD1A-5E54-C2A2-26B8CCFC755E}"/>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27822300-74DF-917B-EFB2-B8C870215D91}"/>
              </a:ext>
            </a:extLst>
          </p:cNvPr>
          <p:cNvSpPr>
            <a:spLocks noGrp="1"/>
          </p:cNvSpPr>
          <p:nvPr>
            <p:ph type="sldNum" sz="quarter" idx="12"/>
          </p:nvPr>
        </p:nvSpPr>
        <p:spPr/>
        <p:txBody>
          <a:bodyPr/>
          <a:lstStyle/>
          <a:p>
            <a:fld id="{E01A1374-4C1F-4D42-8836-504BF6B6184D}" type="slidenum">
              <a:rPr lang="en-IN" smtClean="0"/>
              <a:t>12</a:t>
            </a:fld>
            <a:endParaRPr lang="en-IN"/>
          </a:p>
        </p:txBody>
      </p:sp>
    </p:spTree>
    <p:extLst>
      <p:ext uri="{BB962C8B-B14F-4D97-AF65-F5344CB8AC3E}">
        <p14:creationId xmlns:p14="http://schemas.microsoft.com/office/powerpoint/2010/main" val="23454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0"/>
            <a:ext cx="11608192" cy="3693319"/>
          </a:xfrm>
          <a:prstGeom prst="rect">
            <a:avLst/>
          </a:prstGeom>
          <a:noFill/>
        </p:spPr>
        <p:txBody>
          <a:bodyPr wrap="square" rtlCol="0">
            <a:spAutoFit/>
          </a:bodyPr>
          <a:lstStyle/>
          <a:p>
            <a:pPr algn="just"/>
            <a:r>
              <a:rPr lang="en-IN" sz="2400" dirty="0">
                <a:solidFill>
                  <a:srgbClr val="FF0000"/>
                </a:solidFill>
              </a:rPr>
              <a:t>Byte Addressability</a:t>
            </a:r>
          </a:p>
          <a:p>
            <a:pPr algn="just"/>
            <a:r>
              <a:rPr lang="en-IN" sz="2400" dirty="0"/>
              <a:t>Memory is made of 1bit memory cells, organized into bytes and words. Unique address is required to access them. Most of the modern computers allocate one unique address for set of 8 bits in the memory. Each memory location, representing one byte has given one unique address.(this is called as byte addressability). Address is numbered in binary from 0 to N-1, where N is the total number of memory locations (bytes), is based on the address lines provided by the processor. If M is the number of address lines, then</a:t>
            </a:r>
            <a:endParaRPr lang="en-IN" sz="2400" dirty="0">
              <a:solidFill>
                <a:srgbClr val="FF0000"/>
              </a:solidFill>
            </a:endParaRPr>
          </a:p>
          <a:p>
            <a:pPr algn="just"/>
            <a:endParaRPr lang="en-IN" sz="2400" dirty="0"/>
          </a:p>
          <a:p>
            <a:pPr algn="just"/>
            <a:endParaRPr lang="en-IN" sz="2400" dirty="0">
              <a:solidFill>
                <a:srgbClr val="FF0000"/>
              </a:solidFill>
            </a:endParaRPr>
          </a:p>
          <a:p>
            <a:pPr algn="just"/>
            <a:endParaRPr lang="en-IN" dirty="0"/>
          </a:p>
        </p:txBody>
      </p:sp>
      <p:pic>
        <p:nvPicPr>
          <p:cNvPr id="4" name="Picture 3">
            <a:extLst>
              <a:ext uri="{FF2B5EF4-FFF2-40B4-BE49-F238E27FC236}">
                <a16:creationId xmlns:a16="http://schemas.microsoft.com/office/drawing/2014/main" id="{5EC60EED-795E-3CFE-9546-42DA357ABDC4}"/>
              </a:ext>
            </a:extLst>
          </p:cNvPr>
          <p:cNvPicPr>
            <a:picLocks noChangeAspect="1"/>
          </p:cNvPicPr>
          <p:nvPr/>
        </p:nvPicPr>
        <p:blipFill>
          <a:blip r:embed="rId3"/>
          <a:stretch>
            <a:fillRect/>
          </a:stretch>
        </p:blipFill>
        <p:spPr>
          <a:xfrm>
            <a:off x="2372844" y="2564896"/>
            <a:ext cx="7446312" cy="4056021"/>
          </a:xfrm>
          <a:prstGeom prst="rect">
            <a:avLst/>
          </a:prstGeom>
        </p:spPr>
      </p:pic>
      <p:sp>
        <p:nvSpPr>
          <p:cNvPr id="5" name="TextBox 4">
            <a:extLst>
              <a:ext uri="{FF2B5EF4-FFF2-40B4-BE49-F238E27FC236}">
                <a16:creationId xmlns:a16="http://schemas.microsoft.com/office/drawing/2014/main" id="{F3D0641F-B376-6624-AFA6-F51E0D6A95DF}"/>
              </a:ext>
            </a:extLst>
          </p:cNvPr>
          <p:cNvSpPr txBox="1"/>
          <p:nvPr/>
        </p:nvSpPr>
        <p:spPr>
          <a:xfrm>
            <a:off x="291904" y="6377190"/>
            <a:ext cx="11102927" cy="1200329"/>
          </a:xfrm>
          <a:prstGeom prst="rect">
            <a:avLst/>
          </a:prstGeom>
          <a:noFill/>
        </p:spPr>
        <p:txBody>
          <a:bodyPr wrap="square" rtlCol="0">
            <a:spAutoFit/>
          </a:bodyPr>
          <a:lstStyle/>
          <a:p>
            <a:r>
              <a:rPr lang="en-IN" dirty="0"/>
              <a:t>Note: In 64 bit windows, the theoretical amount of virtual address space is 2^64 bytes (16 exabytes), but only a small portion of the 16 exabyte range is actually used. 1exabyte – 1billion gigabyte. Windows XP x64 is currently limited to 128GB of physical memory and 8 TB of virtual memory.</a:t>
            </a:r>
          </a:p>
          <a:p>
            <a:endParaRPr lang="en-IN" dirty="0"/>
          </a:p>
        </p:txBody>
      </p:sp>
      <p:sp>
        <p:nvSpPr>
          <p:cNvPr id="2" name="Footer Placeholder 1">
            <a:extLst>
              <a:ext uri="{FF2B5EF4-FFF2-40B4-BE49-F238E27FC236}">
                <a16:creationId xmlns:a16="http://schemas.microsoft.com/office/drawing/2014/main" id="{00DBF5C5-CE28-DA87-A3E9-0A6CE70F1793}"/>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49AFB182-3DB7-568B-09AB-0B9C3894BDF8}"/>
              </a:ext>
            </a:extLst>
          </p:cNvPr>
          <p:cNvSpPr>
            <a:spLocks noGrp="1"/>
          </p:cNvSpPr>
          <p:nvPr>
            <p:ph type="sldNum" sz="quarter" idx="12"/>
          </p:nvPr>
        </p:nvSpPr>
        <p:spPr/>
        <p:txBody>
          <a:bodyPr/>
          <a:lstStyle/>
          <a:p>
            <a:fld id="{E01A1374-4C1F-4D42-8836-504BF6B6184D}" type="slidenum">
              <a:rPr lang="en-IN" smtClean="0"/>
              <a:t>13</a:t>
            </a:fld>
            <a:endParaRPr lang="en-IN"/>
          </a:p>
        </p:txBody>
      </p:sp>
    </p:spTree>
    <p:extLst>
      <p:ext uri="{BB962C8B-B14F-4D97-AF65-F5344CB8AC3E}">
        <p14:creationId xmlns:p14="http://schemas.microsoft.com/office/powerpoint/2010/main" val="3053495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0" y="0"/>
            <a:ext cx="5556738" cy="7017306"/>
          </a:xfrm>
          <a:prstGeom prst="rect">
            <a:avLst/>
          </a:prstGeom>
          <a:noFill/>
        </p:spPr>
        <p:txBody>
          <a:bodyPr wrap="square" rtlCol="0">
            <a:spAutoFit/>
          </a:bodyPr>
          <a:lstStyle/>
          <a:p>
            <a:pPr algn="just"/>
            <a:r>
              <a:rPr lang="en-IN" sz="2400" dirty="0">
                <a:solidFill>
                  <a:srgbClr val="FF0000"/>
                </a:solidFill>
              </a:rPr>
              <a:t>BIG-ENDIAN,LITTLE-ENDIAN assignments</a:t>
            </a:r>
          </a:p>
          <a:p>
            <a:pPr algn="just"/>
            <a:endParaRPr lang="en-IN" sz="2400" dirty="0"/>
          </a:p>
          <a:p>
            <a:pPr algn="just"/>
            <a:r>
              <a:rPr lang="en-IN" sz="2400" dirty="0"/>
              <a:t>There are two ways that byte addresses can be assigned across words. </a:t>
            </a:r>
          </a:p>
          <a:p>
            <a:pPr algn="just"/>
            <a:r>
              <a:rPr lang="en-IN" sz="2400" dirty="0"/>
              <a:t>In big-endian format, lower byte addresses are used for the more significant bytes (the leftmost bytes) of the word. Ex: </a:t>
            </a:r>
            <a:r>
              <a:rPr lang="en-IN" sz="2400" dirty="0" err="1"/>
              <a:t>Motorolla</a:t>
            </a:r>
            <a:r>
              <a:rPr lang="en-IN" sz="2400" dirty="0"/>
              <a:t> processors</a:t>
            </a:r>
          </a:p>
          <a:p>
            <a:pPr algn="just"/>
            <a:r>
              <a:rPr lang="en-IN" sz="2400" dirty="0"/>
              <a:t>In little-endian format, lower byte addresses are used for the less significant bytes (the rightmost bytes) of the word. Ex: Intel Processors</a:t>
            </a:r>
          </a:p>
          <a:p>
            <a:pPr algn="just"/>
            <a:r>
              <a:rPr lang="en-IN" sz="2400" dirty="0"/>
              <a:t>(ARM supports both)</a:t>
            </a:r>
          </a:p>
          <a:p>
            <a:pPr algn="just"/>
            <a:endParaRPr lang="en-IN" sz="2400" dirty="0"/>
          </a:p>
          <a:p>
            <a:pPr algn="just"/>
            <a:r>
              <a:rPr lang="en-IN" sz="2400" dirty="0"/>
              <a:t>In both cases, byte addresses 0,4,8,…, are taken as the addresses of successive words in the memory and those are used when performing memory read/write operations.</a:t>
            </a:r>
          </a:p>
          <a:p>
            <a:pPr algn="just"/>
            <a:endParaRPr lang="en-IN" dirty="0"/>
          </a:p>
        </p:txBody>
      </p:sp>
      <p:pic>
        <p:nvPicPr>
          <p:cNvPr id="4" name="Picture 3">
            <a:extLst>
              <a:ext uri="{FF2B5EF4-FFF2-40B4-BE49-F238E27FC236}">
                <a16:creationId xmlns:a16="http://schemas.microsoft.com/office/drawing/2014/main" id="{F33048AB-E739-DEF5-6EF3-4A829DC84CDD}"/>
              </a:ext>
            </a:extLst>
          </p:cNvPr>
          <p:cNvPicPr>
            <a:picLocks noChangeAspect="1"/>
          </p:cNvPicPr>
          <p:nvPr/>
        </p:nvPicPr>
        <p:blipFill>
          <a:blip r:embed="rId3"/>
          <a:stretch>
            <a:fillRect/>
          </a:stretch>
        </p:blipFill>
        <p:spPr>
          <a:xfrm>
            <a:off x="5852096" y="253218"/>
            <a:ext cx="6339904" cy="6049108"/>
          </a:xfrm>
          <a:prstGeom prst="rect">
            <a:avLst/>
          </a:prstGeom>
        </p:spPr>
      </p:pic>
      <p:sp>
        <p:nvSpPr>
          <p:cNvPr id="2" name="Footer Placeholder 1">
            <a:extLst>
              <a:ext uri="{FF2B5EF4-FFF2-40B4-BE49-F238E27FC236}">
                <a16:creationId xmlns:a16="http://schemas.microsoft.com/office/drawing/2014/main" id="{913055B9-5301-2FFC-D52C-0F3671634509}"/>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D520117A-FDC7-EB4C-8E0C-22D1F245E160}"/>
              </a:ext>
            </a:extLst>
          </p:cNvPr>
          <p:cNvSpPr>
            <a:spLocks noGrp="1"/>
          </p:cNvSpPr>
          <p:nvPr>
            <p:ph type="sldNum" sz="quarter" idx="12"/>
          </p:nvPr>
        </p:nvSpPr>
        <p:spPr/>
        <p:txBody>
          <a:bodyPr/>
          <a:lstStyle/>
          <a:p>
            <a:fld id="{E01A1374-4C1F-4D42-8836-504BF6B6184D}" type="slidenum">
              <a:rPr lang="en-IN" smtClean="0"/>
              <a:t>14</a:t>
            </a:fld>
            <a:endParaRPr lang="en-IN"/>
          </a:p>
        </p:txBody>
      </p:sp>
    </p:spTree>
    <p:extLst>
      <p:ext uri="{BB962C8B-B14F-4D97-AF65-F5344CB8AC3E}">
        <p14:creationId xmlns:p14="http://schemas.microsoft.com/office/powerpoint/2010/main" val="3814776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0"/>
            <a:ext cx="11608192" cy="3385542"/>
          </a:xfrm>
          <a:prstGeom prst="rect">
            <a:avLst/>
          </a:prstGeom>
          <a:noFill/>
        </p:spPr>
        <p:txBody>
          <a:bodyPr wrap="square" rtlCol="0">
            <a:spAutoFit/>
          </a:bodyPr>
          <a:lstStyle/>
          <a:p>
            <a:pPr algn="just"/>
            <a:r>
              <a:rPr lang="en-IN" sz="2800" dirty="0">
                <a:solidFill>
                  <a:srgbClr val="FF0000"/>
                </a:solidFill>
              </a:rPr>
              <a:t>Word Alignment </a:t>
            </a:r>
          </a:p>
          <a:p>
            <a:pPr algn="just"/>
            <a:endParaRPr lang="en-IN" sz="2400" dirty="0">
              <a:solidFill>
                <a:srgbClr val="FF0000"/>
              </a:solidFill>
            </a:endParaRPr>
          </a:p>
          <a:p>
            <a:pPr algn="just"/>
            <a:r>
              <a:rPr lang="en-IN" sz="2400" dirty="0"/>
              <a:t>In the case of a 32 bit word length, natural word boundaries occur at addresses 0,4,8,…. We say that the word locations have aligned addresses</a:t>
            </a:r>
            <a:r>
              <a:rPr lang="en-IN" sz="3200" dirty="0"/>
              <a:t>. </a:t>
            </a:r>
          </a:p>
          <a:p>
            <a:pPr algn="just"/>
            <a:r>
              <a:rPr lang="en-IN" sz="3200" dirty="0">
                <a:solidFill>
                  <a:srgbClr val="FF0000"/>
                </a:solidFill>
              </a:rPr>
              <a:t>In general, words are said to be aligned in memory if they begin at a byte address that is a multiple of the number of bytes in a word.</a:t>
            </a:r>
          </a:p>
          <a:p>
            <a:pPr algn="just"/>
            <a:endParaRPr lang="en-IN" sz="2400" dirty="0">
              <a:solidFill>
                <a:srgbClr val="FF0000"/>
              </a:solidFill>
            </a:endParaRPr>
          </a:p>
          <a:p>
            <a:pPr algn="just"/>
            <a:endParaRPr lang="en-IN" dirty="0"/>
          </a:p>
        </p:txBody>
      </p:sp>
      <p:sp>
        <p:nvSpPr>
          <p:cNvPr id="2" name="Footer Placeholder 1">
            <a:extLst>
              <a:ext uri="{FF2B5EF4-FFF2-40B4-BE49-F238E27FC236}">
                <a16:creationId xmlns:a16="http://schemas.microsoft.com/office/drawing/2014/main" id="{8BAA369E-6FF9-1DC4-9BE3-8EC5C7D67DE9}"/>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6FC2FF3-4354-875D-06C8-C92C4FB44D5B}"/>
              </a:ext>
            </a:extLst>
          </p:cNvPr>
          <p:cNvSpPr>
            <a:spLocks noGrp="1"/>
          </p:cNvSpPr>
          <p:nvPr>
            <p:ph type="sldNum" sz="quarter" idx="12"/>
          </p:nvPr>
        </p:nvSpPr>
        <p:spPr/>
        <p:txBody>
          <a:bodyPr/>
          <a:lstStyle/>
          <a:p>
            <a:fld id="{E01A1374-4C1F-4D42-8836-504BF6B6184D}" type="slidenum">
              <a:rPr lang="en-IN" smtClean="0"/>
              <a:t>15</a:t>
            </a:fld>
            <a:endParaRPr lang="en-IN"/>
          </a:p>
        </p:txBody>
      </p:sp>
    </p:spTree>
    <p:extLst>
      <p:ext uri="{BB962C8B-B14F-4D97-AF65-F5344CB8AC3E}">
        <p14:creationId xmlns:p14="http://schemas.microsoft.com/office/powerpoint/2010/main" val="3562161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B00C1E-3688-7DC9-069F-D181BB61166D}"/>
              </a:ext>
            </a:extLst>
          </p:cNvPr>
          <p:cNvPicPr>
            <a:picLocks noChangeAspect="1"/>
          </p:cNvPicPr>
          <p:nvPr/>
        </p:nvPicPr>
        <p:blipFill>
          <a:blip r:embed="rId3"/>
          <a:stretch>
            <a:fillRect/>
          </a:stretch>
        </p:blipFill>
        <p:spPr>
          <a:xfrm>
            <a:off x="625708" y="142004"/>
            <a:ext cx="10347092" cy="6573991"/>
          </a:xfrm>
          <a:prstGeom prst="rect">
            <a:avLst/>
          </a:prstGeom>
        </p:spPr>
      </p:pic>
      <p:sp>
        <p:nvSpPr>
          <p:cNvPr id="5" name="Footer Placeholder 4">
            <a:extLst>
              <a:ext uri="{FF2B5EF4-FFF2-40B4-BE49-F238E27FC236}">
                <a16:creationId xmlns:a16="http://schemas.microsoft.com/office/drawing/2014/main" id="{9D5624F7-5620-4405-90D4-DF27E55EB45E}"/>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09299AA2-B193-ABDE-4ACF-8F37BA46A08E}"/>
              </a:ext>
            </a:extLst>
          </p:cNvPr>
          <p:cNvSpPr>
            <a:spLocks noGrp="1"/>
          </p:cNvSpPr>
          <p:nvPr>
            <p:ph type="sldNum" sz="quarter" idx="12"/>
          </p:nvPr>
        </p:nvSpPr>
        <p:spPr/>
        <p:txBody>
          <a:bodyPr/>
          <a:lstStyle/>
          <a:p>
            <a:fld id="{E01A1374-4C1F-4D42-8836-504BF6B6184D}" type="slidenum">
              <a:rPr lang="en-IN" smtClean="0"/>
              <a:t>16</a:t>
            </a:fld>
            <a:endParaRPr lang="en-IN"/>
          </a:p>
        </p:txBody>
      </p:sp>
    </p:spTree>
    <p:extLst>
      <p:ext uri="{BB962C8B-B14F-4D97-AF65-F5344CB8AC3E}">
        <p14:creationId xmlns:p14="http://schemas.microsoft.com/office/powerpoint/2010/main" val="4005910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29B96D-4A47-C91B-3036-323A2677024F}"/>
              </a:ext>
            </a:extLst>
          </p:cNvPr>
          <p:cNvPicPr>
            <a:picLocks noChangeAspect="1"/>
          </p:cNvPicPr>
          <p:nvPr/>
        </p:nvPicPr>
        <p:blipFill>
          <a:blip r:embed="rId3"/>
          <a:stretch>
            <a:fillRect/>
          </a:stretch>
        </p:blipFill>
        <p:spPr>
          <a:xfrm>
            <a:off x="529904" y="167425"/>
            <a:ext cx="9899636" cy="6310879"/>
          </a:xfrm>
          <a:prstGeom prst="rect">
            <a:avLst/>
          </a:prstGeom>
        </p:spPr>
      </p:pic>
      <p:sp>
        <p:nvSpPr>
          <p:cNvPr id="5" name="Footer Placeholder 4">
            <a:extLst>
              <a:ext uri="{FF2B5EF4-FFF2-40B4-BE49-F238E27FC236}">
                <a16:creationId xmlns:a16="http://schemas.microsoft.com/office/drawing/2014/main" id="{12CE93FB-BC9F-DAF7-922C-4A5F27694B06}"/>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EA11E5A3-F804-250F-0FDB-04883A7BD103}"/>
              </a:ext>
            </a:extLst>
          </p:cNvPr>
          <p:cNvSpPr>
            <a:spLocks noGrp="1"/>
          </p:cNvSpPr>
          <p:nvPr>
            <p:ph type="sldNum" sz="quarter" idx="12"/>
          </p:nvPr>
        </p:nvSpPr>
        <p:spPr/>
        <p:txBody>
          <a:bodyPr/>
          <a:lstStyle/>
          <a:p>
            <a:fld id="{E01A1374-4C1F-4D42-8836-504BF6B6184D}" type="slidenum">
              <a:rPr lang="en-IN" smtClean="0"/>
              <a:t>17</a:t>
            </a:fld>
            <a:endParaRPr lang="en-IN"/>
          </a:p>
        </p:txBody>
      </p:sp>
    </p:spTree>
    <p:extLst>
      <p:ext uri="{BB962C8B-B14F-4D97-AF65-F5344CB8AC3E}">
        <p14:creationId xmlns:p14="http://schemas.microsoft.com/office/powerpoint/2010/main" val="12413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802B61-915C-E613-D349-2C049A82452F}"/>
              </a:ext>
            </a:extLst>
          </p:cNvPr>
          <p:cNvPicPr>
            <a:picLocks noChangeAspect="1"/>
          </p:cNvPicPr>
          <p:nvPr/>
        </p:nvPicPr>
        <p:blipFill>
          <a:blip r:embed="rId3"/>
          <a:stretch>
            <a:fillRect/>
          </a:stretch>
        </p:blipFill>
        <p:spPr>
          <a:xfrm>
            <a:off x="981409" y="621034"/>
            <a:ext cx="9476236" cy="6236966"/>
          </a:xfrm>
          <a:prstGeom prst="rect">
            <a:avLst/>
          </a:prstGeom>
        </p:spPr>
      </p:pic>
      <p:sp>
        <p:nvSpPr>
          <p:cNvPr id="6" name="TextBox 5">
            <a:extLst>
              <a:ext uri="{FF2B5EF4-FFF2-40B4-BE49-F238E27FC236}">
                <a16:creationId xmlns:a16="http://schemas.microsoft.com/office/drawing/2014/main" id="{7238D2CA-894D-FF47-3734-1C30F73B22D3}"/>
              </a:ext>
            </a:extLst>
          </p:cNvPr>
          <p:cNvSpPr txBox="1"/>
          <p:nvPr/>
        </p:nvSpPr>
        <p:spPr>
          <a:xfrm>
            <a:off x="3154854" y="140317"/>
            <a:ext cx="6098146" cy="584775"/>
          </a:xfrm>
          <a:prstGeom prst="rect">
            <a:avLst/>
          </a:prstGeom>
          <a:noFill/>
        </p:spPr>
        <p:txBody>
          <a:bodyPr wrap="square">
            <a:spAutoFit/>
          </a:bodyPr>
          <a:lstStyle/>
          <a:p>
            <a:pPr algn="just"/>
            <a:r>
              <a:rPr lang="en-IN" sz="3200" dirty="0">
                <a:solidFill>
                  <a:srgbClr val="FF0000"/>
                </a:solidFill>
              </a:rPr>
              <a:t>Assembly Language Notation</a:t>
            </a:r>
          </a:p>
        </p:txBody>
      </p:sp>
      <p:sp>
        <p:nvSpPr>
          <p:cNvPr id="7" name="Footer Placeholder 6">
            <a:extLst>
              <a:ext uri="{FF2B5EF4-FFF2-40B4-BE49-F238E27FC236}">
                <a16:creationId xmlns:a16="http://schemas.microsoft.com/office/drawing/2014/main" id="{21C0FE49-2889-888C-B03D-34FE99916D3C}"/>
              </a:ext>
            </a:extLst>
          </p:cNvPr>
          <p:cNvSpPr>
            <a:spLocks noGrp="1"/>
          </p:cNvSpPr>
          <p:nvPr>
            <p:ph type="ftr" sz="quarter" idx="11"/>
          </p:nvPr>
        </p:nvSpPr>
        <p:spPr/>
        <p:txBody>
          <a:bodyPr/>
          <a:lstStyle/>
          <a:p>
            <a:r>
              <a:rPr lang="en-US"/>
              <a:t>Prepared By Dr K Badari Nath,  RV College Of Engg.</a:t>
            </a:r>
            <a:endParaRPr lang="en-IN"/>
          </a:p>
        </p:txBody>
      </p:sp>
      <p:sp>
        <p:nvSpPr>
          <p:cNvPr id="8" name="Slide Number Placeholder 7">
            <a:extLst>
              <a:ext uri="{FF2B5EF4-FFF2-40B4-BE49-F238E27FC236}">
                <a16:creationId xmlns:a16="http://schemas.microsoft.com/office/drawing/2014/main" id="{4BAE929B-C342-B829-754E-BFE4D1D91CF5}"/>
              </a:ext>
            </a:extLst>
          </p:cNvPr>
          <p:cNvSpPr>
            <a:spLocks noGrp="1"/>
          </p:cNvSpPr>
          <p:nvPr>
            <p:ph type="sldNum" sz="quarter" idx="12"/>
          </p:nvPr>
        </p:nvSpPr>
        <p:spPr/>
        <p:txBody>
          <a:bodyPr/>
          <a:lstStyle/>
          <a:p>
            <a:fld id="{E01A1374-4C1F-4D42-8836-504BF6B6184D}" type="slidenum">
              <a:rPr lang="en-IN" smtClean="0"/>
              <a:t>18</a:t>
            </a:fld>
            <a:endParaRPr lang="en-IN"/>
          </a:p>
        </p:txBody>
      </p:sp>
    </p:spTree>
    <p:extLst>
      <p:ext uri="{BB962C8B-B14F-4D97-AF65-F5344CB8AC3E}">
        <p14:creationId xmlns:p14="http://schemas.microsoft.com/office/powerpoint/2010/main" val="4213136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238D2CA-894D-FF47-3734-1C30F73B22D3}"/>
              </a:ext>
            </a:extLst>
          </p:cNvPr>
          <p:cNvSpPr txBox="1"/>
          <p:nvPr/>
        </p:nvSpPr>
        <p:spPr>
          <a:xfrm>
            <a:off x="3219248" y="0"/>
            <a:ext cx="6098146" cy="584775"/>
          </a:xfrm>
          <a:prstGeom prst="rect">
            <a:avLst/>
          </a:prstGeom>
          <a:noFill/>
        </p:spPr>
        <p:txBody>
          <a:bodyPr wrap="square">
            <a:spAutoFit/>
          </a:bodyPr>
          <a:lstStyle/>
          <a:p>
            <a:pPr algn="just"/>
            <a:r>
              <a:rPr lang="en-IN" sz="3200" dirty="0">
                <a:solidFill>
                  <a:srgbClr val="FF0000"/>
                </a:solidFill>
              </a:rPr>
              <a:t>Assembly Language Notation</a:t>
            </a:r>
          </a:p>
        </p:txBody>
      </p:sp>
      <p:pic>
        <p:nvPicPr>
          <p:cNvPr id="3" name="Picture 2">
            <a:extLst>
              <a:ext uri="{FF2B5EF4-FFF2-40B4-BE49-F238E27FC236}">
                <a16:creationId xmlns:a16="http://schemas.microsoft.com/office/drawing/2014/main" id="{D01DE4A7-5E0A-DCD2-FE79-8C3B2324CFEE}"/>
              </a:ext>
            </a:extLst>
          </p:cNvPr>
          <p:cNvPicPr>
            <a:picLocks noChangeAspect="1"/>
          </p:cNvPicPr>
          <p:nvPr/>
        </p:nvPicPr>
        <p:blipFill>
          <a:blip r:embed="rId3"/>
          <a:stretch>
            <a:fillRect/>
          </a:stretch>
        </p:blipFill>
        <p:spPr>
          <a:xfrm>
            <a:off x="961627" y="584774"/>
            <a:ext cx="9817990" cy="6273225"/>
          </a:xfrm>
          <a:prstGeom prst="rect">
            <a:avLst/>
          </a:prstGeom>
        </p:spPr>
      </p:pic>
      <p:sp>
        <p:nvSpPr>
          <p:cNvPr id="5" name="Footer Placeholder 4">
            <a:extLst>
              <a:ext uri="{FF2B5EF4-FFF2-40B4-BE49-F238E27FC236}">
                <a16:creationId xmlns:a16="http://schemas.microsoft.com/office/drawing/2014/main" id="{FBBEC4AD-0C50-9E68-105B-BE6C8326D421}"/>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BFB16234-3638-602B-F7D8-326C078B10F9}"/>
              </a:ext>
            </a:extLst>
          </p:cNvPr>
          <p:cNvSpPr>
            <a:spLocks noGrp="1"/>
          </p:cNvSpPr>
          <p:nvPr>
            <p:ph type="sldNum" sz="quarter" idx="12"/>
          </p:nvPr>
        </p:nvSpPr>
        <p:spPr/>
        <p:txBody>
          <a:bodyPr/>
          <a:lstStyle/>
          <a:p>
            <a:fld id="{E01A1374-4C1F-4D42-8836-504BF6B6184D}" type="slidenum">
              <a:rPr lang="en-IN" smtClean="0"/>
              <a:t>19</a:t>
            </a:fld>
            <a:endParaRPr lang="en-IN"/>
          </a:p>
        </p:txBody>
      </p:sp>
    </p:spTree>
    <p:extLst>
      <p:ext uri="{BB962C8B-B14F-4D97-AF65-F5344CB8AC3E}">
        <p14:creationId xmlns:p14="http://schemas.microsoft.com/office/powerpoint/2010/main" val="1300487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C54C64-AB62-FA81-EE48-6D517D10B929}"/>
              </a:ext>
            </a:extLst>
          </p:cNvPr>
          <p:cNvPicPr>
            <a:picLocks noChangeAspect="1"/>
          </p:cNvPicPr>
          <p:nvPr/>
        </p:nvPicPr>
        <p:blipFill>
          <a:blip r:embed="rId3"/>
          <a:stretch>
            <a:fillRect/>
          </a:stretch>
        </p:blipFill>
        <p:spPr>
          <a:xfrm>
            <a:off x="811370" y="279136"/>
            <a:ext cx="9740251" cy="5898565"/>
          </a:xfrm>
          <a:prstGeom prst="rect">
            <a:avLst/>
          </a:prstGeom>
        </p:spPr>
      </p:pic>
      <p:sp>
        <p:nvSpPr>
          <p:cNvPr id="5" name="Footer Placeholder 4">
            <a:extLst>
              <a:ext uri="{FF2B5EF4-FFF2-40B4-BE49-F238E27FC236}">
                <a16:creationId xmlns:a16="http://schemas.microsoft.com/office/drawing/2014/main" id="{3AE007CB-4DFE-1AA0-2D02-955D844E71A9}"/>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2D521AE6-FB77-5D6C-C199-924B9600635D}"/>
              </a:ext>
            </a:extLst>
          </p:cNvPr>
          <p:cNvSpPr>
            <a:spLocks noGrp="1"/>
          </p:cNvSpPr>
          <p:nvPr>
            <p:ph type="sldNum" sz="quarter" idx="12"/>
          </p:nvPr>
        </p:nvSpPr>
        <p:spPr/>
        <p:txBody>
          <a:bodyPr/>
          <a:lstStyle/>
          <a:p>
            <a:fld id="{E01A1374-4C1F-4D42-8836-504BF6B6184D}" type="slidenum">
              <a:rPr lang="en-IN" smtClean="0"/>
              <a:t>20</a:t>
            </a:fld>
            <a:endParaRPr lang="en-IN"/>
          </a:p>
        </p:txBody>
      </p:sp>
    </p:spTree>
    <p:extLst>
      <p:ext uri="{BB962C8B-B14F-4D97-AF65-F5344CB8AC3E}">
        <p14:creationId xmlns:p14="http://schemas.microsoft.com/office/powerpoint/2010/main" val="1664398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801665-67D4-8B9D-0214-CA574D0AD8C2}"/>
              </a:ext>
            </a:extLst>
          </p:cNvPr>
          <p:cNvPicPr>
            <a:picLocks noChangeAspect="1"/>
          </p:cNvPicPr>
          <p:nvPr/>
        </p:nvPicPr>
        <p:blipFill>
          <a:blip r:embed="rId3"/>
          <a:stretch>
            <a:fillRect/>
          </a:stretch>
        </p:blipFill>
        <p:spPr>
          <a:xfrm>
            <a:off x="1236372" y="167366"/>
            <a:ext cx="9543245" cy="6157972"/>
          </a:xfrm>
          <a:prstGeom prst="rect">
            <a:avLst/>
          </a:prstGeom>
        </p:spPr>
      </p:pic>
      <p:sp>
        <p:nvSpPr>
          <p:cNvPr id="5" name="Footer Placeholder 4">
            <a:extLst>
              <a:ext uri="{FF2B5EF4-FFF2-40B4-BE49-F238E27FC236}">
                <a16:creationId xmlns:a16="http://schemas.microsoft.com/office/drawing/2014/main" id="{0CD2BA78-E607-BB34-5A1E-87897105DB6F}"/>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B1ED74C5-FE99-0E13-0199-C5CB63107ACD}"/>
              </a:ext>
            </a:extLst>
          </p:cNvPr>
          <p:cNvSpPr>
            <a:spLocks noGrp="1"/>
          </p:cNvSpPr>
          <p:nvPr>
            <p:ph type="sldNum" sz="quarter" idx="12"/>
          </p:nvPr>
        </p:nvSpPr>
        <p:spPr/>
        <p:txBody>
          <a:bodyPr/>
          <a:lstStyle/>
          <a:p>
            <a:fld id="{E01A1374-4C1F-4D42-8836-504BF6B6184D}" type="slidenum">
              <a:rPr lang="en-IN" smtClean="0"/>
              <a:t>21</a:t>
            </a:fld>
            <a:endParaRPr lang="en-IN"/>
          </a:p>
        </p:txBody>
      </p:sp>
    </p:spTree>
    <p:extLst>
      <p:ext uri="{BB962C8B-B14F-4D97-AF65-F5344CB8AC3E}">
        <p14:creationId xmlns:p14="http://schemas.microsoft.com/office/powerpoint/2010/main" val="1774391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6F22A36-28DF-8387-1714-9D3FDD99B277}"/>
              </a:ext>
            </a:extLst>
          </p:cNvPr>
          <p:cNvPicPr>
            <a:picLocks noChangeAspect="1"/>
          </p:cNvPicPr>
          <p:nvPr/>
        </p:nvPicPr>
        <p:blipFill>
          <a:blip r:embed="rId3"/>
          <a:stretch>
            <a:fillRect/>
          </a:stretch>
        </p:blipFill>
        <p:spPr>
          <a:xfrm>
            <a:off x="666492" y="43779"/>
            <a:ext cx="11495497" cy="6677696"/>
          </a:xfrm>
          <a:prstGeom prst="rect">
            <a:avLst/>
          </a:prstGeom>
        </p:spPr>
      </p:pic>
      <p:sp>
        <p:nvSpPr>
          <p:cNvPr id="19" name="Slide Number Placeholder 18">
            <a:extLst>
              <a:ext uri="{FF2B5EF4-FFF2-40B4-BE49-F238E27FC236}">
                <a16:creationId xmlns:a16="http://schemas.microsoft.com/office/drawing/2014/main" id="{1A1304F5-E6D7-D703-6861-8FA4C173820C}"/>
              </a:ext>
            </a:extLst>
          </p:cNvPr>
          <p:cNvSpPr>
            <a:spLocks noGrp="1"/>
          </p:cNvSpPr>
          <p:nvPr>
            <p:ph type="sldNum" sz="quarter" idx="12"/>
          </p:nvPr>
        </p:nvSpPr>
        <p:spPr/>
        <p:txBody>
          <a:bodyPr/>
          <a:lstStyle/>
          <a:p>
            <a:fld id="{E01A1374-4C1F-4D42-8836-504BF6B6184D}" type="slidenum">
              <a:rPr lang="en-IN" smtClean="0"/>
              <a:t>22</a:t>
            </a:fld>
            <a:endParaRPr lang="en-IN"/>
          </a:p>
        </p:txBody>
      </p:sp>
      <p:grpSp>
        <p:nvGrpSpPr>
          <p:cNvPr id="11" name="Group 10">
            <a:extLst>
              <a:ext uri="{FF2B5EF4-FFF2-40B4-BE49-F238E27FC236}">
                <a16:creationId xmlns:a16="http://schemas.microsoft.com/office/drawing/2014/main" id="{592FAE3B-72AD-E068-D3AB-4BF8F84179F0}"/>
              </a:ext>
            </a:extLst>
          </p:cNvPr>
          <p:cNvGrpSpPr/>
          <p:nvPr/>
        </p:nvGrpSpPr>
        <p:grpSpPr>
          <a:xfrm>
            <a:off x="145572" y="1134910"/>
            <a:ext cx="520920" cy="354600"/>
            <a:chOff x="6370850" y="1140461"/>
            <a:chExt cx="520920" cy="35460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24FB604-C948-2A61-7FB8-FAF3175DFCAB}"/>
                    </a:ext>
                  </a:extLst>
                </p14:cNvPr>
                <p14:cNvContentPartPr/>
                <p14:nvPr/>
              </p14:nvContentPartPr>
              <p14:xfrm>
                <a:off x="6537530" y="1179701"/>
                <a:ext cx="10800" cy="274680"/>
              </p14:xfrm>
            </p:contentPart>
          </mc:Choice>
          <mc:Fallback>
            <p:pic>
              <p:nvPicPr>
                <p:cNvPr id="2" name="Ink 1">
                  <a:extLst>
                    <a:ext uri="{FF2B5EF4-FFF2-40B4-BE49-F238E27FC236}">
                      <a16:creationId xmlns:a16="http://schemas.microsoft.com/office/drawing/2014/main" id="{B24FB604-C948-2A61-7FB8-FAF3175DFCAB}"/>
                    </a:ext>
                  </a:extLst>
                </p:cNvPr>
                <p:cNvPicPr/>
                <p:nvPr/>
              </p:nvPicPr>
              <p:blipFill>
                <a:blip r:embed="rId5"/>
                <a:stretch>
                  <a:fillRect/>
                </a:stretch>
              </p:blipFill>
              <p:spPr>
                <a:xfrm>
                  <a:off x="6519530" y="1161701"/>
                  <a:ext cx="4644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6FD39BCD-4D10-FCCB-DDFB-888243CF96FA}"/>
                    </a:ext>
                  </a:extLst>
                </p14:cNvPr>
                <p14:cNvContentPartPr/>
                <p14:nvPr/>
              </p14:nvContentPartPr>
              <p14:xfrm>
                <a:off x="6370850" y="1483901"/>
                <a:ext cx="451800" cy="11160"/>
              </p14:xfrm>
            </p:contentPart>
          </mc:Choice>
          <mc:Fallback>
            <p:pic>
              <p:nvPicPr>
                <p:cNvPr id="3" name="Ink 2">
                  <a:extLst>
                    <a:ext uri="{FF2B5EF4-FFF2-40B4-BE49-F238E27FC236}">
                      <a16:creationId xmlns:a16="http://schemas.microsoft.com/office/drawing/2014/main" id="{6FD39BCD-4D10-FCCB-DDFB-888243CF96FA}"/>
                    </a:ext>
                  </a:extLst>
                </p:cNvPr>
                <p:cNvPicPr/>
                <p:nvPr/>
              </p:nvPicPr>
              <p:blipFill>
                <a:blip r:embed="rId7"/>
                <a:stretch>
                  <a:fillRect/>
                </a:stretch>
              </p:blipFill>
              <p:spPr>
                <a:xfrm>
                  <a:off x="6353210" y="1465901"/>
                  <a:ext cx="48744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5CD363E2-C99C-587F-C651-9B9F3D2CAFEE}"/>
                    </a:ext>
                  </a:extLst>
                </p14:cNvPr>
                <p14:cNvContentPartPr/>
                <p14:nvPr/>
              </p14:nvContentPartPr>
              <p14:xfrm>
                <a:off x="6391010" y="1140461"/>
                <a:ext cx="500760" cy="360"/>
              </p14:xfrm>
            </p:contentPart>
          </mc:Choice>
          <mc:Fallback>
            <p:pic>
              <p:nvPicPr>
                <p:cNvPr id="4" name="Ink 3">
                  <a:extLst>
                    <a:ext uri="{FF2B5EF4-FFF2-40B4-BE49-F238E27FC236}">
                      <a16:creationId xmlns:a16="http://schemas.microsoft.com/office/drawing/2014/main" id="{5CD363E2-C99C-587F-C651-9B9F3D2CAFEE}"/>
                    </a:ext>
                  </a:extLst>
                </p:cNvPr>
                <p:cNvPicPr/>
                <p:nvPr/>
              </p:nvPicPr>
              <p:blipFill>
                <a:blip r:embed="rId9"/>
                <a:stretch>
                  <a:fillRect/>
                </a:stretch>
              </p:blipFill>
              <p:spPr>
                <a:xfrm>
                  <a:off x="6373010" y="1122821"/>
                  <a:ext cx="536400" cy="36000"/>
                </a:xfrm>
                <a:prstGeom prst="rect">
                  <a:avLst/>
                </a:prstGeom>
              </p:spPr>
            </p:pic>
          </mc:Fallback>
        </mc:AlternateContent>
      </p:grpSp>
      <p:grpSp>
        <p:nvGrpSpPr>
          <p:cNvPr id="10" name="Group 9">
            <a:extLst>
              <a:ext uri="{FF2B5EF4-FFF2-40B4-BE49-F238E27FC236}">
                <a16:creationId xmlns:a16="http://schemas.microsoft.com/office/drawing/2014/main" id="{A45D1251-2CD6-E397-2EBB-EFCAD906AA5B}"/>
              </a:ext>
            </a:extLst>
          </p:cNvPr>
          <p:cNvGrpSpPr/>
          <p:nvPr/>
        </p:nvGrpSpPr>
        <p:grpSpPr>
          <a:xfrm>
            <a:off x="194892" y="1684990"/>
            <a:ext cx="301320" cy="406080"/>
            <a:chOff x="6420170" y="1690541"/>
            <a:chExt cx="301320" cy="406080"/>
          </a:xfrm>
        </p:grpSpPr>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E1FAD308-230B-D6D6-6746-9DAF799310E1}"/>
                    </a:ext>
                  </a:extLst>
                </p14:cNvPr>
                <p14:cNvContentPartPr/>
                <p14:nvPr/>
              </p14:nvContentPartPr>
              <p14:xfrm>
                <a:off x="6459770" y="1769381"/>
                <a:ext cx="360" cy="324000"/>
              </p14:xfrm>
            </p:contentPart>
          </mc:Choice>
          <mc:Fallback>
            <p:pic>
              <p:nvPicPr>
                <p:cNvPr id="5" name="Ink 4">
                  <a:extLst>
                    <a:ext uri="{FF2B5EF4-FFF2-40B4-BE49-F238E27FC236}">
                      <a16:creationId xmlns:a16="http://schemas.microsoft.com/office/drawing/2014/main" id="{E1FAD308-230B-D6D6-6746-9DAF799310E1}"/>
                    </a:ext>
                  </a:extLst>
                </p:cNvPr>
                <p:cNvPicPr/>
                <p:nvPr/>
              </p:nvPicPr>
              <p:blipFill>
                <a:blip r:embed="rId11"/>
                <a:stretch>
                  <a:fillRect/>
                </a:stretch>
              </p:blipFill>
              <p:spPr>
                <a:xfrm>
                  <a:off x="6441770" y="1751741"/>
                  <a:ext cx="3600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A3104004-4701-A74B-DE87-14B093C675B7}"/>
                    </a:ext>
                  </a:extLst>
                </p14:cNvPr>
                <p14:cNvContentPartPr/>
                <p14:nvPr/>
              </p14:nvContentPartPr>
              <p14:xfrm>
                <a:off x="6420170" y="1690541"/>
                <a:ext cx="301320" cy="406080"/>
              </p14:xfrm>
            </p:contentPart>
          </mc:Choice>
          <mc:Fallback>
            <p:pic>
              <p:nvPicPr>
                <p:cNvPr id="6" name="Ink 5">
                  <a:extLst>
                    <a:ext uri="{FF2B5EF4-FFF2-40B4-BE49-F238E27FC236}">
                      <a16:creationId xmlns:a16="http://schemas.microsoft.com/office/drawing/2014/main" id="{A3104004-4701-A74B-DE87-14B093C675B7}"/>
                    </a:ext>
                  </a:extLst>
                </p:cNvPr>
                <p:cNvPicPr/>
                <p:nvPr/>
              </p:nvPicPr>
              <p:blipFill>
                <a:blip r:embed="rId13"/>
                <a:stretch>
                  <a:fillRect/>
                </a:stretch>
              </p:blipFill>
              <p:spPr>
                <a:xfrm>
                  <a:off x="6402530" y="1672901"/>
                  <a:ext cx="336960" cy="441720"/>
                </a:xfrm>
                <a:prstGeom prst="rect">
                  <a:avLst/>
                </a:prstGeom>
              </p:spPr>
            </p:pic>
          </mc:Fallback>
        </mc:AlternateContent>
      </p:grpSp>
      <p:grpSp>
        <p:nvGrpSpPr>
          <p:cNvPr id="9" name="Group 8">
            <a:extLst>
              <a:ext uri="{FF2B5EF4-FFF2-40B4-BE49-F238E27FC236}">
                <a16:creationId xmlns:a16="http://schemas.microsoft.com/office/drawing/2014/main" id="{9FBD8C62-4D96-1391-2C63-438DA977E6E7}"/>
              </a:ext>
            </a:extLst>
          </p:cNvPr>
          <p:cNvGrpSpPr/>
          <p:nvPr/>
        </p:nvGrpSpPr>
        <p:grpSpPr>
          <a:xfrm>
            <a:off x="194892" y="2267830"/>
            <a:ext cx="250560" cy="374040"/>
            <a:chOff x="6420170" y="2273381"/>
            <a:chExt cx="250560" cy="374040"/>
          </a:xfrm>
        </p:grpSpPr>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C38F6A0E-2CED-ABC6-3D18-2EF96F2E14EC}"/>
                    </a:ext>
                  </a:extLst>
                </p14:cNvPr>
                <p14:cNvContentPartPr/>
                <p14:nvPr/>
              </p14:nvContentPartPr>
              <p14:xfrm>
                <a:off x="6428090" y="2273381"/>
                <a:ext cx="242640" cy="374040"/>
              </p14:xfrm>
            </p:contentPart>
          </mc:Choice>
          <mc:Fallback>
            <p:pic>
              <p:nvPicPr>
                <p:cNvPr id="7" name="Ink 6">
                  <a:extLst>
                    <a:ext uri="{FF2B5EF4-FFF2-40B4-BE49-F238E27FC236}">
                      <a16:creationId xmlns:a16="http://schemas.microsoft.com/office/drawing/2014/main" id="{C38F6A0E-2CED-ABC6-3D18-2EF96F2E14EC}"/>
                    </a:ext>
                  </a:extLst>
                </p:cNvPr>
                <p:cNvPicPr/>
                <p:nvPr/>
              </p:nvPicPr>
              <p:blipFill>
                <a:blip r:embed="rId15"/>
                <a:stretch>
                  <a:fillRect/>
                </a:stretch>
              </p:blipFill>
              <p:spPr>
                <a:xfrm>
                  <a:off x="6410090" y="2255381"/>
                  <a:ext cx="278280" cy="409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2285D63F-DBF1-C7E9-B521-522857980EDE}"/>
                    </a:ext>
                  </a:extLst>
                </p14:cNvPr>
                <p14:cNvContentPartPr/>
                <p14:nvPr/>
              </p14:nvContentPartPr>
              <p14:xfrm>
                <a:off x="6420170" y="2439341"/>
                <a:ext cx="137880" cy="9360"/>
              </p14:xfrm>
            </p:contentPart>
          </mc:Choice>
          <mc:Fallback>
            <p:pic>
              <p:nvPicPr>
                <p:cNvPr id="8" name="Ink 7">
                  <a:extLst>
                    <a:ext uri="{FF2B5EF4-FFF2-40B4-BE49-F238E27FC236}">
                      <a16:creationId xmlns:a16="http://schemas.microsoft.com/office/drawing/2014/main" id="{2285D63F-DBF1-C7E9-B521-522857980EDE}"/>
                    </a:ext>
                  </a:extLst>
                </p:cNvPr>
                <p:cNvPicPr/>
                <p:nvPr/>
              </p:nvPicPr>
              <p:blipFill>
                <a:blip r:embed="rId17"/>
                <a:stretch>
                  <a:fillRect/>
                </a:stretch>
              </p:blipFill>
              <p:spPr>
                <a:xfrm>
                  <a:off x="6402530" y="2421341"/>
                  <a:ext cx="173520" cy="45000"/>
                </a:xfrm>
                <a:prstGeom prst="rect">
                  <a:avLst/>
                </a:prstGeom>
              </p:spPr>
            </p:pic>
          </mc:Fallback>
        </mc:AlternateContent>
      </p:grpSp>
      <p:grpSp>
        <p:nvGrpSpPr>
          <p:cNvPr id="22" name="Group 21">
            <a:extLst>
              <a:ext uri="{FF2B5EF4-FFF2-40B4-BE49-F238E27FC236}">
                <a16:creationId xmlns:a16="http://schemas.microsoft.com/office/drawing/2014/main" id="{F513C646-B357-ECFB-BBC1-596005B3D27A}"/>
              </a:ext>
            </a:extLst>
          </p:cNvPr>
          <p:cNvGrpSpPr/>
          <p:nvPr/>
        </p:nvGrpSpPr>
        <p:grpSpPr>
          <a:xfrm>
            <a:off x="106692" y="2866510"/>
            <a:ext cx="510480" cy="835560"/>
            <a:chOff x="6331970" y="2872061"/>
            <a:chExt cx="510480" cy="835560"/>
          </a:xfrm>
        </p:grpSpPr>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6C438707-3805-0BCD-F74F-8D0BA93B6E99}"/>
                    </a:ext>
                  </a:extLst>
                </p14:cNvPr>
                <p14:cNvContentPartPr/>
                <p14:nvPr/>
              </p14:nvContentPartPr>
              <p14:xfrm>
                <a:off x="6439970" y="2872061"/>
                <a:ext cx="236880" cy="287280"/>
              </p14:xfrm>
            </p:contentPart>
          </mc:Choice>
          <mc:Fallback>
            <p:pic>
              <p:nvPicPr>
                <p:cNvPr id="12" name="Ink 11">
                  <a:extLst>
                    <a:ext uri="{FF2B5EF4-FFF2-40B4-BE49-F238E27FC236}">
                      <a16:creationId xmlns:a16="http://schemas.microsoft.com/office/drawing/2014/main" id="{6C438707-3805-0BCD-F74F-8D0BA93B6E99}"/>
                    </a:ext>
                  </a:extLst>
                </p:cNvPr>
                <p:cNvPicPr/>
                <p:nvPr/>
              </p:nvPicPr>
              <p:blipFill>
                <a:blip r:embed="rId19"/>
                <a:stretch>
                  <a:fillRect/>
                </a:stretch>
              </p:blipFill>
              <p:spPr>
                <a:xfrm>
                  <a:off x="6421970" y="2854061"/>
                  <a:ext cx="27252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C3654416-7590-D086-DC4D-AF488980D5C8}"/>
                    </a:ext>
                  </a:extLst>
                </p14:cNvPr>
                <p14:cNvContentPartPr/>
                <p14:nvPr/>
              </p14:nvContentPartPr>
              <p14:xfrm>
                <a:off x="6528530" y="3303341"/>
                <a:ext cx="30600" cy="402480"/>
              </p14:xfrm>
            </p:contentPart>
          </mc:Choice>
          <mc:Fallback>
            <p:pic>
              <p:nvPicPr>
                <p:cNvPr id="13" name="Ink 12">
                  <a:extLst>
                    <a:ext uri="{FF2B5EF4-FFF2-40B4-BE49-F238E27FC236}">
                      <a16:creationId xmlns:a16="http://schemas.microsoft.com/office/drawing/2014/main" id="{C3654416-7590-D086-DC4D-AF488980D5C8}"/>
                    </a:ext>
                  </a:extLst>
                </p:cNvPr>
                <p:cNvPicPr/>
                <p:nvPr/>
              </p:nvPicPr>
              <p:blipFill>
                <a:blip r:embed="rId21"/>
                <a:stretch>
                  <a:fillRect/>
                </a:stretch>
              </p:blipFill>
              <p:spPr>
                <a:xfrm>
                  <a:off x="6510530" y="3285701"/>
                  <a:ext cx="66240" cy="438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C58F8CBF-0560-08BF-8757-68532E5EBE44}"/>
                    </a:ext>
                  </a:extLst>
                </p14:cNvPr>
                <p14:cNvContentPartPr/>
                <p14:nvPr/>
              </p14:nvContentPartPr>
              <p14:xfrm>
                <a:off x="6331970" y="3696821"/>
                <a:ext cx="510480" cy="10800"/>
              </p14:xfrm>
            </p:contentPart>
          </mc:Choice>
          <mc:Fallback>
            <p:pic>
              <p:nvPicPr>
                <p:cNvPr id="14" name="Ink 13">
                  <a:extLst>
                    <a:ext uri="{FF2B5EF4-FFF2-40B4-BE49-F238E27FC236}">
                      <a16:creationId xmlns:a16="http://schemas.microsoft.com/office/drawing/2014/main" id="{C58F8CBF-0560-08BF-8757-68532E5EBE44}"/>
                    </a:ext>
                  </a:extLst>
                </p:cNvPr>
                <p:cNvPicPr/>
                <p:nvPr/>
              </p:nvPicPr>
              <p:blipFill>
                <a:blip r:embed="rId23"/>
                <a:stretch>
                  <a:fillRect/>
                </a:stretch>
              </p:blipFill>
              <p:spPr>
                <a:xfrm>
                  <a:off x="6313970" y="3679181"/>
                  <a:ext cx="54612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5C223054-7339-5256-2DA5-0B1B8015B4D2}"/>
                    </a:ext>
                  </a:extLst>
                </p14:cNvPr>
                <p14:cNvContentPartPr/>
                <p14:nvPr/>
              </p14:nvContentPartPr>
              <p14:xfrm>
                <a:off x="6469490" y="3303341"/>
                <a:ext cx="353160" cy="20880"/>
              </p14:xfrm>
            </p:contentPart>
          </mc:Choice>
          <mc:Fallback>
            <p:pic>
              <p:nvPicPr>
                <p:cNvPr id="15" name="Ink 14">
                  <a:extLst>
                    <a:ext uri="{FF2B5EF4-FFF2-40B4-BE49-F238E27FC236}">
                      <a16:creationId xmlns:a16="http://schemas.microsoft.com/office/drawing/2014/main" id="{5C223054-7339-5256-2DA5-0B1B8015B4D2}"/>
                    </a:ext>
                  </a:extLst>
                </p:cNvPr>
                <p:cNvPicPr/>
                <p:nvPr/>
              </p:nvPicPr>
              <p:blipFill>
                <a:blip r:embed="rId25"/>
                <a:stretch>
                  <a:fillRect/>
                </a:stretch>
              </p:blipFill>
              <p:spPr>
                <a:xfrm>
                  <a:off x="6451490" y="3285701"/>
                  <a:ext cx="388800" cy="56520"/>
                </a:xfrm>
                <a:prstGeom prst="rect">
                  <a:avLst/>
                </a:prstGeom>
              </p:spPr>
            </p:pic>
          </mc:Fallback>
        </mc:AlternateContent>
      </p:grpSp>
      <p:grpSp>
        <p:nvGrpSpPr>
          <p:cNvPr id="21" name="Group 20">
            <a:extLst>
              <a:ext uri="{FF2B5EF4-FFF2-40B4-BE49-F238E27FC236}">
                <a16:creationId xmlns:a16="http://schemas.microsoft.com/office/drawing/2014/main" id="{81313B66-8FAF-AC3A-979A-3A97B1BB3043}"/>
              </a:ext>
            </a:extLst>
          </p:cNvPr>
          <p:cNvGrpSpPr/>
          <p:nvPr/>
        </p:nvGrpSpPr>
        <p:grpSpPr>
          <a:xfrm>
            <a:off x="194892" y="4014550"/>
            <a:ext cx="335520" cy="446760"/>
            <a:chOff x="6420170" y="4020101"/>
            <a:chExt cx="335520" cy="446760"/>
          </a:xfrm>
        </p:grpSpPr>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6F89FA66-FF27-D4A5-9B49-9E86F6583648}"/>
                    </a:ext>
                  </a:extLst>
                </p14:cNvPr>
                <p14:cNvContentPartPr/>
                <p14:nvPr/>
              </p14:nvContentPartPr>
              <p14:xfrm>
                <a:off x="6538250" y="4090301"/>
                <a:ext cx="10440" cy="301680"/>
              </p14:xfrm>
            </p:contentPart>
          </mc:Choice>
          <mc:Fallback>
            <p:pic>
              <p:nvPicPr>
                <p:cNvPr id="16" name="Ink 15">
                  <a:extLst>
                    <a:ext uri="{FF2B5EF4-FFF2-40B4-BE49-F238E27FC236}">
                      <a16:creationId xmlns:a16="http://schemas.microsoft.com/office/drawing/2014/main" id="{6F89FA66-FF27-D4A5-9B49-9E86F6583648}"/>
                    </a:ext>
                  </a:extLst>
                </p:cNvPr>
                <p:cNvPicPr/>
                <p:nvPr/>
              </p:nvPicPr>
              <p:blipFill>
                <a:blip r:embed="rId27"/>
                <a:stretch>
                  <a:fillRect/>
                </a:stretch>
              </p:blipFill>
              <p:spPr>
                <a:xfrm>
                  <a:off x="6520250" y="4072301"/>
                  <a:ext cx="4608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88A277D6-B9BD-35B2-936F-4CF878D41423}"/>
                    </a:ext>
                  </a:extLst>
                </p14:cNvPr>
                <p14:cNvContentPartPr/>
                <p14:nvPr/>
              </p14:nvContentPartPr>
              <p14:xfrm>
                <a:off x="6420170" y="4020101"/>
                <a:ext cx="335520" cy="446760"/>
              </p14:xfrm>
            </p:contentPart>
          </mc:Choice>
          <mc:Fallback>
            <p:pic>
              <p:nvPicPr>
                <p:cNvPr id="20" name="Ink 19">
                  <a:extLst>
                    <a:ext uri="{FF2B5EF4-FFF2-40B4-BE49-F238E27FC236}">
                      <a16:creationId xmlns:a16="http://schemas.microsoft.com/office/drawing/2014/main" id="{88A277D6-B9BD-35B2-936F-4CF878D41423}"/>
                    </a:ext>
                  </a:extLst>
                </p:cNvPr>
                <p:cNvPicPr/>
                <p:nvPr/>
              </p:nvPicPr>
              <p:blipFill>
                <a:blip r:embed="rId29"/>
                <a:stretch>
                  <a:fillRect/>
                </a:stretch>
              </p:blipFill>
              <p:spPr>
                <a:xfrm>
                  <a:off x="6402170" y="4002101"/>
                  <a:ext cx="371160" cy="482400"/>
                </a:xfrm>
                <a:prstGeom prst="rect">
                  <a:avLst/>
                </a:prstGeom>
              </p:spPr>
            </p:pic>
          </mc:Fallback>
        </mc:AlternateContent>
      </p:grpSp>
      <p:grpSp>
        <p:nvGrpSpPr>
          <p:cNvPr id="29" name="Group 28">
            <a:extLst>
              <a:ext uri="{FF2B5EF4-FFF2-40B4-BE49-F238E27FC236}">
                <a16:creationId xmlns:a16="http://schemas.microsoft.com/office/drawing/2014/main" id="{A8C1384D-FA3E-76CB-56B5-579C6588498A}"/>
              </a:ext>
            </a:extLst>
          </p:cNvPr>
          <p:cNvGrpSpPr/>
          <p:nvPr/>
        </p:nvGrpSpPr>
        <p:grpSpPr>
          <a:xfrm>
            <a:off x="218480" y="4749670"/>
            <a:ext cx="326880" cy="739080"/>
            <a:chOff x="6497570" y="5150861"/>
            <a:chExt cx="326880" cy="739080"/>
          </a:xfrm>
        </p:grpSpPr>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ABB77993-6583-82E4-ABE7-1186C8829FEE}"/>
                    </a:ext>
                  </a:extLst>
                </p14:cNvPr>
                <p14:cNvContentPartPr/>
                <p14:nvPr/>
              </p14:nvContentPartPr>
              <p14:xfrm>
                <a:off x="6497570" y="5150861"/>
                <a:ext cx="249120" cy="277200"/>
              </p14:xfrm>
            </p:contentPart>
          </mc:Choice>
          <mc:Fallback>
            <p:pic>
              <p:nvPicPr>
                <p:cNvPr id="24" name="Ink 23">
                  <a:extLst>
                    <a:ext uri="{FF2B5EF4-FFF2-40B4-BE49-F238E27FC236}">
                      <a16:creationId xmlns:a16="http://schemas.microsoft.com/office/drawing/2014/main" id="{ABB77993-6583-82E4-ABE7-1186C8829FEE}"/>
                    </a:ext>
                  </a:extLst>
                </p:cNvPr>
                <p:cNvPicPr/>
                <p:nvPr/>
              </p:nvPicPr>
              <p:blipFill>
                <a:blip r:embed="rId31"/>
                <a:stretch>
                  <a:fillRect/>
                </a:stretch>
              </p:blipFill>
              <p:spPr>
                <a:xfrm>
                  <a:off x="6479570" y="5132861"/>
                  <a:ext cx="28476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3D6148A1-42EE-CDFA-A21E-A40E261AC1A9}"/>
                    </a:ext>
                  </a:extLst>
                </p14:cNvPr>
                <p14:cNvContentPartPr/>
                <p14:nvPr/>
              </p14:nvContentPartPr>
              <p14:xfrm>
                <a:off x="6587570" y="5604101"/>
                <a:ext cx="360" cy="225360"/>
              </p14:xfrm>
            </p:contentPart>
          </mc:Choice>
          <mc:Fallback>
            <p:pic>
              <p:nvPicPr>
                <p:cNvPr id="25" name="Ink 24">
                  <a:extLst>
                    <a:ext uri="{FF2B5EF4-FFF2-40B4-BE49-F238E27FC236}">
                      <a16:creationId xmlns:a16="http://schemas.microsoft.com/office/drawing/2014/main" id="{3D6148A1-42EE-CDFA-A21E-A40E261AC1A9}"/>
                    </a:ext>
                  </a:extLst>
                </p:cNvPr>
                <p:cNvPicPr/>
                <p:nvPr/>
              </p:nvPicPr>
              <p:blipFill>
                <a:blip r:embed="rId33"/>
                <a:stretch>
                  <a:fillRect/>
                </a:stretch>
              </p:blipFill>
              <p:spPr>
                <a:xfrm>
                  <a:off x="6569570" y="5586461"/>
                  <a:ext cx="3600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8" name="Ink 27">
                  <a:extLst>
                    <a:ext uri="{FF2B5EF4-FFF2-40B4-BE49-F238E27FC236}">
                      <a16:creationId xmlns:a16="http://schemas.microsoft.com/office/drawing/2014/main" id="{40B805A4-2462-AE8C-29B8-900CA1552A8F}"/>
                    </a:ext>
                  </a:extLst>
                </p14:cNvPr>
                <p14:cNvContentPartPr/>
                <p14:nvPr/>
              </p14:nvContentPartPr>
              <p14:xfrm>
                <a:off x="6587570" y="5563421"/>
                <a:ext cx="236880" cy="326520"/>
              </p14:xfrm>
            </p:contentPart>
          </mc:Choice>
          <mc:Fallback>
            <p:pic>
              <p:nvPicPr>
                <p:cNvPr id="28" name="Ink 27">
                  <a:extLst>
                    <a:ext uri="{FF2B5EF4-FFF2-40B4-BE49-F238E27FC236}">
                      <a16:creationId xmlns:a16="http://schemas.microsoft.com/office/drawing/2014/main" id="{40B805A4-2462-AE8C-29B8-900CA1552A8F}"/>
                    </a:ext>
                  </a:extLst>
                </p:cNvPr>
                <p:cNvPicPr/>
                <p:nvPr/>
              </p:nvPicPr>
              <p:blipFill>
                <a:blip r:embed="rId35"/>
                <a:stretch>
                  <a:fillRect/>
                </a:stretch>
              </p:blipFill>
              <p:spPr>
                <a:xfrm>
                  <a:off x="6569570" y="5545781"/>
                  <a:ext cx="272520" cy="362160"/>
                </a:xfrm>
                <a:prstGeom prst="rect">
                  <a:avLst/>
                </a:prstGeom>
              </p:spPr>
            </p:pic>
          </mc:Fallback>
        </mc:AlternateContent>
      </p:grpSp>
      <p:grpSp>
        <p:nvGrpSpPr>
          <p:cNvPr id="33" name="Group 32">
            <a:extLst>
              <a:ext uri="{FF2B5EF4-FFF2-40B4-BE49-F238E27FC236}">
                <a16:creationId xmlns:a16="http://schemas.microsoft.com/office/drawing/2014/main" id="{4FA15805-4417-534F-F6C8-8C2A33C87902}"/>
              </a:ext>
            </a:extLst>
          </p:cNvPr>
          <p:cNvGrpSpPr/>
          <p:nvPr/>
        </p:nvGrpSpPr>
        <p:grpSpPr>
          <a:xfrm>
            <a:off x="194892" y="5788630"/>
            <a:ext cx="353160" cy="265680"/>
            <a:chOff x="6538250" y="6096221"/>
            <a:chExt cx="353160" cy="265680"/>
          </a:xfrm>
        </p:grpSpPr>
        <mc:AlternateContent xmlns:mc="http://schemas.openxmlformats.org/markup-compatibility/2006">
          <mc:Choice xmlns:p14="http://schemas.microsoft.com/office/powerpoint/2010/main" Requires="p14">
            <p:contentPart p14:bwMode="auto" r:id="rId36">
              <p14:nvContentPartPr>
                <p14:cNvPr id="30" name="Ink 29">
                  <a:extLst>
                    <a:ext uri="{FF2B5EF4-FFF2-40B4-BE49-F238E27FC236}">
                      <a16:creationId xmlns:a16="http://schemas.microsoft.com/office/drawing/2014/main" id="{1D7A6D42-81CC-1588-6C6D-839D7C0DF5D0}"/>
                    </a:ext>
                  </a:extLst>
                </p14:cNvPr>
                <p14:cNvContentPartPr/>
                <p14:nvPr/>
              </p14:nvContentPartPr>
              <p14:xfrm>
                <a:off x="6676130" y="6096221"/>
                <a:ext cx="10440" cy="264240"/>
              </p14:xfrm>
            </p:contentPart>
          </mc:Choice>
          <mc:Fallback>
            <p:pic>
              <p:nvPicPr>
                <p:cNvPr id="30" name="Ink 29">
                  <a:extLst>
                    <a:ext uri="{FF2B5EF4-FFF2-40B4-BE49-F238E27FC236}">
                      <a16:creationId xmlns:a16="http://schemas.microsoft.com/office/drawing/2014/main" id="{1D7A6D42-81CC-1588-6C6D-839D7C0DF5D0}"/>
                    </a:ext>
                  </a:extLst>
                </p:cNvPr>
                <p:cNvPicPr/>
                <p:nvPr/>
              </p:nvPicPr>
              <p:blipFill>
                <a:blip r:embed="rId37"/>
                <a:stretch>
                  <a:fillRect/>
                </a:stretch>
              </p:blipFill>
              <p:spPr>
                <a:xfrm>
                  <a:off x="6658490" y="6078221"/>
                  <a:ext cx="4608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1" name="Ink 30">
                  <a:extLst>
                    <a:ext uri="{FF2B5EF4-FFF2-40B4-BE49-F238E27FC236}">
                      <a16:creationId xmlns:a16="http://schemas.microsoft.com/office/drawing/2014/main" id="{734E67CE-8645-E304-3B17-D03A6A1B1893}"/>
                    </a:ext>
                  </a:extLst>
                </p14:cNvPr>
                <p14:cNvContentPartPr/>
                <p14:nvPr/>
              </p14:nvContentPartPr>
              <p14:xfrm>
                <a:off x="6538250" y="6340301"/>
                <a:ext cx="353160" cy="21600"/>
              </p14:xfrm>
            </p:contentPart>
          </mc:Choice>
          <mc:Fallback>
            <p:pic>
              <p:nvPicPr>
                <p:cNvPr id="31" name="Ink 30">
                  <a:extLst>
                    <a:ext uri="{FF2B5EF4-FFF2-40B4-BE49-F238E27FC236}">
                      <a16:creationId xmlns:a16="http://schemas.microsoft.com/office/drawing/2014/main" id="{734E67CE-8645-E304-3B17-D03A6A1B1893}"/>
                    </a:ext>
                  </a:extLst>
                </p:cNvPr>
                <p:cNvPicPr/>
                <p:nvPr/>
              </p:nvPicPr>
              <p:blipFill>
                <a:blip r:embed="rId39"/>
                <a:stretch>
                  <a:fillRect/>
                </a:stretch>
              </p:blipFill>
              <p:spPr>
                <a:xfrm>
                  <a:off x="6520250" y="6322301"/>
                  <a:ext cx="38880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2" name="Ink 31">
                  <a:extLst>
                    <a:ext uri="{FF2B5EF4-FFF2-40B4-BE49-F238E27FC236}">
                      <a16:creationId xmlns:a16="http://schemas.microsoft.com/office/drawing/2014/main" id="{F2C2E71F-46E4-D7E6-9AAD-D244A19BF628}"/>
                    </a:ext>
                  </a:extLst>
                </p14:cNvPr>
                <p14:cNvContentPartPr/>
                <p14:nvPr/>
              </p14:nvContentPartPr>
              <p14:xfrm>
                <a:off x="6587570" y="6096221"/>
                <a:ext cx="274680" cy="360"/>
              </p14:xfrm>
            </p:contentPart>
          </mc:Choice>
          <mc:Fallback>
            <p:pic>
              <p:nvPicPr>
                <p:cNvPr id="32" name="Ink 31">
                  <a:extLst>
                    <a:ext uri="{FF2B5EF4-FFF2-40B4-BE49-F238E27FC236}">
                      <a16:creationId xmlns:a16="http://schemas.microsoft.com/office/drawing/2014/main" id="{F2C2E71F-46E4-D7E6-9AAD-D244A19BF628}"/>
                    </a:ext>
                  </a:extLst>
                </p:cNvPr>
                <p:cNvPicPr/>
                <p:nvPr/>
              </p:nvPicPr>
              <p:blipFill>
                <a:blip r:embed="rId41"/>
                <a:stretch>
                  <a:fillRect/>
                </a:stretch>
              </p:blipFill>
              <p:spPr>
                <a:xfrm>
                  <a:off x="6569570" y="6078221"/>
                  <a:ext cx="310320" cy="36000"/>
                </a:xfrm>
                <a:prstGeom prst="rect">
                  <a:avLst/>
                </a:prstGeom>
              </p:spPr>
            </p:pic>
          </mc:Fallback>
        </mc:AlternateContent>
      </p:grpSp>
    </p:spTree>
    <p:extLst>
      <p:ext uri="{BB962C8B-B14F-4D97-AF65-F5344CB8AC3E}">
        <p14:creationId xmlns:p14="http://schemas.microsoft.com/office/powerpoint/2010/main" val="2095764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BCCFE79-7E87-03D4-4D35-F6D6937B2371}"/>
              </a:ext>
            </a:extLst>
          </p:cNvPr>
          <p:cNvPicPr>
            <a:picLocks noChangeAspect="1"/>
          </p:cNvPicPr>
          <p:nvPr/>
        </p:nvPicPr>
        <p:blipFill>
          <a:blip r:embed="rId3"/>
          <a:stretch>
            <a:fillRect/>
          </a:stretch>
        </p:blipFill>
        <p:spPr>
          <a:xfrm>
            <a:off x="837127" y="509670"/>
            <a:ext cx="9620517" cy="5838659"/>
          </a:xfrm>
          <a:prstGeom prst="rect">
            <a:avLst/>
          </a:prstGeom>
        </p:spPr>
      </p:pic>
      <p:sp>
        <p:nvSpPr>
          <p:cNvPr id="2" name="Footer Placeholder 1">
            <a:extLst>
              <a:ext uri="{FF2B5EF4-FFF2-40B4-BE49-F238E27FC236}">
                <a16:creationId xmlns:a16="http://schemas.microsoft.com/office/drawing/2014/main" id="{539E5E5C-0D2E-D2DC-FA76-68FDA3C4C7FA}"/>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25258795-6660-84ED-9D28-CD652632EBB5}"/>
              </a:ext>
            </a:extLst>
          </p:cNvPr>
          <p:cNvSpPr>
            <a:spLocks noGrp="1"/>
          </p:cNvSpPr>
          <p:nvPr>
            <p:ph type="sldNum" sz="quarter" idx="12"/>
          </p:nvPr>
        </p:nvSpPr>
        <p:spPr/>
        <p:txBody>
          <a:bodyPr/>
          <a:lstStyle/>
          <a:p>
            <a:fld id="{E01A1374-4C1F-4D42-8836-504BF6B6184D}" type="slidenum">
              <a:rPr lang="en-IN" smtClean="0"/>
              <a:t>23</a:t>
            </a:fld>
            <a:endParaRPr lang="en-IN"/>
          </a:p>
        </p:txBody>
      </p:sp>
    </p:spTree>
    <p:extLst>
      <p:ext uri="{BB962C8B-B14F-4D97-AF65-F5344CB8AC3E}">
        <p14:creationId xmlns:p14="http://schemas.microsoft.com/office/powerpoint/2010/main" val="2878785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EC383B0-EFE1-7591-3A57-72000466F6B1}"/>
              </a:ext>
            </a:extLst>
          </p:cNvPr>
          <p:cNvPicPr>
            <a:picLocks noChangeAspect="1"/>
          </p:cNvPicPr>
          <p:nvPr/>
        </p:nvPicPr>
        <p:blipFill>
          <a:blip r:embed="rId3"/>
          <a:stretch>
            <a:fillRect/>
          </a:stretch>
        </p:blipFill>
        <p:spPr>
          <a:xfrm>
            <a:off x="1" y="1"/>
            <a:ext cx="6243484" cy="2796118"/>
          </a:xfrm>
          <a:prstGeom prst="rect">
            <a:avLst/>
          </a:prstGeom>
        </p:spPr>
      </p:pic>
      <p:pic>
        <p:nvPicPr>
          <p:cNvPr id="10" name="Picture 9">
            <a:extLst>
              <a:ext uri="{FF2B5EF4-FFF2-40B4-BE49-F238E27FC236}">
                <a16:creationId xmlns:a16="http://schemas.microsoft.com/office/drawing/2014/main" id="{C68854F9-9C53-0F4F-E085-DE0E58C2086A}"/>
              </a:ext>
            </a:extLst>
          </p:cNvPr>
          <p:cNvPicPr>
            <a:picLocks noChangeAspect="1"/>
          </p:cNvPicPr>
          <p:nvPr/>
        </p:nvPicPr>
        <p:blipFill>
          <a:blip r:embed="rId4"/>
          <a:stretch>
            <a:fillRect/>
          </a:stretch>
        </p:blipFill>
        <p:spPr>
          <a:xfrm>
            <a:off x="5160589" y="2515720"/>
            <a:ext cx="6442823" cy="3840630"/>
          </a:xfrm>
          <a:prstGeom prst="rect">
            <a:avLst/>
          </a:prstGeom>
        </p:spPr>
      </p:pic>
      <p:sp>
        <p:nvSpPr>
          <p:cNvPr id="2" name="Footer Placeholder 1">
            <a:extLst>
              <a:ext uri="{FF2B5EF4-FFF2-40B4-BE49-F238E27FC236}">
                <a16:creationId xmlns:a16="http://schemas.microsoft.com/office/drawing/2014/main" id="{ADCCB4D8-92C7-F9A5-ADFE-5DDC012F2D8D}"/>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C19763E5-F6BE-8CD3-D89E-64F469D199C6}"/>
              </a:ext>
            </a:extLst>
          </p:cNvPr>
          <p:cNvSpPr>
            <a:spLocks noGrp="1"/>
          </p:cNvSpPr>
          <p:nvPr>
            <p:ph type="sldNum" sz="quarter" idx="12"/>
          </p:nvPr>
        </p:nvSpPr>
        <p:spPr/>
        <p:txBody>
          <a:bodyPr/>
          <a:lstStyle/>
          <a:p>
            <a:fld id="{E01A1374-4C1F-4D42-8836-504BF6B6184D}" type="slidenum">
              <a:rPr lang="en-IN" smtClean="0"/>
              <a:t>24</a:t>
            </a:fld>
            <a:endParaRPr lang="en-IN"/>
          </a:p>
        </p:txBody>
      </p:sp>
    </p:spTree>
    <p:extLst>
      <p:ext uri="{BB962C8B-B14F-4D97-AF65-F5344CB8AC3E}">
        <p14:creationId xmlns:p14="http://schemas.microsoft.com/office/powerpoint/2010/main" val="2275461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B383971-6038-8948-CB2F-9243B29C12B3}"/>
              </a:ext>
            </a:extLst>
          </p:cNvPr>
          <p:cNvPicPr>
            <a:picLocks noChangeAspect="1"/>
          </p:cNvPicPr>
          <p:nvPr/>
        </p:nvPicPr>
        <p:blipFill>
          <a:blip r:embed="rId3"/>
          <a:stretch>
            <a:fillRect/>
          </a:stretch>
        </p:blipFill>
        <p:spPr>
          <a:xfrm>
            <a:off x="163020" y="0"/>
            <a:ext cx="6433176" cy="3781615"/>
          </a:xfrm>
          <a:prstGeom prst="rect">
            <a:avLst/>
          </a:prstGeom>
        </p:spPr>
      </p:pic>
      <p:pic>
        <p:nvPicPr>
          <p:cNvPr id="14" name="Picture 13">
            <a:extLst>
              <a:ext uri="{FF2B5EF4-FFF2-40B4-BE49-F238E27FC236}">
                <a16:creationId xmlns:a16="http://schemas.microsoft.com/office/drawing/2014/main" id="{A6126A20-09FC-282D-B7DC-29E4F6B6199C}"/>
              </a:ext>
            </a:extLst>
          </p:cNvPr>
          <p:cNvPicPr>
            <a:picLocks noChangeAspect="1"/>
          </p:cNvPicPr>
          <p:nvPr/>
        </p:nvPicPr>
        <p:blipFill>
          <a:blip r:embed="rId4"/>
          <a:stretch>
            <a:fillRect/>
          </a:stretch>
        </p:blipFill>
        <p:spPr>
          <a:xfrm>
            <a:off x="5197431" y="3052292"/>
            <a:ext cx="6713130" cy="3610617"/>
          </a:xfrm>
          <a:prstGeom prst="rect">
            <a:avLst/>
          </a:prstGeom>
        </p:spPr>
      </p:pic>
      <p:sp>
        <p:nvSpPr>
          <p:cNvPr id="2" name="Footer Placeholder 1">
            <a:extLst>
              <a:ext uri="{FF2B5EF4-FFF2-40B4-BE49-F238E27FC236}">
                <a16:creationId xmlns:a16="http://schemas.microsoft.com/office/drawing/2014/main" id="{108F80ED-314B-A4DE-3712-F90DFBF3CFC1}"/>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8664A271-421E-8148-5413-5F0DCCDFDA19}"/>
              </a:ext>
            </a:extLst>
          </p:cNvPr>
          <p:cNvSpPr>
            <a:spLocks noGrp="1"/>
          </p:cNvSpPr>
          <p:nvPr>
            <p:ph type="sldNum" sz="quarter" idx="12"/>
          </p:nvPr>
        </p:nvSpPr>
        <p:spPr/>
        <p:txBody>
          <a:bodyPr/>
          <a:lstStyle/>
          <a:p>
            <a:fld id="{E01A1374-4C1F-4D42-8836-504BF6B6184D}" type="slidenum">
              <a:rPr lang="en-IN" smtClean="0"/>
              <a:t>25</a:t>
            </a:fld>
            <a:endParaRPr lang="en-IN"/>
          </a:p>
        </p:txBody>
      </p:sp>
    </p:spTree>
    <p:extLst>
      <p:ext uri="{BB962C8B-B14F-4D97-AF65-F5344CB8AC3E}">
        <p14:creationId xmlns:p14="http://schemas.microsoft.com/office/powerpoint/2010/main" val="3976450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2EDAB3-46D7-E72B-DC22-99F93D46332C}"/>
              </a:ext>
            </a:extLst>
          </p:cNvPr>
          <p:cNvPicPr>
            <a:picLocks noChangeAspect="1"/>
          </p:cNvPicPr>
          <p:nvPr/>
        </p:nvPicPr>
        <p:blipFill>
          <a:blip r:embed="rId3"/>
          <a:stretch>
            <a:fillRect/>
          </a:stretch>
        </p:blipFill>
        <p:spPr>
          <a:xfrm>
            <a:off x="1056067" y="245915"/>
            <a:ext cx="9543245" cy="6145763"/>
          </a:xfrm>
          <a:prstGeom prst="rect">
            <a:avLst/>
          </a:prstGeom>
        </p:spPr>
      </p:pic>
      <p:sp>
        <p:nvSpPr>
          <p:cNvPr id="4" name="Footer Placeholder 3">
            <a:extLst>
              <a:ext uri="{FF2B5EF4-FFF2-40B4-BE49-F238E27FC236}">
                <a16:creationId xmlns:a16="http://schemas.microsoft.com/office/drawing/2014/main" id="{74206E04-D86C-FBA7-4A6B-B1557E625CE1}"/>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16BE995F-5F85-EF40-21FD-004F7A5297C2}"/>
              </a:ext>
            </a:extLst>
          </p:cNvPr>
          <p:cNvSpPr>
            <a:spLocks noGrp="1"/>
          </p:cNvSpPr>
          <p:nvPr>
            <p:ph type="sldNum" sz="quarter" idx="12"/>
          </p:nvPr>
        </p:nvSpPr>
        <p:spPr/>
        <p:txBody>
          <a:bodyPr/>
          <a:lstStyle/>
          <a:p>
            <a:fld id="{E01A1374-4C1F-4D42-8836-504BF6B6184D}" type="slidenum">
              <a:rPr lang="en-IN" smtClean="0"/>
              <a:t>26</a:t>
            </a:fld>
            <a:endParaRPr lang="en-IN"/>
          </a:p>
        </p:txBody>
      </p:sp>
    </p:spTree>
    <p:extLst>
      <p:ext uri="{BB962C8B-B14F-4D97-AF65-F5344CB8AC3E}">
        <p14:creationId xmlns:p14="http://schemas.microsoft.com/office/powerpoint/2010/main" val="834262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D8F83-9B61-1CDC-5888-245E772E1E5A}"/>
              </a:ext>
            </a:extLst>
          </p:cNvPr>
          <p:cNvSpPr txBox="1"/>
          <p:nvPr/>
        </p:nvSpPr>
        <p:spPr>
          <a:xfrm>
            <a:off x="536619" y="635029"/>
            <a:ext cx="11655381" cy="6093976"/>
          </a:xfrm>
          <a:prstGeom prst="rect">
            <a:avLst/>
          </a:prstGeom>
          <a:noFill/>
        </p:spPr>
        <p:txBody>
          <a:bodyPr wrap="square">
            <a:spAutoFit/>
          </a:bodyPr>
          <a:lstStyle/>
          <a:p>
            <a:r>
              <a:rPr lang="en-US" dirty="0"/>
              <a:t>In addition to providing a mechanism for representing instructions in a program, assembly language allows the programmer to specify other information needed to translate the source program into the object program. Such statements, called assembler directives (or commands), are used by the assembler while it translates a source program into an object program. Some popular directives are provided below.</a:t>
            </a:r>
          </a:p>
          <a:p>
            <a:endParaRPr lang="en-US" dirty="0"/>
          </a:p>
          <a:p>
            <a:r>
              <a:rPr lang="en-US" sz="2400" b="1" dirty="0">
                <a:solidFill>
                  <a:srgbClr val="FF0000"/>
                </a:solidFill>
              </a:rPr>
              <a:t>EQU :</a:t>
            </a:r>
            <a:r>
              <a:rPr lang="en-US" dirty="0"/>
              <a:t>     used to name the constant values, like #define statements in C</a:t>
            </a:r>
          </a:p>
          <a:p>
            <a:r>
              <a:rPr lang="en-US" dirty="0"/>
              <a:t>                                                                    </a:t>
            </a:r>
            <a:r>
              <a:rPr lang="en-US" dirty="0">
                <a:solidFill>
                  <a:srgbClr val="FF0000"/>
                </a:solidFill>
              </a:rPr>
              <a:t>N  EQU   10</a:t>
            </a:r>
          </a:p>
          <a:p>
            <a:r>
              <a:rPr lang="en-US" dirty="0"/>
              <a:t>Wherever N is referred in the program, it will replaced by 10, before assembly program is converted to object program</a:t>
            </a:r>
          </a:p>
          <a:p>
            <a:r>
              <a:rPr lang="en-US" sz="2400" b="1" dirty="0">
                <a:solidFill>
                  <a:srgbClr val="FF0000"/>
                </a:solidFill>
              </a:rPr>
              <a:t>ORIGIN:</a:t>
            </a:r>
            <a:r>
              <a:rPr lang="en-US" dirty="0"/>
              <a:t>  which tells the assembler program, where in the memory to place the instructions that follow. </a:t>
            </a:r>
          </a:p>
          <a:p>
            <a:r>
              <a:rPr lang="en-US" dirty="0"/>
              <a:t>                                                                  </a:t>
            </a:r>
            <a:r>
              <a:rPr lang="en-US" dirty="0">
                <a:solidFill>
                  <a:srgbClr val="FF0000"/>
                </a:solidFill>
              </a:rPr>
              <a:t>ORG 100</a:t>
            </a:r>
          </a:p>
          <a:p>
            <a:r>
              <a:rPr lang="en-US" dirty="0"/>
              <a:t>;It specifies that the instructions of the object program are to be loaded in the memory starting at address 100</a:t>
            </a:r>
          </a:p>
          <a:p>
            <a:endParaRPr lang="en-US" dirty="0"/>
          </a:p>
          <a:p>
            <a:r>
              <a:rPr lang="en-US" sz="2400" b="1" dirty="0">
                <a:solidFill>
                  <a:srgbClr val="FF0000"/>
                </a:solidFill>
              </a:rPr>
              <a:t>RESERVE:</a:t>
            </a:r>
            <a:r>
              <a:rPr lang="en-US" dirty="0"/>
              <a:t> used to reserve the required space, in terms of bytes</a:t>
            </a:r>
          </a:p>
          <a:p>
            <a:r>
              <a:rPr lang="en-US" dirty="0">
                <a:solidFill>
                  <a:srgbClr val="FF0000"/>
                </a:solidFill>
              </a:rPr>
              <a:t>                                                                SUM:  RESERVE  4</a:t>
            </a:r>
          </a:p>
          <a:p>
            <a:r>
              <a:rPr lang="en-US" dirty="0"/>
              <a:t>A 4-byte space for the sum variable is reserved by means of the assembler directive RESERVE</a:t>
            </a:r>
          </a:p>
          <a:p>
            <a:endParaRPr lang="en-US" dirty="0"/>
          </a:p>
          <a:p>
            <a:r>
              <a:rPr lang="en-US" sz="2400" b="1" dirty="0">
                <a:solidFill>
                  <a:srgbClr val="FF0000"/>
                </a:solidFill>
              </a:rPr>
              <a:t>DATAWORD:</a:t>
            </a:r>
            <a:r>
              <a:rPr lang="en-US" dirty="0">
                <a:solidFill>
                  <a:srgbClr val="FF0000"/>
                </a:solidFill>
              </a:rPr>
              <a:t> </a:t>
            </a:r>
            <a:r>
              <a:rPr lang="en-US" dirty="0"/>
              <a:t>used to declare a variable, which can hold a word,  with the initial value</a:t>
            </a:r>
          </a:p>
          <a:p>
            <a:r>
              <a:rPr lang="en-IN" dirty="0">
                <a:solidFill>
                  <a:srgbClr val="FF0000"/>
                </a:solidFill>
              </a:rPr>
              <a:t>                                                               N:   DATAWORD   150</a:t>
            </a:r>
            <a:r>
              <a:rPr lang="en-US" dirty="0">
                <a:solidFill>
                  <a:srgbClr val="FF0000"/>
                </a:solidFill>
              </a:rPr>
              <a:t> </a:t>
            </a:r>
          </a:p>
          <a:p>
            <a:r>
              <a:rPr lang="en-US" dirty="0"/>
              <a:t>Value 150 is stored in the variable N, of size one word, and name of the variable is N</a:t>
            </a:r>
          </a:p>
          <a:p>
            <a:r>
              <a:rPr lang="en-US" sz="2400" b="1" dirty="0">
                <a:solidFill>
                  <a:srgbClr val="FF0000"/>
                </a:solidFill>
              </a:rPr>
              <a:t>END:</a:t>
            </a:r>
            <a:r>
              <a:rPr lang="en-US" sz="2400" b="1" dirty="0"/>
              <a:t>  </a:t>
            </a:r>
            <a:r>
              <a:rPr lang="en-US" dirty="0"/>
              <a:t>end of the assembly program</a:t>
            </a:r>
          </a:p>
        </p:txBody>
      </p:sp>
      <p:sp>
        <p:nvSpPr>
          <p:cNvPr id="7" name="TextBox 6">
            <a:extLst>
              <a:ext uri="{FF2B5EF4-FFF2-40B4-BE49-F238E27FC236}">
                <a16:creationId xmlns:a16="http://schemas.microsoft.com/office/drawing/2014/main" id="{CE8368AD-2FC9-BBFE-1A3D-7D7F11F41FA4}"/>
              </a:ext>
            </a:extLst>
          </p:cNvPr>
          <p:cNvSpPr txBox="1"/>
          <p:nvPr/>
        </p:nvSpPr>
        <p:spPr>
          <a:xfrm>
            <a:off x="4074017" y="128995"/>
            <a:ext cx="4043966" cy="523220"/>
          </a:xfrm>
          <a:prstGeom prst="rect">
            <a:avLst/>
          </a:prstGeom>
          <a:noFill/>
        </p:spPr>
        <p:txBody>
          <a:bodyPr wrap="square" rtlCol="0">
            <a:spAutoFit/>
          </a:bodyPr>
          <a:lstStyle/>
          <a:p>
            <a:r>
              <a:rPr lang="en-IN" sz="2800" b="1" dirty="0">
                <a:solidFill>
                  <a:srgbClr val="FF0000"/>
                </a:solidFill>
              </a:rPr>
              <a:t>Assembler Directives</a:t>
            </a:r>
          </a:p>
        </p:txBody>
      </p:sp>
      <p:sp>
        <p:nvSpPr>
          <p:cNvPr id="8" name="Footer Placeholder 7">
            <a:extLst>
              <a:ext uri="{FF2B5EF4-FFF2-40B4-BE49-F238E27FC236}">
                <a16:creationId xmlns:a16="http://schemas.microsoft.com/office/drawing/2014/main" id="{2A331926-594A-45D0-2C36-7C70A6C8A058}"/>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08A755FA-BC44-12D4-5838-5F6152AD2DD4}"/>
              </a:ext>
            </a:extLst>
          </p:cNvPr>
          <p:cNvSpPr>
            <a:spLocks noGrp="1"/>
          </p:cNvSpPr>
          <p:nvPr>
            <p:ph type="sldNum" sz="quarter" idx="12"/>
          </p:nvPr>
        </p:nvSpPr>
        <p:spPr/>
        <p:txBody>
          <a:bodyPr/>
          <a:lstStyle/>
          <a:p>
            <a:fld id="{E01A1374-4C1F-4D42-8836-504BF6B6184D}" type="slidenum">
              <a:rPr lang="en-IN" smtClean="0"/>
              <a:t>27</a:t>
            </a:fld>
            <a:endParaRPr lang="en-IN"/>
          </a:p>
        </p:txBody>
      </p:sp>
    </p:spTree>
    <p:extLst>
      <p:ext uri="{BB962C8B-B14F-4D97-AF65-F5344CB8AC3E}">
        <p14:creationId xmlns:p14="http://schemas.microsoft.com/office/powerpoint/2010/main" val="4169429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D8F83-9B61-1CDC-5888-245E772E1E5A}"/>
              </a:ext>
            </a:extLst>
          </p:cNvPr>
          <p:cNvSpPr txBox="1"/>
          <p:nvPr/>
        </p:nvSpPr>
        <p:spPr>
          <a:xfrm>
            <a:off x="332704" y="1279974"/>
            <a:ext cx="3477296" cy="5355312"/>
          </a:xfrm>
          <a:prstGeom prst="rect">
            <a:avLst/>
          </a:prstGeom>
          <a:noFill/>
        </p:spPr>
        <p:txBody>
          <a:bodyPr wrap="square">
            <a:spAutoFit/>
          </a:bodyPr>
          <a:lstStyle/>
          <a:p>
            <a:r>
              <a:rPr lang="en-US" dirty="0"/>
              <a:t>				</a:t>
            </a:r>
          </a:p>
          <a:p>
            <a:r>
              <a:rPr lang="en-IN" b="1" dirty="0"/>
              <a:t>ORIGIN 100</a:t>
            </a:r>
            <a:endParaRPr lang="en-US" b="1" dirty="0"/>
          </a:p>
          <a:p>
            <a:endParaRPr lang="en-US" b="1" dirty="0"/>
          </a:p>
          <a:p>
            <a:r>
              <a:rPr lang="en-US" b="1" dirty="0"/>
              <a:t>MOVE    N,R1</a:t>
            </a:r>
          </a:p>
          <a:p>
            <a:r>
              <a:rPr lang="en-US" b="1" dirty="0"/>
              <a:t>MOVE    #NUM1,R2                                                                    </a:t>
            </a:r>
          </a:p>
          <a:p>
            <a:r>
              <a:rPr lang="en-US" b="1" dirty="0"/>
              <a:t>MOVE   #0,R0   ;  or use CLR R0 </a:t>
            </a:r>
          </a:p>
          <a:p>
            <a:r>
              <a:rPr lang="en-US" b="1" dirty="0"/>
              <a:t>LOOP                                                                     </a:t>
            </a:r>
          </a:p>
          <a:p>
            <a:r>
              <a:rPr lang="en-US" b="1" dirty="0"/>
              <a:t>ADD      (R2),R0                                                                     </a:t>
            </a:r>
          </a:p>
          <a:p>
            <a:r>
              <a:rPr lang="en-US" b="1" dirty="0"/>
              <a:t>ADD       #4,R2                                                                    </a:t>
            </a:r>
          </a:p>
          <a:p>
            <a:r>
              <a:rPr lang="en-US" b="1" dirty="0"/>
              <a:t>DECREMENT R1                                                                    </a:t>
            </a:r>
          </a:p>
          <a:p>
            <a:r>
              <a:rPr lang="en-US" b="1" dirty="0"/>
              <a:t>Branch&gt;0  LOOP  ; or use  BGT</a:t>
            </a:r>
          </a:p>
          <a:p>
            <a:r>
              <a:rPr lang="en-US" b="1" dirty="0"/>
              <a:t>MOVE   R0,SUM</a:t>
            </a:r>
          </a:p>
          <a:p>
            <a:endParaRPr lang="en-US" b="1" dirty="0"/>
          </a:p>
          <a:p>
            <a:r>
              <a:rPr lang="pt-BR" b="1" dirty="0"/>
              <a:t>ORIGIN 200</a:t>
            </a:r>
          </a:p>
          <a:p>
            <a:r>
              <a:rPr lang="pt-BR" b="1" dirty="0"/>
              <a:t>SUM:   RESERVE    4</a:t>
            </a:r>
          </a:p>
          <a:p>
            <a:r>
              <a:rPr lang="pt-BR" b="1" dirty="0"/>
              <a:t>     N:    DATAWORD 150</a:t>
            </a:r>
          </a:p>
          <a:p>
            <a:r>
              <a:rPr lang="pt-BR" b="1" dirty="0"/>
              <a:t>NUM1: RESERVE 600</a:t>
            </a:r>
          </a:p>
          <a:p>
            <a:r>
              <a:rPr lang="pt-BR" b="1" dirty="0"/>
              <a:t>END</a:t>
            </a:r>
            <a:endParaRPr lang="en-US" b="1" dirty="0"/>
          </a:p>
        </p:txBody>
      </p:sp>
      <p:sp>
        <p:nvSpPr>
          <p:cNvPr id="7" name="TextBox 6">
            <a:extLst>
              <a:ext uri="{FF2B5EF4-FFF2-40B4-BE49-F238E27FC236}">
                <a16:creationId xmlns:a16="http://schemas.microsoft.com/office/drawing/2014/main" id="{CE8368AD-2FC9-BBFE-1A3D-7D7F11F41FA4}"/>
              </a:ext>
            </a:extLst>
          </p:cNvPr>
          <p:cNvSpPr txBox="1"/>
          <p:nvPr/>
        </p:nvSpPr>
        <p:spPr>
          <a:xfrm>
            <a:off x="188891" y="156590"/>
            <a:ext cx="11466489" cy="523220"/>
          </a:xfrm>
          <a:prstGeom prst="rect">
            <a:avLst/>
          </a:prstGeom>
          <a:noFill/>
        </p:spPr>
        <p:txBody>
          <a:bodyPr wrap="square" rtlCol="0">
            <a:spAutoFit/>
          </a:bodyPr>
          <a:lstStyle/>
          <a:p>
            <a:r>
              <a:rPr lang="en-IN" sz="2800" b="1" dirty="0">
                <a:solidFill>
                  <a:srgbClr val="FF0000"/>
                </a:solidFill>
              </a:rPr>
              <a:t>Write ALP program to add N numbers stored in the memory, </a:t>
            </a:r>
            <a:r>
              <a:rPr lang="en-IN" sz="1400" b="1" dirty="0">
                <a:solidFill>
                  <a:srgbClr val="FF0000"/>
                </a:solidFill>
              </a:rPr>
              <a:t>indicate the memory layout </a:t>
            </a:r>
          </a:p>
        </p:txBody>
      </p:sp>
      <p:pic>
        <p:nvPicPr>
          <p:cNvPr id="3" name="Picture 2">
            <a:extLst>
              <a:ext uri="{FF2B5EF4-FFF2-40B4-BE49-F238E27FC236}">
                <a16:creationId xmlns:a16="http://schemas.microsoft.com/office/drawing/2014/main" id="{2DD901BA-8512-2AA7-E7F1-578F3BD80626}"/>
              </a:ext>
            </a:extLst>
          </p:cNvPr>
          <p:cNvPicPr>
            <a:picLocks noChangeAspect="1"/>
          </p:cNvPicPr>
          <p:nvPr/>
        </p:nvPicPr>
        <p:blipFill>
          <a:blip r:embed="rId3"/>
          <a:stretch>
            <a:fillRect/>
          </a:stretch>
        </p:blipFill>
        <p:spPr>
          <a:xfrm>
            <a:off x="7240911" y="840199"/>
            <a:ext cx="4535980" cy="5666763"/>
          </a:xfrm>
          <a:prstGeom prst="rect">
            <a:avLst/>
          </a:prstGeom>
        </p:spPr>
      </p:pic>
      <p:sp>
        <p:nvSpPr>
          <p:cNvPr id="2" name="TextBox 1">
            <a:extLst>
              <a:ext uri="{FF2B5EF4-FFF2-40B4-BE49-F238E27FC236}">
                <a16:creationId xmlns:a16="http://schemas.microsoft.com/office/drawing/2014/main" id="{98992C05-02A3-241B-E1FF-B6536CF94AEE}"/>
              </a:ext>
            </a:extLst>
          </p:cNvPr>
          <p:cNvSpPr txBox="1"/>
          <p:nvPr/>
        </p:nvSpPr>
        <p:spPr>
          <a:xfrm>
            <a:off x="188891" y="679810"/>
            <a:ext cx="8221013" cy="1200329"/>
          </a:xfrm>
          <a:prstGeom prst="rect">
            <a:avLst/>
          </a:prstGeom>
          <a:noFill/>
        </p:spPr>
        <p:txBody>
          <a:bodyPr wrap="square" rtlCol="0">
            <a:spAutoFit/>
          </a:bodyPr>
          <a:lstStyle/>
          <a:p>
            <a:r>
              <a:rPr lang="en-IN" dirty="0"/>
              <a:t>Program is stored from the memory address, 100.</a:t>
            </a:r>
          </a:p>
          <a:p>
            <a:r>
              <a:rPr lang="en-IN" dirty="0"/>
              <a:t>Store the answer at memory 200, the total numbers (here 150 is taken) to be added is stored at the memory N, </a:t>
            </a:r>
            <a:r>
              <a:rPr lang="en-IN" dirty="0" err="1"/>
              <a:t>i.e</a:t>
            </a:r>
            <a:r>
              <a:rPr lang="en-IN" dirty="0"/>
              <a:t> at the address 204, and the numbers are stored from location Num1 onwards (from address, 208…). Here, numbers are of 32 bit, (4bytes)</a:t>
            </a:r>
          </a:p>
        </p:txBody>
      </p:sp>
      <p:sp>
        <p:nvSpPr>
          <p:cNvPr id="4" name="Footer Placeholder 3">
            <a:extLst>
              <a:ext uri="{FF2B5EF4-FFF2-40B4-BE49-F238E27FC236}">
                <a16:creationId xmlns:a16="http://schemas.microsoft.com/office/drawing/2014/main" id="{E7BC6655-89FC-0C72-13A1-28C49B10F0C7}"/>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B0A10CAB-FE0C-1A64-C3AA-AEE402C84629}"/>
              </a:ext>
            </a:extLst>
          </p:cNvPr>
          <p:cNvSpPr>
            <a:spLocks noGrp="1"/>
          </p:cNvSpPr>
          <p:nvPr>
            <p:ph type="sldNum" sz="quarter" idx="12"/>
          </p:nvPr>
        </p:nvSpPr>
        <p:spPr/>
        <p:txBody>
          <a:bodyPr/>
          <a:lstStyle/>
          <a:p>
            <a:fld id="{E01A1374-4C1F-4D42-8836-504BF6B6184D}" type="slidenum">
              <a:rPr lang="en-IN" smtClean="0"/>
              <a:t>28</a:t>
            </a:fld>
            <a:endParaRPr lang="en-IN"/>
          </a:p>
        </p:txBody>
      </p:sp>
    </p:spTree>
    <p:extLst>
      <p:ext uri="{BB962C8B-B14F-4D97-AF65-F5344CB8AC3E}">
        <p14:creationId xmlns:p14="http://schemas.microsoft.com/office/powerpoint/2010/main" val="972776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AD8F83-9B61-1CDC-5888-245E772E1E5A}"/>
              </a:ext>
            </a:extLst>
          </p:cNvPr>
          <p:cNvSpPr txBox="1"/>
          <p:nvPr/>
        </p:nvSpPr>
        <p:spPr>
          <a:xfrm>
            <a:off x="193184" y="0"/>
            <a:ext cx="4868213" cy="7294305"/>
          </a:xfrm>
          <a:prstGeom prst="rect">
            <a:avLst/>
          </a:prstGeom>
          <a:noFill/>
        </p:spPr>
        <p:txBody>
          <a:bodyPr wrap="square">
            <a:spAutoFit/>
          </a:bodyPr>
          <a:lstStyle/>
          <a:p>
            <a:r>
              <a:rPr lang="en-US" b="1" dirty="0"/>
              <a:t>ORIGIN 100</a:t>
            </a:r>
          </a:p>
          <a:p>
            <a:r>
              <a:rPr lang="en-US" b="1" dirty="0"/>
              <a:t>MOVE #LIST, R0</a:t>
            </a:r>
          </a:p>
          <a:p>
            <a:r>
              <a:rPr lang="en-US" b="1" dirty="0"/>
              <a:t>CLEAR  R1</a:t>
            </a:r>
          </a:p>
          <a:p>
            <a:r>
              <a:rPr lang="en-US" b="1" dirty="0"/>
              <a:t>CLEAR  R2</a:t>
            </a:r>
          </a:p>
          <a:p>
            <a:r>
              <a:rPr lang="en-US" b="1" dirty="0"/>
              <a:t>CLEAR  R3</a:t>
            </a:r>
          </a:p>
          <a:p>
            <a:r>
              <a:rPr lang="en-US" b="1" dirty="0"/>
              <a:t>MOV    N,R4</a:t>
            </a:r>
          </a:p>
          <a:p>
            <a:r>
              <a:rPr lang="en-US" b="1" dirty="0"/>
              <a:t>ADD     4(R0),R1</a:t>
            </a:r>
          </a:p>
          <a:p>
            <a:r>
              <a:rPr lang="en-US" b="1" dirty="0"/>
              <a:t>ADD     8(R0),R2</a:t>
            </a:r>
          </a:p>
          <a:p>
            <a:r>
              <a:rPr lang="en-US" b="1" dirty="0"/>
              <a:t>ADD    12(R0),R3</a:t>
            </a:r>
          </a:p>
          <a:p>
            <a:r>
              <a:rPr lang="en-US" b="1" dirty="0"/>
              <a:t>ADD     #16,R0</a:t>
            </a:r>
          </a:p>
          <a:p>
            <a:r>
              <a:rPr lang="en-US" b="1" dirty="0"/>
              <a:t>DECREMENT R4</a:t>
            </a:r>
          </a:p>
          <a:p>
            <a:r>
              <a:rPr lang="en-US" b="1" dirty="0"/>
              <a:t>BRANCH&gt;0 LOOP  ; or BGT LOOP</a:t>
            </a:r>
          </a:p>
          <a:p>
            <a:r>
              <a:rPr lang="en-US" b="1" dirty="0"/>
              <a:t>MOVE R1, SUM1</a:t>
            </a:r>
          </a:p>
          <a:p>
            <a:r>
              <a:rPr lang="en-US" b="1" dirty="0"/>
              <a:t>MOVE R2, SUM2</a:t>
            </a:r>
          </a:p>
          <a:p>
            <a:r>
              <a:rPr lang="en-US" b="1" dirty="0"/>
              <a:t>MOVE R3, SUM3</a:t>
            </a:r>
          </a:p>
          <a:p>
            <a:endParaRPr lang="en-US" b="1" dirty="0"/>
          </a:p>
          <a:p>
            <a:r>
              <a:rPr lang="pt-BR" b="1" dirty="0"/>
              <a:t>ORIGIN 200</a:t>
            </a:r>
          </a:p>
          <a:p>
            <a:r>
              <a:rPr lang="pt-BR" b="1" dirty="0"/>
              <a:t>SUM1:   RESERVE    4</a:t>
            </a:r>
          </a:p>
          <a:p>
            <a:r>
              <a:rPr lang="pt-BR" b="1" dirty="0"/>
              <a:t>SUM2:   RESERVE    4</a:t>
            </a:r>
          </a:p>
          <a:p>
            <a:r>
              <a:rPr lang="pt-BR" b="1" dirty="0"/>
              <a:t>SUM3:   RESERVE    4</a:t>
            </a:r>
          </a:p>
          <a:p>
            <a:r>
              <a:rPr lang="pt-BR" b="1" dirty="0"/>
              <a:t>        N:   DATAWORD 10</a:t>
            </a:r>
          </a:p>
          <a:p>
            <a:r>
              <a:rPr lang="pt-BR" b="1" dirty="0"/>
              <a:t>   LIST:    RESERVE 160  </a:t>
            </a:r>
          </a:p>
          <a:p>
            <a:r>
              <a:rPr lang="pt-BR" b="1" dirty="0"/>
              <a:t>END</a:t>
            </a:r>
          </a:p>
          <a:p>
            <a:r>
              <a:rPr lang="pt-BR" sz="1800" b="1" dirty="0"/>
              <a:t>(4 words for one record,                                                                                4x4=16 bytes, 16x10=160,for 10 studens)</a:t>
            </a:r>
          </a:p>
          <a:p>
            <a:endParaRPr lang="en-US" b="1" dirty="0"/>
          </a:p>
        </p:txBody>
      </p:sp>
      <p:sp>
        <p:nvSpPr>
          <p:cNvPr id="7" name="TextBox 6">
            <a:extLst>
              <a:ext uri="{FF2B5EF4-FFF2-40B4-BE49-F238E27FC236}">
                <a16:creationId xmlns:a16="http://schemas.microsoft.com/office/drawing/2014/main" id="{CE8368AD-2FC9-BBFE-1A3D-7D7F11F41FA4}"/>
              </a:ext>
            </a:extLst>
          </p:cNvPr>
          <p:cNvSpPr txBox="1"/>
          <p:nvPr/>
        </p:nvSpPr>
        <p:spPr>
          <a:xfrm>
            <a:off x="2507089" y="-15266"/>
            <a:ext cx="8358387" cy="646331"/>
          </a:xfrm>
          <a:prstGeom prst="rect">
            <a:avLst/>
          </a:prstGeom>
          <a:noFill/>
        </p:spPr>
        <p:txBody>
          <a:bodyPr wrap="square" rtlCol="0">
            <a:spAutoFit/>
          </a:bodyPr>
          <a:lstStyle/>
          <a:p>
            <a:r>
              <a:rPr lang="en-IN" b="1" dirty="0">
                <a:solidFill>
                  <a:srgbClr val="FF0000"/>
                </a:solidFill>
              </a:rPr>
              <a:t>Write ALP program to compute the sum of all test scores obtained on each of the tests and store in memory for N students, for three tests indicate the memory layout </a:t>
            </a:r>
          </a:p>
        </p:txBody>
      </p:sp>
      <p:sp>
        <p:nvSpPr>
          <p:cNvPr id="2" name="TextBox 1">
            <a:extLst>
              <a:ext uri="{FF2B5EF4-FFF2-40B4-BE49-F238E27FC236}">
                <a16:creationId xmlns:a16="http://schemas.microsoft.com/office/drawing/2014/main" id="{98992C05-02A3-241B-E1FF-B6536CF94AEE}"/>
              </a:ext>
            </a:extLst>
          </p:cNvPr>
          <p:cNvSpPr txBox="1"/>
          <p:nvPr/>
        </p:nvSpPr>
        <p:spPr>
          <a:xfrm>
            <a:off x="2627290" y="759854"/>
            <a:ext cx="9508901" cy="1754326"/>
          </a:xfrm>
          <a:prstGeom prst="rect">
            <a:avLst/>
          </a:prstGeom>
          <a:noFill/>
        </p:spPr>
        <p:txBody>
          <a:bodyPr wrap="square" rtlCol="0">
            <a:spAutoFit/>
          </a:bodyPr>
          <a:lstStyle/>
          <a:p>
            <a:r>
              <a:rPr lang="en-IN" dirty="0"/>
              <a:t>Consider a simple example involving a list of test scores for students taking a given course. Assume that the list of scores beginning at location LIST, is structured as four word memory block for each student. Each record consists of the students identification number (ID), followed by the scores the student earned on three tests. There are n students in the class, and the value n is stored in location N immediately in front of the list. Assume memory is byte addressable and the word length is 32 bits</a:t>
            </a:r>
          </a:p>
        </p:txBody>
      </p:sp>
      <p:pic>
        <p:nvPicPr>
          <p:cNvPr id="6" name="Picture 5">
            <a:extLst>
              <a:ext uri="{FF2B5EF4-FFF2-40B4-BE49-F238E27FC236}">
                <a16:creationId xmlns:a16="http://schemas.microsoft.com/office/drawing/2014/main" id="{9CA86382-8C79-9FF6-4CF4-8F5D72368F22}"/>
              </a:ext>
            </a:extLst>
          </p:cNvPr>
          <p:cNvPicPr>
            <a:picLocks noChangeAspect="1"/>
          </p:cNvPicPr>
          <p:nvPr/>
        </p:nvPicPr>
        <p:blipFill>
          <a:blip r:embed="rId3"/>
          <a:stretch>
            <a:fillRect/>
          </a:stretch>
        </p:blipFill>
        <p:spPr>
          <a:xfrm>
            <a:off x="5061397" y="2250868"/>
            <a:ext cx="4029075" cy="4495800"/>
          </a:xfrm>
          <a:prstGeom prst="rect">
            <a:avLst/>
          </a:prstGeom>
        </p:spPr>
      </p:pic>
      <p:sp>
        <p:nvSpPr>
          <p:cNvPr id="8" name="Footer Placeholder 7">
            <a:extLst>
              <a:ext uri="{FF2B5EF4-FFF2-40B4-BE49-F238E27FC236}">
                <a16:creationId xmlns:a16="http://schemas.microsoft.com/office/drawing/2014/main" id="{62C39CAD-5A13-6DF6-7009-27A80BAEF0CB}"/>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CE5221AF-23A3-A081-85BC-84D666C6C299}"/>
              </a:ext>
            </a:extLst>
          </p:cNvPr>
          <p:cNvSpPr>
            <a:spLocks noGrp="1"/>
          </p:cNvSpPr>
          <p:nvPr>
            <p:ph type="sldNum" sz="quarter" idx="12"/>
          </p:nvPr>
        </p:nvSpPr>
        <p:spPr/>
        <p:txBody>
          <a:bodyPr/>
          <a:lstStyle/>
          <a:p>
            <a:fld id="{E01A1374-4C1F-4D42-8836-504BF6B6184D}" type="slidenum">
              <a:rPr lang="en-IN" smtClean="0"/>
              <a:t>29</a:t>
            </a:fld>
            <a:endParaRPr lang="en-IN"/>
          </a:p>
        </p:txBody>
      </p:sp>
    </p:spTree>
    <p:extLst>
      <p:ext uri="{BB962C8B-B14F-4D97-AF65-F5344CB8AC3E}">
        <p14:creationId xmlns:p14="http://schemas.microsoft.com/office/powerpoint/2010/main" val="3247021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132471" y="112540"/>
            <a:ext cx="11927058" cy="1846659"/>
          </a:xfrm>
          <a:prstGeom prst="rect">
            <a:avLst/>
          </a:prstGeom>
          <a:noFill/>
        </p:spPr>
        <p:txBody>
          <a:bodyPr wrap="square" rtlCol="0">
            <a:spAutoFit/>
          </a:bodyPr>
          <a:lstStyle/>
          <a:p>
            <a:pPr algn="just"/>
            <a:r>
              <a:rPr lang="en-IN" sz="2400" dirty="0">
                <a:solidFill>
                  <a:srgbClr val="FF0000"/>
                </a:solidFill>
              </a:rPr>
              <a:t>ALP – Basic Input/Output Operations </a:t>
            </a:r>
          </a:p>
          <a:p>
            <a:pPr algn="just"/>
            <a:r>
              <a:rPr lang="en-IN" dirty="0">
                <a:solidFill>
                  <a:srgbClr val="0070C0"/>
                </a:solidFill>
              </a:rPr>
              <a:t>Consider a task that reads in character input from a keyboard and produces a character output on a display screen using program controlled I/O. The difference in speed between the processor and I/O devices creates the need for mechanism to synchronize the transfer of data between them. For that following buffer registers and flags are used in the device circuitry.</a:t>
            </a:r>
          </a:p>
          <a:p>
            <a:pPr algn="just"/>
            <a:r>
              <a:rPr lang="en-IN" dirty="0">
                <a:solidFill>
                  <a:srgbClr val="0070C0"/>
                </a:solidFill>
              </a:rPr>
              <a:t>DATAIN – an 8bit buffer register associated with keyboard, SIN – Keyboard status flag, indicating key is present in buffer, (bit 3)</a:t>
            </a:r>
          </a:p>
          <a:p>
            <a:pPr algn="just"/>
            <a:r>
              <a:rPr lang="en-IN" dirty="0">
                <a:solidFill>
                  <a:srgbClr val="0070C0"/>
                </a:solidFill>
              </a:rPr>
              <a:t>DATAOUT – buffer register, for printer, SOUT – status flag, indicating printer is ready to receive the character,(bit 3)</a:t>
            </a:r>
          </a:p>
        </p:txBody>
      </p:sp>
      <p:pic>
        <p:nvPicPr>
          <p:cNvPr id="3" name="Picture 2">
            <a:extLst>
              <a:ext uri="{FF2B5EF4-FFF2-40B4-BE49-F238E27FC236}">
                <a16:creationId xmlns:a16="http://schemas.microsoft.com/office/drawing/2014/main" id="{A27DF2A4-9697-4008-8226-8DA59CDE50F4}"/>
              </a:ext>
            </a:extLst>
          </p:cNvPr>
          <p:cNvPicPr>
            <a:picLocks noChangeAspect="1"/>
          </p:cNvPicPr>
          <p:nvPr/>
        </p:nvPicPr>
        <p:blipFill>
          <a:blip r:embed="rId2"/>
          <a:stretch>
            <a:fillRect/>
          </a:stretch>
        </p:blipFill>
        <p:spPr>
          <a:xfrm>
            <a:off x="-2" y="2686929"/>
            <a:ext cx="6321041" cy="2855742"/>
          </a:xfrm>
          <a:prstGeom prst="rect">
            <a:avLst/>
          </a:prstGeom>
        </p:spPr>
      </p:pic>
      <p:pic>
        <p:nvPicPr>
          <p:cNvPr id="8" name="Picture 7">
            <a:extLst>
              <a:ext uri="{FF2B5EF4-FFF2-40B4-BE49-F238E27FC236}">
                <a16:creationId xmlns:a16="http://schemas.microsoft.com/office/drawing/2014/main" id="{E82A99A4-5ED4-4B2D-A287-FBFE891BA406}"/>
              </a:ext>
            </a:extLst>
          </p:cNvPr>
          <p:cNvPicPr>
            <a:picLocks noChangeAspect="1"/>
          </p:cNvPicPr>
          <p:nvPr/>
        </p:nvPicPr>
        <p:blipFill>
          <a:blip r:embed="rId3"/>
          <a:stretch>
            <a:fillRect/>
          </a:stretch>
        </p:blipFill>
        <p:spPr>
          <a:xfrm>
            <a:off x="6050137" y="1959199"/>
            <a:ext cx="6009392" cy="4701854"/>
          </a:xfrm>
          <a:prstGeom prst="rect">
            <a:avLst/>
          </a:prstGeom>
        </p:spPr>
      </p:pic>
      <p:sp>
        <p:nvSpPr>
          <p:cNvPr id="9" name="TextBox 8">
            <a:extLst>
              <a:ext uri="{FF2B5EF4-FFF2-40B4-BE49-F238E27FC236}">
                <a16:creationId xmlns:a16="http://schemas.microsoft.com/office/drawing/2014/main" id="{6F747E4D-D975-47DE-9392-43571AC38474}"/>
              </a:ext>
            </a:extLst>
          </p:cNvPr>
          <p:cNvSpPr txBox="1"/>
          <p:nvPr/>
        </p:nvSpPr>
        <p:spPr>
          <a:xfrm>
            <a:off x="40745" y="5934670"/>
            <a:ext cx="6009392" cy="923330"/>
          </a:xfrm>
          <a:prstGeom prst="rect">
            <a:avLst/>
          </a:prstGeom>
          <a:noFill/>
        </p:spPr>
        <p:txBody>
          <a:bodyPr wrap="square" rtlCol="0">
            <a:spAutoFit/>
          </a:bodyPr>
          <a:lstStyle/>
          <a:p>
            <a:r>
              <a:rPr lang="en-IN" dirty="0"/>
              <a:t>Note: Program controlled I/O requires continuous involvement of the Processor in I/O activities, this can be improved using Interrupt driven I/O , DMA transfers.</a:t>
            </a:r>
          </a:p>
        </p:txBody>
      </p:sp>
      <p:sp>
        <p:nvSpPr>
          <p:cNvPr id="2" name="Footer Placeholder 1">
            <a:extLst>
              <a:ext uri="{FF2B5EF4-FFF2-40B4-BE49-F238E27FC236}">
                <a16:creationId xmlns:a16="http://schemas.microsoft.com/office/drawing/2014/main" id="{996AF6DE-FF33-A60A-1EF3-A99447501C6D}"/>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75E59F2E-DBFB-08A3-10AE-AA93807B15FE}"/>
              </a:ext>
            </a:extLst>
          </p:cNvPr>
          <p:cNvSpPr>
            <a:spLocks noGrp="1"/>
          </p:cNvSpPr>
          <p:nvPr>
            <p:ph type="sldNum" sz="quarter" idx="12"/>
          </p:nvPr>
        </p:nvSpPr>
        <p:spPr/>
        <p:txBody>
          <a:bodyPr/>
          <a:lstStyle/>
          <a:p>
            <a:fld id="{E01A1374-4C1F-4D42-8836-504BF6B6184D}" type="slidenum">
              <a:rPr lang="en-IN" smtClean="0"/>
              <a:t>30</a:t>
            </a:fld>
            <a:endParaRPr lang="en-IN"/>
          </a:p>
        </p:txBody>
      </p:sp>
    </p:spTree>
    <p:extLst>
      <p:ext uri="{BB962C8B-B14F-4D97-AF65-F5344CB8AC3E}">
        <p14:creationId xmlns:p14="http://schemas.microsoft.com/office/powerpoint/2010/main" val="2864183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7320544" y="273381"/>
            <a:ext cx="4871455" cy="6278642"/>
          </a:xfrm>
          <a:prstGeom prst="rect">
            <a:avLst/>
          </a:prstGeom>
          <a:noFill/>
        </p:spPr>
        <p:txBody>
          <a:bodyPr wrap="square" rtlCol="0">
            <a:spAutoFit/>
          </a:bodyPr>
          <a:lstStyle/>
          <a:p>
            <a:pPr algn="just"/>
            <a:r>
              <a:rPr lang="en-IN" sz="2400" dirty="0">
                <a:solidFill>
                  <a:srgbClr val="FF0000"/>
                </a:solidFill>
              </a:rPr>
              <a:t>ALP : Implementation of Stacks</a:t>
            </a:r>
          </a:p>
          <a:p>
            <a:pPr algn="just"/>
            <a:endParaRPr lang="en-IN" dirty="0"/>
          </a:p>
          <a:p>
            <a:pPr algn="just"/>
            <a:r>
              <a:rPr lang="en-IN" sz="2000" dirty="0"/>
              <a:t>A stack is a list of words/bytes, operates with the LIFO principle, elements can be added/removed using PUSH and POP operations. </a:t>
            </a:r>
          </a:p>
          <a:p>
            <a:pPr algn="just"/>
            <a:endParaRPr lang="en-IN" sz="2000" dirty="0"/>
          </a:p>
          <a:p>
            <a:pPr algn="just"/>
            <a:r>
              <a:rPr lang="en-IN" sz="2000" dirty="0"/>
              <a:t>Shown in the figure, the stack of word data items in the memory (assuming byte addressable memory with 32 bit word length), with fixed stack size of (BOTTOM :2000 TO 1500), with data element 43 at the BOTTOM and  -28 at the top, With top of the stack is pointed by special register SP –Stack Pointer.</a:t>
            </a:r>
          </a:p>
          <a:p>
            <a:pPr algn="just"/>
            <a:endParaRPr lang="en-IN" sz="2000" dirty="0"/>
          </a:p>
          <a:p>
            <a:pPr algn="just"/>
            <a:r>
              <a:rPr lang="en-IN" sz="2000" dirty="0"/>
              <a:t>It is common practice, stack grows in the direction of decreasing memory addresses, PUSH decrements SP by 4, POP increments SP by 4.</a:t>
            </a:r>
          </a:p>
        </p:txBody>
      </p:sp>
      <p:pic>
        <p:nvPicPr>
          <p:cNvPr id="3" name="Picture 2">
            <a:extLst>
              <a:ext uri="{FF2B5EF4-FFF2-40B4-BE49-F238E27FC236}">
                <a16:creationId xmlns:a16="http://schemas.microsoft.com/office/drawing/2014/main" id="{9E62C74F-4B98-4024-87C0-EC7947B8C440}"/>
              </a:ext>
            </a:extLst>
          </p:cNvPr>
          <p:cNvPicPr>
            <a:picLocks noChangeAspect="1"/>
          </p:cNvPicPr>
          <p:nvPr/>
        </p:nvPicPr>
        <p:blipFill>
          <a:blip r:embed="rId2"/>
          <a:stretch>
            <a:fillRect/>
          </a:stretch>
        </p:blipFill>
        <p:spPr>
          <a:xfrm>
            <a:off x="0" y="443567"/>
            <a:ext cx="7320545" cy="5970865"/>
          </a:xfrm>
          <a:prstGeom prst="rect">
            <a:avLst/>
          </a:prstGeom>
        </p:spPr>
      </p:pic>
      <p:sp>
        <p:nvSpPr>
          <p:cNvPr id="2" name="Footer Placeholder 1">
            <a:extLst>
              <a:ext uri="{FF2B5EF4-FFF2-40B4-BE49-F238E27FC236}">
                <a16:creationId xmlns:a16="http://schemas.microsoft.com/office/drawing/2014/main" id="{04753B97-73B6-1D1D-C388-D1A5E58A41C6}"/>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2CC87816-3C23-2EAF-844D-ECB56C257E67}"/>
              </a:ext>
            </a:extLst>
          </p:cNvPr>
          <p:cNvSpPr>
            <a:spLocks noGrp="1"/>
          </p:cNvSpPr>
          <p:nvPr>
            <p:ph type="sldNum" sz="quarter" idx="12"/>
          </p:nvPr>
        </p:nvSpPr>
        <p:spPr/>
        <p:txBody>
          <a:bodyPr/>
          <a:lstStyle/>
          <a:p>
            <a:fld id="{E01A1374-4C1F-4D42-8836-504BF6B6184D}" type="slidenum">
              <a:rPr lang="en-IN" smtClean="0"/>
              <a:t>31</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7B7BEE05-AE0C-8550-F7ED-DFB341711576}"/>
                  </a:ext>
                </a:extLst>
              </p14:cNvPr>
              <p14:cNvContentPartPr/>
              <p14:nvPr/>
            </p14:nvContentPartPr>
            <p14:xfrm>
              <a:off x="5407490" y="1356708"/>
              <a:ext cx="362880" cy="10440"/>
            </p14:xfrm>
          </p:contentPart>
        </mc:Choice>
        <mc:Fallback>
          <p:pic>
            <p:nvPicPr>
              <p:cNvPr id="6" name="Ink 5">
                <a:extLst>
                  <a:ext uri="{FF2B5EF4-FFF2-40B4-BE49-F238E27FC236}">
                    <a16:creationId xmlns:a16="http://schemas.microsoft.com/office/drawing/2014/main" id="{7B7BEE05-AE0C-8550-F7ED-DFB341711576}"/>
                  </a:ext>
                </a:extLst>
              </p:cNvPr>
              <p:cNvPicPr/>
              <p:nvPr/>
            </p:nvPicPr>
            <p:blipFill>
              <a:blip r:embed="rId4"/>
              <a:stretch>
                <a:fillRect/>
              </a:stretch>
            </p:blipFill>
            <p:spPr>
              <a:xfrm>
                <a:off x="5389850" y="1338708"/>
                <a:ext cx="398520" cy="46080"/>
              </a:xfrm>
              <a:prstGeom prst="rect">
                <a:avLst/>
              </a:prstGeom>
            </p:spPr>
          </p:pic>
        </mc:Fallback>
      </mc:AlternateContent>
      <p:grpSp>
        <p:nvGrpSpPr>
          <p:cNvPr id="9" name="Group 8">
            <a:extLst>
              <a:ext uri="{FF2B5EF4-FFF2-40B4-BE49-F238E27FC236}">
                <a16:creationId xmlns:a16="http://schemas.microsoft.com/office/drawing/2014/main" id="{00F11F87-2731-B494-D11C-1797D15B6C80}"/>
              </a:ext>
            </a:extLst>
          </p:cNvPr>
          <p:cNvGrpSpPr/>
          <p:nvPr/>
        </p:nvGrpSpPr>
        <p:grpSpPr>
          <a:xfrm>
            <a:off x="5426930" y="1060068"/>
            <a:ext cx="278640" cy="160920"/>
            <a:chOff x="5426930" y="1060068"/>
            <a:chExt cx="278640" cy="160920"/>
          </a:xfrm>
        </p:grpSpPr>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12FAC680-7CDA-D8F2-C058-2B66C8C6A117}"/>
                    </a:ext>
                  </a:extLst>
                </p14:cNvPr>
                <p14:cNvContentPartPr/>
                <p14:nvPr/>
              </p14:nvContentPartPr>
              <p14:xfrm>
                <a:off x="5426930" y="1081668"/>
                <a:ext cx="53280" cy="124560"/>
              </p14:xfrm>
            </p:contentPart>
          </mc:Choice>
          <mc:Fallback>
            <p:pic>
              <p:nvPicPr>
                <p:cNvPr id="7" name="Ink 6">
                  <a:extLst>
                    <a:ext uri="{FF2B5EF4-FFF2-40B4-BE49-F238E27FC236}">
                      <a16:creationId xmlns:a16="http://schemas.microsoft.com/office/drawing/2014/main" id="{12FAC680-7CDA-D8F2-C058-2B66C8C6A117}"/>
                    </a:ext>
                  </a:extLst>
                </p:cNvPr>
                <p:cNvPicPr/>
                <p:nvPr/>
              </p:nvPicPr>
              <p:blipFill>
                <a:blip r:embed="rId6"/>
                <a:stretch>
                  <a:fillRect/>
                </a:stretch>
              </p:blipFill>
              <p:spPr>
                <a:xfrm>
                  <a:off x="5409290" y="1063668"/>
                  <a:ext cx="8892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8EB7C030-0DEB-3B11-74AF-F694C167E7B3}"/>
                    </a:ext>
                  </a:extLst>
                </p14:cNvPr>
                <p14:cNvContentPartPr/>
                <p14:nvPr/>
              </p14:nvContentPartPr>
              <p14:xfrm>
                <a:off x="5505410" y="1060068"/>
                <a:ext cx="200160" cy="160920"/>
              </p14:xfrm>
            </p:contentPart>
          </mc:Choice>
          <mc:Fallback>
            <p:pic>
              <p:nvPicPr>
                <p:cNvPr id="8" name="Ink 7">
                  <a:extLst>
                    <a:ext uri="{FF2B5EF4-FFF2-40B4-BE49-F238E27FC236}">
                      <a16:creationId xmlns:a16="http://schemas.microsoft.com/office/drawing/2014/main" id="{8EB7C030-0DEB-3B11-74AF-F694C167E7B3}"/>
                    </a:ext>
                  </a:extLst>
                </p:cNvPr>
                <p:cNvPicPr/>
                <p:nvPr/>
              </p:nvPicPr>
              <p:blipFill>
                <a:blip r:embed="rId8"/>
                <a:stretch>
                  <a:fillRect/>
                </a:stretch>
              </p:blipFill>
              <p:spPr>
                <a:xfrm>
                  <a:off x="5487770" y="1042428"/>
                  <a:ext cx="235800" cy="196560"/>
                </a:xfrm>
                <a:prstGeom prst="rect">
                  <a:avLst/>
                </a:prstGeom>
              </p:spPr>
            </p:pic>
          </mc:Fallback>
        </mc:AlternateContent>
      </p:grpSp>
      <p:grpSp>
        <p:nvGrpSpPr>
          <p:cNvPr id="12" name="Group 11">
            <a:extLst>
              <a:ext uri="{FF2B5EF4-FFF2-40B4-BE49-F238E27FC236}">
                <a16:creationId xmlns:a16="http://schemas.microsoft.com/office/drawing/2014/main" id="{ED8EAAB5-92CE-3595-8483-13936EA5E621}"/>
              </a:ext>
            </a:extLst>
          </p:cNvPr>
          <p:cNvGrpSpPr/>
          <p:nvPr/>
        </p:nvGrpSpPr>
        <p:grpSpPr>
          <a:xfrm>
            <a:off x="5770010" y="1003188"/>
            <a:ext cx="268920" cy="177120"/>
            <a:chOff x="5770010" y="1003188"/>
            <a:chExt cx="268920" cy="177120"/>
          </a:xfrm>
        </p:grpSpPr>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4A9E6638-8A60-000F-A14E-31FC796E385B}"/>
                    </a:ext>
                  </a:extLst>
                </p14:cNvPr>
                <p14:cNvContentPartPr/>
                <p14:nvPr/>
              </p14:nvContentPartPr>
              <p14:xfrm>
                <a:off x="5770010" y="1021548"/>
                <a:ext cx="91080" cy="158760"/>
              </p14:xfrm>
            </p:contentPart>
          </mc:Choice>
          <mc:Fallback>
            <p:pic>
              <p:nvPicPr>
                <p:cNvPr id="10" name="Ink 9">
                  <a:extLst>
                    <a:ext uri="{FF2B5EF4-FFF2-40B4-BE49-F238E27FC236}">
                      <a16:creationId xmlns:a16="http://schemas.microsoft.com/office/drawing/2014/main" id="{4A9E6638-8A60-000F-A14E-31FC796E385B}"/>
                    </a:ext>
                  </a:extLst>
                </p:cNvPr>
                <p:cNvPicPr/>
                <p:nvPr/>
              </p:nvPicPr>
              <p:blipFill>
                <a:blip r:embed="rId10"/>
                <a:stretch>
                  <a:fillRect/>
                </a:stretch>
              </p:blipFill>
              <p:spPr>
                <a:xfrm>
                  <a:off x="5752370" y="1003548"/>
                  <a:ext cx="12672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7E51ED4A-35C8-0185-35E8-F1874B74E4B8}"/>
                    </a:ext>
                  </a:extLst>
                </p14:cNvPr>
                <p14:cNvContentPartPr/>
                <p14:nvPr/>
              </p14:nvContentPartPr>
              <p14:xfrm>
                <a:off x="5949650" y="1003188"/>
                <a:ext cx="89280" cy="147960"/>
              </p14:xfrm>
            </p:contentPart>
          </mc:Choice>
          <mc:Fallback>
            <p:pic>
              <p:nvPicPr>
                <p:cNvPr id="11" name="Ink 10">
                  <a:extLst>
                    <a:ext uri="{FF2B5EF4-FFF2-40B4-BE49-F238E27FC236}">
                      <a16:creationId xmlns:a16="http://schemas.microsoft.com/office/drawing/2014/main" id="{7E51ED4A-35C8-0185-35E8-F1874B74E4B8}"/>
                    </a:ext>
                  </a:extLst>
                </p:cNvPr>
                <p:cNvPicPr/>
                <p:nvPr/>
              </p:nvPicPr>
              <p:blipFill>
                <a:blip r:embed="rId12"/>
                <a:stretch>
                  <a:fillRect/>
                </a:stretch>
              </p:blipFill>
              <p:spPr>
                <a:xfrm>
                  <a:off x="5932010" y="985548"/>
                  <a:ext cx="124920" cy="183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B73B9E18-C283-779B-083B-3E43E1BFB0DC}"/>
                  </a:ext>
                </a:extLst>
              </p14:cNvPr>
              <p14:cNvContentPartPr/>
              <p14:nvPr/>
            </p14:nvContentPartPr>
            <p14:xfrm>
              <a:off x="5712410" y="4010628"/>
              <a:ext cx="353160" cy="11160"/>
            </p14:xfrm>
          </p:contentPart>
        </mc:Choice>
        <mc:Fallback>
          <p:pic>
            <p:nvPicPr>
              <p:cNvPr id="13" name="Ink 12">
                <a:extLst>
                  <a:ext uri="{FF2B5EF4-FFF2-40B4-BE49-F238E27FC236}">
                    <a16:creationId xmlns:a16="http://schemas.microsoft.com/office/drawing/2014/main" id="{B73B9E18-C283-779B-083B-3E43E1BFB0DC}"/>
                  </a:ext>
                </a:extLst>
              </p:cNvPr>
              <p:cNvPicPr/>
              <p:nvPr/>
            </p:nvPicPr>
            <p:blipFill>
              <a:blip r:embed="rId14"/>
              <a:stretch>
                <a:fillRect/>
              </a:stretch>
            </p:blipFill>
            <p:spPr>
              <a:xfrm>
                <a:off x="5694410" y="3992988"/>
                <a:ext cx="388800" cy="46800"/>
              </a:xfrm>
              <a:prstGeom prst="rect">
                <a:avLst/>
              </a:prstGeom>
            </p:spPr>
          </p:pic>
        </mc:Fallback>
      </mc:AlternateContent>
      <p:grpSp>
        <p:nvGrpSpPr>
          <p:cNvPr id="18" name="Group 17">
            <a:extLst>
              <a:ext uri="{FF2B5EF4-FFF2-40B4-BE49-F238E27FC236}">
                <a16:creationId xmlns:a16="http://schemas.microsoft.com/office/drawing/2014/main" id="{C4A246D5-8A25-B490-C0F4-6313CB6085D1}"/>
              </a:ext>
            </a:extLst>
          </p:cNvPr>
          <p:cNvGrpSpPr/>
          <p:nvPr/>
        </p:nvGrpSpPr>
        <p:grpSpPr>
          <a:xfrm>
            <a:off x="5643650" y="3645948"/>
            <a:ext cx="914400" cy="258120"/>
            <a:chOff x="5643650" y="3645948"/>
            <a:chExt cx="914400" cy="258120"/>
          </a:xfrm>
        </p:grpSpPr>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BF8A08CE-5099-7D98-A699-511D93A69D88}"/>
                    </a:ext>
                  </a:extLst>
                </p14:cNvPr>
                <p14:cNvContentPartPr/>
                <p14:nvPr/>
              </p14:nvContentPartPr>
              <p14:xfrm>
                <a:off x="5643650" y="3751068"/>
                <a:ext cx="176400" cy="153000"/>
              </p14:xfrm>
            </p:contentPart>
          </mc:Choice>
          <mc:Fallback>
            <p:pic>
              <p:nvPicPr>
                <p:cNvPr id="14" name="Ink 13">
                  <a:extLst>
                    <a:ext uri="{FF2B5EF4-FFF2-40B4-BE49-F238E27FC236}">
                      <a16:creationId xmlns:a16="http://schemas.microsoft.com/office/drawing/2014/main" id="{BF8A08CE-5099-7D98-A699-511D93A69D88}"/>
                    </a:ext>
                  </a:extLst>
                </p:cNvPr>
                <p:cNvPicPr/>
                <p:nvPr/>
              </p:nvPicPr>
              <p:blipFill>
                <a:blip r:embed="rId16"/>
                <a:stretch>
                  <a:fillRect/>
                </a:stretch>
              </p:blipFill>
              <p:spPr>
                <a:xfrm>
                  <a:off x="5625650" y="3733068"/>
                  <a:ext cx="21204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DE21A90E-1308-5EF9-59E3-BBC849E11BAB}"/>
                    </a:ext>
                  </a:extLst>
                </p14:cNvPr>
                <p14:cNvContentPartPr/>
                <p14:nvPr/>
              </p14:nvContentPartPr>
              <p14:xfrm>
                <a:off x="5837690" y="3677628"/>
                <a:ext cx="250920" cy="217440"/>
              </p14:xfrm>
            </p:contentPart>
          </mc:Choice>
          <mc:Fallback>
            <p:pic>
              <p:nvPicPr>
                <p:cNvPr id="15" name="Ink 14">
                  <a:extLst>
                    <a:ext uri="{FF2B5EF4-FFF2-40B4-BE49-F238E27FC236}">
                      <a16:creationId xmlns:a16="http://schemas.microsoft.com/office/drawing/2014/main" id="{DE21A90E-1308-5EF9-59E3-BBC849E11BAB}"/>
                    </a:ext>
                  </a:extLst>
                </p:cNvPr>
                <p:cNvPicPr/>
                <p:nvPr/>
              </p:nvPicPr>
              <p:blipFill>
                <a:blip r:embed="rId18"/>
                <a:stretch>
                  <a:fillRect/>
                </a:stretch>
              </p:blipFill>
              <p:spPr>
                <a:xfrm>
                  <a:off x="5820050" y="3659628"/>
                  <a:ext cx="28656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5FC47EB5-D7F6-4FEB-96A8-C32BF063AB59}"/>
                    </a:ext>
                  </a:extLst>
                </p14:cNvPr>
                <p14:cNvContentPartPr/>
                <p14:nvPr/>
              </p14:nvContentPartPr>
              <p14:xfrm>
                <a:off x="6194090" y="3688428"/>
                <a:ext cx="128880" cy="146160"/>
              </p14:xfrm>
            </p:contentPart>
          </mc:Choice>
          <mc:Fallback>
            <p:pic>
              <p:nvPicPr>
                <p:cNvPr id="16" name="Ink 15">
                  <a:extLst>
                    <a:ext uri="{FF2B5EF4-FFF2-40B4-BE49-F238E27FC236}">
                      <a16:creationId xmlns:a16="http://schemas.microsoft.com/office/drawing/2014/main" id="{5FC47EB5-D7F6-4FEB-96A8-C32BF063AB59}"/>
                    </a:ext>
                  </a:extLst>
                </p:cNvPr>
                <p:cNvPicPr/>
                <p:nvPr/>
              </p:nvPicPr>
              <p:blipFill>
                <a:blip r:embed="rId20"/>
                <a:stretch>
                  <a:fillRect/>
                </a:stretch>
              </p:blipFill>
              <p:spPr>
                <a:xfrm>
                  <a:off x="6176450" y="3670428"/>
                  <a:ext cx="1645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2F57229D-9859-4CC0-3A1D-CC06F24C8D25}"/>
                    </a:ext>
                  </a:extLst>
                </p14:cNvPr>
                <p14:cNvContentPartPr/>
                <p14:nvPr/>
              </p14:nvContentPartPr>
              <p14:xfrm>
                <a:off x="6410090" y="3645948"/>
                <a:ext cx="147960" cy="150840"/>
              </p14:xfrm>
            </p:contentPart>
          </mc:Choice>
          <mc:Fallback>
            <p:pic>
              <p:nvPicPr>
                <p:cNvPr id="17" name="Ink 16">
                  <a:extLst>
                    <a:ext uri="{FF2B5EF4-FFF2-40B4-BE49-F238E27FC236}">
                      <a16:creationId xmlns:a16="http://schemas.microsoft.com/office/drawing/2014/main" id="{2F57229D-9859-4CC0-3A1D-CC06F24C8D25}"/>
                    </a:ext>
                  </a:extLst>
                </p:cNvPr>
                <p:cNvPicPr/>
                <p:nvPr/>
              </p:nvPicPr>
              <p:blipFill>
                <a:blip r:embed="rId22"/>
                <a:stretch>
                  <a:fillRect/>
                </a:stretch>
              </p:blipFill>
              <p:spPr>
                <a:xfrm>
                  <a:off x="6392090" y="3628308"/>
                  <a:ext cx="183600" cy="186480"/>
                </a:xfrm>
                <a:prstGeom prst="rect">
                  <a:avLst/>
                </a:prstGeom>
              </p:spPr>
            </p:pic>
          </mc:Fallback>
        </mc:AlternateContent>
      </p:grpSp>
    </p:spTree>
    <p:extLst>
      <p:ext uri="{BB962C8B-B14F-4D97-AF65-F5344CB8AC3E}">
        <p14:creationId xmlns:p14="http://schemas.microsoft.com/office/powerpoint/2010/main" val="448222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D21E24-CED7-4FBA-AF88-15DB05566712}"/>
              </a:ext>
            </a:extLst>
          </p:cNvPr>
          <p:cNvPicPr>
            <a:picLocks noChangeAspect="1"/>
          </p:cNvPicPr>
          <p:nvPr/>
        </p:nvPicPr>
        <p:blipFill>
          <a:blip r:embed="rId2"/>
          <a:stretch>
            <a:fillRect/>
          </a:stretch>
        </p:blipFill>
        <p:spPr>
          <a:xfrm>
            <a:off x="308824" y="410400"/>
            <a:ext cx="11574351" cy="6326177"/>
          </a:xfrm>
          <a:prstGeom prst="rect">
            <a:avLst/>
          </a:prstGeom>
        </p:spPr>
      </p:pic>
      <p:sp>
        <p:nvSpPr>
          <p:cNvPr id="2" name="Footer Placeholder 1">
            <a:extLst>
              <a:ext uri="{FF2B5EF4-FFF2-40B4-BE49-F238E27FC236}">
                <a16:creationId xmlns:a16="http://schemas.microsoft.com/office/drawing/2014/main" id="{73EB43F7-37C1-CCD1-4677-EB82925AC1EF}"/>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DD33EA07-17AB-4D25-F56D-B8BE7DD40985}"/>
              </a:ext>
            </a:extLst>
          </p:cNvPr>
          <p:cNvSpPr>
            <a:spLocks noGrp="1"/>
          </p:cNvSpPr>
          <p:nvPr>
            <p:ph type="sldNum" sz="quarter" idx="12"/>
          </p:nvPr>
        </p:nvSpPr>
        <p:spPr/>
        <p:txBody>
          <a:bodyPr/>
          <a:lstStyle/>
          <a:p>
            <a:fld id="{E01A1374-4C1F-4D42-8836-504BF6B6184D}" type="slidenum">
              <a:rPr lang="en-IN" smtClean="0"/>
              <a:t>32</a:t>
            </a:fld>
            <a:endParaRPr lang="en-IN"/>
          </a:p>
        </p:txBody>
      </p:sp>
    </p:spTree>
    <p:extLst>
      <p:ext uri="{BB962C8B-B14F-4D97-AF65-F5344CB8AC3E}">
        <p14:creationId xmlns:p14="http://schemas.microsoft.com/office/powerpoint/2010/main" val="3844682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0" y="154743"/>
            <a:ext cx="12070080" cy="7017306"/>
          </a:xfrm>
          <a:prstGeom prst="rect">
            <a:avLst/>
          </a:prstGeom>
          <a:noFill/>
        </p:spPr>
        <p:txBody>
          <a:bodyPr wrap="square" rtlCol="0">
            <a:spAutoFit/>
          </a:bodyPr>
          <a:lstStyle/>
          <a:p>
            <a:pPr algn="just"/>
            <a:r>
              <a:rPr lang="en-IN" sz="2400" dirty="0">
                <a:solidFill>
                  <a:srgbClr val="FF0000"/>
                </a:solidFill>
              </a:rPr>
              <a:t>ALP  : Implementation of  QUEUEs</a:t>
            </a:r>
          </a:p>
          <a:p>
            <a:pPr algn="just"/>
            <a:r>
              <a:rPr lang="en-IN" sz="2400" dirty="0"/>
              <a:t>Data are stored in and retrieved from a queue on </a:t>
            </a:r>
            <a:r>
              <a:rPr lang="en-IN" sz="2400" dirty="0">
                <a:solidFill>
                  <a:srgbClr val="FF0000"/>
                </a:solidFill>
              </a:rPr>
              <a:t>FIFO</a:t>
            </a:r>
            <a:r>
              <a:rPr lang="en-IN" sz="2400" dirty="0"/>
              <a:t> basis. Common practice is, queue grows in the increasing addresses in memory, new data are added at the back (high addresses end) and data are retrieved from the front (low-addresses end). In case of stack, one end of the stack is fixed (the bottom), while the other end rises and falls as data are pushed or popped, a single pointer is sufficient to point to the top of the stack. On the other hand, both ends of a queue move to higher addresses as data are added at the back and removed from the front, so </a:t>
            </a:r>
            <a:r>
              <a:rPr lang="en-IN" sz="2400" dirty="0">
                <a:solidFill>
                  <a:srgbClr val="FF0000"/>
                </a:solidFill>
              </a:rPr>
              <a:t>two pointers are needed to keep track of the two ends of the que</a:t>
            </a:r>
            <a:r>
              <a:rPr lang="en-IN" sz="2400" dirty="0"/>
              <a:t>ue. No special registers are provided for this, unlike SP. As queue would continuously move through the memory of a computer in the direction of higher addresses, to limit the queue to a fixed region in memory, is to use a </a:t>
            </a:r>
            <a:r>
              <a:rPr lang="en-IN" sz="2400" dirty="0">
                <a:solidFill>
                  <a:srgbClr val="FF0000"/>
                </a:solidFill>
              </a:rPr>
              <a:t>circular buffer</a:t>
            </a:r>
            <a:r>
              <a:rPr lang="en-IN" sz="2400" dirty="0"/>
              <a:t>.</a:t>
            </a:r>
          </a:p>
          <a:p>
            <a:pPr algn="just"/>
            <a:r>
              <a:rPr lang="en-IN" sz="2400" dirty="0"/>
              <a:t>Let us assume that memory addresses from BEGINNING to END are assigned to the queue. The first entry in the queue is entered into location BEGINNING, and successive entries are appended to the queue by entering them at successively higher addresses. By the time the back of the queue reaches END, space will have been created at the beginning if some items have been removed from the queue. Hence the back pointer is reset to the value BEGINNING and the process continues. </a:t>
            </a:r>
            <a:r>
              <a:rPr lang="en-IN" sz="2400" dirty="0">
                <a:solidFill>
                  <a:srgbClr val="FF0000"/>
                </a:solidFill>
              </a:rPr>
              <a:t>Care must be taken, to detect when the region assigned to the data structure is either completely full or completely empty.</a:t>
            </a:r>
          </a:p>
          <a:p>
            <a:pPr algn="just"/>
            <a:endParaRPr lang="en-IN" dirty="0"/>
          </a:p>
        </p:txBody>
      </p:sp>
      <p:sp>
        <p:nvSpPr>
          <p:cNvPr id="2" name="Footer Placeholder 1">
            <a:extLst>
              <a:ext uri="{FF2B5EF4-FFF2-40B4-BE49-F238E27FC236}">
                <a16:creationId xmlns:a16="http://schemas.microsoft.com/office/drawing/2014/main" id="{2EBFF8BC-478B-18BD-F382-1B678A7C6F02}"/>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3A2D4AD0-2B82-4D42-258B-D164CA905F2C}"/>
              </a:ext>
            </a:extLst>
          </p:cNvPr>
          <p:cNvSpPr>
            <a:spLocks noGrp="1"/>
          </p:cNvSpPr>
          <p:nvPr>
            <p:ph type="sldNum" sz="quarter" idx="12"/>
          </p:nvPr>
        </p:nvSpPr>
        <p:spPr/>
        <p:txBody>
          <a:bodyPr/>
          <a:lstStyle/>
          <a:p>
            <a:fld id="{E01A1374-4C1F-4D42-8836-504BF6B6184D}" type="slidenum">
              <a:rPr lang="en-IN" smtClean="0"/>
              <a:t>33</a:t>
            </a:fld>
            <a:endParaRPr lang="en-IN"/>
          </a:p>
        </p:txBody>
      </p:sp>
    </p:spTree>
    <p:extLst>
      <p:ext uri="{BB962C8B-B14F-4D97-AF65-F5344CB8AC3E}">
        <p14:creationId xmlns:p14="http://schemas.microsoft.com/office/powerpoint/2010/main" val="27798415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0" y="405793"/>
            <a:ext cx="3249637" cy="6401753"/>
          </a:xfrm>
          <a:prstGeom prst="rect">
            <a:avLst/>
          </a:prstGeom>
          <a:noFill/>
        </p:spPr>
        <p:txBody>
          <a:bodyPr wrap="square" rtlCol="0">
            <a:spAutoFit/>
          </a:bodyPr>
          <a:lstStyle/>
          <a:p>
            <a:pPr algn="just"/>
            <a:r>
              <a:rPr lang="en-IN" sz="2400" dirty="0">
                <a:solidFill>
                  <a:srgbClr val="FF0000"/>
                </a:solidFill>
              </a:rPr>
              <a:t>ALP: SUBROUTINES</a:t>
            </a:r>
          </a:p>
          <a:p>
            <a:pPr algn="just"/>
            <a:endParaRPr lang="en-IN" dirty="0"/>
          </a:p>
          <a:p>
            <a:pPr algn="just"/>
            <a:r>
              <a:rPr lang="en-IN" sz="1400" dirty="0"/>
              <a:t>Subroutines are used when a particular sub task is to be executed many times on different values, at different times in the program.</a:t>
            </a:r>
          </a:p>
          <a:p>
            <a:pPr algn="just"/>
            <a:endParaRPr lang="en-IN" sz="1400" dirty="0"/>
          </a:p>
          <a:p>
            <a:pPr algn="just"/>
            <a:r>
              <a:rPr lang="en-IN" sz="1400" dirty="0"/>
              <a:t>CALL instruction is used, for calling the subroutine, the calling program must resume execution continuing immediately after the instruction that called the subroutine. RETURN instruction is executed by the subroutine, to return to the calling program.</a:t>
            </a:r>
          </a:p>
          <a:p>
            <a:pPr algn="just"/>
            <a:endParaRPr lang="en-IN" sz="1400" dirty="0"/>
          </a:p>
          <a:p>
            <a:pPr algn="just"/>
            <a:r>
              <a:rPr lang="en-IN" sz="1400" dirty="0"/>
              <a:t>The way in which a computer makes it possible to CALL and RETURN from subroutine is referred to as its subroutine linkage method. The simplest subroutine method is to save the return address in s specific location, which may be a register dedicated to this function, called as LINK REGISTER. When CALL is executed, PC (it points to the next instruction) contents are stored in LINK REGISTER, when RETURN is executed, PC will be re-loaded with LINK REGISTER contents.</a:t>
            </a:r>
          </a:p>
          <a:p>
            <a:pPr algn="just"/>
            <a:endParaRPr lang="en-IN" dirty="0"/>
          </a:p>
        </p:txBody>
      </p:sp>
      <p:pic>
        <p:nvPicPr>
          <p:cNvPr id="6" name="Picture 5">
            <a:extLst>
              <a:ext uri="{FF2B5EF4-FFF2-40B4-BE49-F238E27FC236}">
                <a16:creationId xmlns:a16="http://schemas.microsoft.com/office/drawing/2014/main" id="{137FEB63-71A7-460C-A678-11DC3233D1B9}"/>
              </a:ext>
            </a:extLst>
          </p:cNvPr>
          <p:cNvPicPr>
            <a:picLocks noChangeAspect="1"/>
          </p:cNvPicPr>
          <p:nvPr/>
        </p:nvPicPr>
        <p:blipFill>
          <a:blip r:embed="rId2"/>
          <a:stretch>
            <a:fillRect/>
          </a:stretch>
        </p:blipFill>
        <p:spPr>
          <a:xfrm>
            <a:off x="3249637" y="609693"/>
            <a:ext cx="8942363" cy="5842514"/>
          </a:xfrm>
          <a:prstGeom prst="rect">
            <a:avLst/>
          </a:prstGeom>
        </p:spPr>
      </p:pic>
      <p:sp>
        <p:nvSpPr>
          <p:cNvPr id="2" name="Footer Placeholder 1">
            <a:extLst>
              <a:ext uri="{FF2B5EF4-FFF2-40B4-BE49-F238E27FC236}">
                <a16:creationId xmlns:a16="http://schemas.microsoft.com/office/drawing/2014/main" id="{64B13FDE-7EA9-9D09-B3D7-E055DDB88821}"/>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1E7955D1-1AF0-15F7-B16A-8A30EB1C4924}"/>
              </a:ext>
            </a:extLst>
          </p:cNvPr>
          <p:cNvSpPr>
            <a:spLocks noGrp="1"/>
          </p:cNvSpPr>
          <p:nvPr>
            <p:ph type="sldNum" sz="quarter" idx="12"/>
          </p:nvPr>
        </p:nvSpPr>
        <p:spPr/>
        <p:txBody>
          <a:bodyPr/>
          <a:lstStyle/>
          <a:p>
            <a:fld id="{E01A1374-4C1F-4D42-8836-504BF6B6184D}" type="slidenum">
              <a:rPr lang="en-IN" smtClean="0"/>
              <a:t>34</a:t>
            </a:fld>
            <a:endParaRPr lang="en-IN"/>
          </a:p>
        </p:txBody>
      </p:sp>
    </p:spTree>
    <p:extLst>
      <p:ext uri="{BB962C8B-B14F-4D97-AF65-F5344CB8AC3E}">
        <p14:creationId xmlns:p14="http://schemas.microsoft.com/office/powerpoint/2010/main" val="2943670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154745" y="0"/>
            <a:ext cx="11788726" cy="7417415"/>
          </a:xfrm>
          <a:prstGeom prst="rect">
            <a:avLst/>
          </a:prstGeom>
          <a:noFill/>
        </p:spPr>
        <p:txBody>
          <a:bodyPr wrap="square" rtlCol="0">
            <a:spAutoFit/>
          </a:bodyPr>
          <a:lstStyle/>
          <a:p>
            <a:pPr algn="just"/>
            <a:r>
              <a:rPr lang="en-IN" sz="3200" dirty="0">
                <a:solidFill>
                  <a:srgbClr val="FF0000"/>
                </a:solidFill>
              </a:rPr>
              <a:t>Subroutine  Nesting…</a:t>
            </a:r>
          </a:p>
          <a:p>
            <a:pPr algn="just"/>
            <a:endParaRPr lang="en-IN" dirty="0"/>
          </a:p>
          <a:p>
            <a:pPr algn="just"/>
            <a:r>
              <a:rPr lang="en-IN" sz="2400" dirty="0"/>
              <a:t>A common programming practice, called </a:t>
            </a:r>
            <a:r>
              <a:rPr lang="en-IN" sz="2400" dirty="0">
                <a:solidFill>
                  <a:srgbClr val="FF0000"/>
                </a:solidFill>
              </a:rPr>
              <a:t>subroutine nesting</a:t>
            </a:r>
            <a:r>
              <a:rPr lang="en-IN" sz="2400" dirty="0"/>
              <a:t>, is to have one subroutine call another. In this case, the return address of the second call is also stored in the link register, destroying its previous contents. Hence, it is essential to </a:t>
            </a:r>
            <a:r>
              <a:rPr lang="en-IN" sz="2400" dirty="0">
                <a:solidFill>
                  <a:srgbClr val="FF0000"/>
                </a:solidFill>
              </a:rPr>
              <a:t>save the contents of link register in some other location before calling another subroutine</a:t>
            </a:r>
            <a:r>
              <a:rPr lang="en-IN" sz="2400" dirty="0"/>
              <a:t>, otherwise the return address of the first subroutine will be lost. </a:t>
            </a:r>
          </a:p>
          <a:p>
            <a:pPr algn="just"/>
            <a:endParaRPr lang="en-IN" sz="2400" dirty="0"/>
          </a:p>
          <a:p>
            <a:pPr algn="just"/>
            <a:r>
              <a:rPr lang="en-IN" sz="2400" dirty="0"/>
              <a:t>Subroutine nesting can be carried out to any depth. Eventually, the last subroutine called completes its computations and returns to the subroutine that called it. The return address needed for the first return is the last one generated in the nested call sequence. That is, </a:t>
            </a:r>
            <a:r>
              <a:rPr lang="en-IN" sz="2400" dirty="0">
                <a:solidFill>
                  <a:srgbClr val="FF0000"/>
                </a:solidFill>
              </a:rPr>
              <a:t>return addresses are generated and used in a last-in-first-out order. This is done using processor stack. </a:t>
            </a:r>
          </a:p>
          <a:p>
            <a:pPr algn="just"/>
            <a:endParaRPr lang="en-IN" sz="2400" dirty="0"/>
          </a:p>
          <a:p>
            <a:pPr algn="just"/>
            <a:r>
              <a:rPr lang="en-IN" sz="2400" dirty="0">
                <a:solidFill>
                  <a:srgbClr val="FF0000"/>
                </a:solidFill>
              </a:rPr>
              <a:t>Many Processors do this automatically as one of the operations performed by the call instruction</a:t>
            </a:r>
            <a:r>
              <a:rPr lang="en-IN" sz="2400" dirty="0"/>
              <a:t>. The Stack pointer points to a stack called the processor stack. </a:t>
            </a:r>
            <a:r>
              <a:rPr lang="en-IN" sz="2400" dirty="0">
                <a:solidFill>
                  <a:srgbClr val="002060"/>
                </a:solidFill>
              </a:rPr>
              <a:t>The call instruction pushes the contents of PC on to the processor stack and loads the subroutine address into the PC. The return instruction pops the return address from the processor stack into the PC.</a:t>
            </a:r>
          </a:p>
          <a:p>
            <a:pPr algn="just"/>
            <a:endParaRPr lang="en-IN" sz="2400" dirty="0"/>
          </a:p>
          <a:p>
            <a:pPr algn="just"/>
            <a:endParaRPr lang="en-IN" dirty="0"/>
          </a:p>
        </p:txBody>
      </p:sp>
      <p:sp>
        <p:nvSpPr>
          <p:cNvPr id="2" name="Footer Placeholder 1">
            <a:extLst>
              <a:ext uri="{FF2B5EF4-FFF2-40B4-BE49-F238E27FC236}">
                <a16:creationId xmlns:a16="http://schemas.microsoft.com/office/drawing/2014/main" id="{693E2689-12E5-2838-C2CE-B5A3A974750C}"/>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7ABE55B-9BBA-69B8-C9B6-4529724DABEE}"/>
              </a:ext>
            </a:extLst>
          </p:cNvPr>
          <p:cNvSpPr>
            <a:spLocks noGrp="1"/>
          </p:cNvSpPr>
          <p:nvPr>
            <p:ph type="sldNum" sz="quarter" idx="12"/>
          </p:nvPr>
        </p:nvSpPr>
        <p:spPr/>
        <p:txBody>
          <a:bodyPr/>
          <a:lstStyle/>
          <a:p>
            <a:fld id="{E01A1374-4C1F-4D42-8836-504BF6B6184D}" type="slidenum">
              <a:rPr lang="en-IN" smtClean="0"/>
              <a:t>35</a:t>
            </a:fld>
            <a:endParaRPr lang="en-IN"/>
          </a:p>
        </p:txBody>
      </p:sp>
    </p:spTree>
    <p:extLst>
      <p:ext uri="{BB962C8B-B14F-4D97-AF65-F5344CB8AC3E}">
        <p14:creationId xmlns:p14="http://schemas.microsoft.com/office/powerpoint/2010/main" val="2913914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0" y="211014"/>
            <a:ext cx="6443003" cy="6278642"/>
          </a:xfrm>
          <a:prstGeom prst="rect">
            <a:avLst/>
          </a:prstGeom>
          <a:noFill/>
        </p:spPr>
        <p:txBody>
          <a:bodyPr wrap="square" rtlCol="0">
            <a:spAutoFit/>
          </a:bodyPr>
          <a:lstStyle/>
          <a:p>
            <a:pPr algn="just"/>
            <a:r>
              <a:rPr lang="en-IN" sz="2400" dirty="0">
                <a:solidFill>
                  <a:srgbClr val="FF0000"/>
                </a:solidFill>
              </a:rPr>
              <a:t>ALP: Subroutines – Parameter Passing</a:t>
            </a:r>
          </a:p>
          <a:p>
            <a:pPr algn="just"/>
            <a:endParaRPr lang="en-IN" dirty="0"/>
          </a:p>
          <a:p>
            <a:pPr algn="just"/>
            <a:r>
              <a:rPr lang="en-IN" sz="2400" dirty="0"/>
              <a:t>The exchange of information between a calling program and a subroutine is referred as parameter passing. The calling program may place the parameters using, </a:t>
            </a:r>
          </a:p>
          <a:p>
            <a:pPr marL="457200" indent="-457200" algn="just">
              <a:buAutoNum type="arabicPeriod"/>
            </a:pPr>
            <a:r>
              <a:rPr lang="en-IN" sz="2400" dirty="0"/>
              <a:t>Using Registers (straightforward/easy and efficient)</a:t>
            </a:r>
          </a:p>
          <a:p>
            <a:pPr marL="457200" indent="-457200" algn="just">
              <a:buAutoNum type="arabicPeriod"/>
            </a:pPr>
            <a:r>
              <a:rPr lang="en-IN" sz="2400" dirty="0"/>
              <a:t>Using Memory Locations</a:t>
            </a:r>
          </a:p>
          <a:p>
            <a:pPr marL="457200" indent="-457200" algn="just">
              <a:buAutoNum type="arabicPeriod"/>
            </a:pPr>
            <a:r>
              <a:rPr lang="en-IN" sz="2400" dirty="0"/>
              <a:t>Using the Processor Stack (flexible, can handle large number of parameters)</a:t>
            </a:r>
          </a:p>
          <a:p>
            <a:pPr algn="just"/>
            <a:endParaRPr lang="en-IN" dirty="0"/>
          </a:p>
          <a:p>
            <a:pPr algn="just"/>
            <a:r>
              <a:rPr lang="en-IN" dirty="0">
                <a:solidFill>
                  <a:srgbClr val="FF0000"/>
                </a:solidFill>
              </a:rPr>
              <a:t>Parameter Passing by Value and by Reference </a:t>
            </a:r>
            <a:r>
              <a:rPr lang="en-IN" dirty="0"/>
              <a:t>: Note the nature of the two parameter, NUM1 and n, passed to the subroutine shown in the figure. The purpose of the subroutine is to add a list of numbers. Instead of passing the actual list entries, the calling program passes the address of the first number in the list ( passing by reference ). The second parameter is passed by value, that is, the actual number of entries, n , is passed to the subroutine.</a:t>
            </a:r>
          </a:p>
        </p:txBody>
      </p:sp>
      <p:pic>
        <p:nvPicPr>
          <p:cNvPr id="8" name="Picture 7">
            <a:extLst>
              <a:ext uri="{FF2B5EF4-FFF2-40B4-BE49-F238E27FC236}">
                <a16:creationId xmlns:a16="http://schemas.microsoft.com/office/drawing/2014/main" id="{A25BCB6A-71D4-4DCB-AEBA-36A60FE14DBE}"/>
              </a:ext>
            </a:extLst>
          </p:cNvPr>
          <p:cNvPicPr>
            <a:picLocks noChangeAspect="1"/>
          </p:cNvPicPr>
          <p:nvPr/>
        </p:nvPicPr>
        <p:blipFill>
          <a:blip r:embed="rId2"/>
          <a:stretch>
            <a:fillRect/>
          </a:stretch>
        </p:blipFill>
        <p:spPr>
          <a:xfrm>
            <a:off x="6714425" y="749105"/>
            <a:ext cx="5074301" cy="5359790"/>
          </a:xfrm>
          <a:prstGeom prst="rect">
            <a:avLst/>
          </a:prstGeom>
        </p:spPr>
      </p:pic>
      <p:sp>
        <p:nvSpPr>
          <p:cNvPr id="2" name="Footer Placeholder 1">
            <a:extLst>
              <a:ext uri="{FF2B5EF4-FFF2-40B4-BE49-F238E27FC236}">
                <a16:creationId xmlns:a16="http://schemas.microsoft.com/office/drawing/2014/main" id="{9CCB1719-FBFD-7644-D05E-80E5C91039BA}"/>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0C7654D6-C221-52A4-0587-7F983E509379}"/>
              </a:ext>
            </a:extLst>
          </p:cNvPr>
          <p:cNvSpPr>
            <a:spLocks noGrp="1"/>
          </p:cNvSpPr>
          <p:nvPr>
            <p:ph type="sldNum" sz="quarter" idx="12"/>
          </p:nvPr>
        </p:nvSpPr>
        <p:spPr/>
        <p:txBody>
          <a:bodyPr/>
          <a:lstStyle/>
          <a:p>
            <a:fld id="{E01A1374-4C1F-4D42-8836-504BF6B6184D}" type="slidenum">
              <a:rPr lang="en-IN" smtClean="0"/>
              <a:t>36</a:t>
            </a:fld>
            <a:endParaRPr lang="en-IN"/>
          </a:p>
        </p:txBody>
      </p:sp>
    </p:spTree>
    <p:extLst>
      <p:ext uri="{BB962C8B-B14F-4D97-AF65-F5344CB8AC3E}">
        <p14:creationId xmlns:p14="http://schemas.microsoft.com/office/powerpoint/2010/main" val="3323934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98474" y="268195"/>
            <a:ext cx="3287408" cy="6647974"/>
          </a:xfrm>
          <a:prstGeom prst="rect">
            <a:avLst/>
          </a:prstGeom>
          <a:noFill/>
        </p:spPr>
        <p:txBody>
          <a:bodyPr wrap="square" rtlCol="0">
            <a:spAutoFit/>
          </a:bodyPr>
          <a:lstStyle/>
          <a:p>
            <a:pPr algn="just"/>
            <a:r>
              <a:rPr lang="en-IN" sz="2400" dirty="0" err="1">
                <a:solidFill>
                  <a:srgbClr val="FF0000"/>
                </a:solidFill>
              </a:rPr>
              <a:t>ALP:Subroutines</a:t>
            </a:r>
            <a:r>
              <a:rPr lang="en-IN" sz="2400" dirty="0">
                <a:solidFill>
                  <a:srgbClr val="FF0000"/>
                </a:solidFill>
              </a:rPr>
              <a:t>  Parameter Using Stack</a:t>
            </a:r>
          </a:p>
          <a:p>
            <a:pPr algn="just"/>
            <a:r>
              <a:rPr lang="en-IN" sz="1200" dirty="0"/>
              <a:t>Assume, before the stack is used for parameter passing, it is at LEVEL 1</a:t>
            </a:r>
          </a:p>
          <a:p>
            <a:pPr algn="just"/>
            <a:r>
              <a:rPr lang="en-IN" sz="1200" dirty="0">
                <a:solidFill>
                  <a:srgbClr val="FF0000"/>
                </a:solidFill>
              </a:rPr>
              <a:t>In </a:t>
            </a:r>
            <a:r>
              <a:rPr lang="en-IN" sz="1200" dirty="0" err="1">
                <a:solidFill>
                  <a:srgbClr val="FF0000"/>
                </a:solidFill>
              </a:rPr>
              <a:t>MainProgram</a:t>
            </a:r>
            <a:r>
              <a:rPr lang="en-IN" sz="1200" dirty="0">
                <a:solidFill>
                  <a:srgbClr val="FF0000"/>
                </a:solidFill>
              </a:rPr>
              <a:t> : </a:t>
            </a:r>
          </a:p>
          <a:p>
            <a:pPr algn="just"/>
            <a:r>
              <a:rPr lang="en-IN" sz="1200" dirty="0"/>
              <a:t>The parameters (N and NUM1) are pushed to stack, SP is decremented by 8</a:t>
            </a:r>
          </a:p>
          <a:p>
            <a:pPr algn="just"/>
            <a:r>
              <a:rPr lang="en-IN" sz="1200" dirty="0"/>
              <a:t>The subroutine LISTADD is called, hence return address is saved on stack,</a:t>
            </a:r>
          </a:p>
          <a:p>
            <a:pPr algn="just"/>
            <a:r>
              <a:rPr lang="en-IN" sz="1200" dirty="0"/>
              <a:t> now SP is further decremented by 4, and now stack is at LEVEL 2.</a:t>
            </a:r>
          </a:p>
          <a:p>
            <a:pPr algn="just"/>
            <a:endParaRPr lang="en-IN" sz="1200" dirty="0"/>
          </a:p>
          <a:p>
            <a:pPr algn="just"/>
            <a:r>
              <a:rPr lang="en-IN" sz="1200" dirty="0">
                <a:solidFill>
                  <a:srgbClr val="FF0000"/>
                </a:solidFill>
              </a:rPr>
              <a:t>In </a:t>
            </a:r>
            <a:r>
              <a:rPr lang="en-IN" sz="1200" dirty="0" err="1">
                <a:solidFill>
                  <a:srgbClr val="FF0000"/>
                </a:solidFill>
              </a:rPr>
              <a:t>SubRoutine</a:t>
            </a:r>
            <a:r>
              <a:rPr lang="en-IN" sz="1200" dirty="0">
                <a:solidFill>
                  <a:srgbClr val="FF0000"/>
                </a:solidFill>
              </a:rPr>
              <a:t> :</a:t>
            </a:r>
          </a:p>
          <a:p>
            <a:pPr algn="just"/>
            <a:r>
              <a:rPr lang="en-IN" sz="1200" dirty="0"/>
              <a:t>The subroutine uses three registers. Since these registers may contain valid data that belong to the calling program, their contents should be saved by pushing them onto the stack. </a:t>
            </a:r>
            <a:r>
              <a:rPr lang="en-IN" sz="1200" dirty="0" err="1"/>
              <a:t>MoveMultiple</a:t>
            </a:r>
            <a:r>
              <a:rPr lang="en-IN" sz="1200" dirty="0"/>
              <a:t>, is used to store the contents of registers R0,R1,R2 on stack. Now, stack is at LEVEL 3.</a:t>
            </a:r>
          </a:p>
          <a:p>
            <a:pPr algn="just"/>
            <a:r>
              <a:rPr lang="en-IN" sz="1200" dirty="0"/>
              <a:t>Subroutine accesses the parameters N and NUM1 from the stack using indexed addressing (hence SP value will not change). Before the subroutine returns to the calling program, the answer stored in R0 are placed on the stack replacing the parameter NUM1, which is no longer needed. Then, the contents of Registers R0-R2used by subroutine are restored from the stack. Now the top item on the stack is the return address at LEVEL 2. After the subroutine returns, the calling program stores the result in location SUM and lowers the top of the stack to its original level by incrementing the SP by 8.</a:t>
            </a:r>
          </a:p>
          <a:p>
            <a:pPr algn="just"/>
            <a:endParaRPr lang="en-IN" dirty="0"/>
          </a:p>
        </p:txBody>
      </p:sp>
      <p:pic>
        <p:nvPicPr>
          <p:cNvPr id="3" name="Picture 2">
            <a:extLst>
              <a:ext uri="{FF2B5EF4-FFF2-40B4-BE49-F238E27FC236}">
                <a16:creationId xmlns:a16="http://schemas.microsoft.com/office/drawing/2014/main" id="{C3D27615-6B6C-4932-A375-1FFBE43D4E73}"/>
              </a:ext>
            </a:extLst>
          </p:cNvPr>
          <p:cNvPicPr>
            <a:picLocks noChangeAspect="1"/>
          </p:cNvPicPr>
          <p:nvPr/>
        </p:nvPicPr>
        <p:blipFill>
          <a:blip r:embed="rId3"/>
          <a:stretch>
            <a:fillRect/>
          </a:stretch>
        </p:blipFill>
        <p:spPr>
          <a:xfrm>
            <a:off x="3385882" y="151506"/>
            <a:ext cx="8473183" cy="6554987"/>
          </a:xfrm>
          <a:prstGeom prst="rect">
            <a:avLst/>
          </a:prstGeom>
        </p:spPr>
      </p:pic>
      <p:pic>
        <p:nvPicPr>
          <p:cNvPr id="6" name="Picture 5">
            <a:extLst>
              <a:ext uri="{FF2B5EF4-FFF2-40B4-BE49-F238E27FC236}">
                <a16:creationId xmlns:a16="http://schemas.microsoft.com/office/drawing/2014/main" id="{95097872-EE8B-49E4-B818-8419747ACD8B}"/>
              </a:ext>
            </a:extLst>
          </p:cNvPr>
          <p:cNvPicPr>
            <a:picLocks noChangeAspect="1"/>
          </p:cNvPicPr>
          <p:nvPr/>
        </p:nvPicPr>
        <p:blipFill>
          <a:blip r:embed="rId4"/>
          <a:stretch>
            <a:fillRect/>
          </a:stretch>
        </p:blipFill>
        <p:spPr>
          <a:xfrm>
            <a:off x="9454222" y="4563431"/>
            <a:ext cx="2657475" cy="2247900"/>
          </a:xfrm>
          <a:prstGeom prst="rect">
            <a:avLst/>
          </a:prstGeom>
        </p:spPr>
      </p:pic>
      <p:sp>
        <p:nvSpPr>
          <p:cNvPr id="2" name="Footer Placeholder 1">
            <a:extLst>
              <a:ext uri="{FF2B5EF4-FFF2-40B4-BE49-F238E27FC236}">
                <a16:creationId xmlns:a16="http://schemas.microsoft.com/office/drawing/2014/main" id="{CC48CB79-27E4-16A0-42BF-FF1810B52401}"/>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9B1B3732-17DA-97F3-0A03-B165CFF7DF31}"/>
              </a:ext>
            </a:extLst>
          </p:cNvPr>
          <p:cNvSpPr>
            <a:spLocks noGrp="1"/>
          </p:cNvSpPr>
          <p:nvPr>
            <p:ph type="sldNum" sz="quarter" idx="12"/>
          </p:nvPr>
        </p:nvSpPr>
        <p:spPr/>
        <p:txBody>
          <a:bodyPr/>
          <a:lstStyle/>
          <a:p>
            <a:fld id="{E01A1374-4C1F-4D42-8836-504BF6B6184D}" type="slidenum">
              <a:rPr lang="en-IN" smtClean="0"/>
              <a:t>37</a:t>
            </a:fld>
            <a:endParaRPr lang="en-IN"/>
          </a:p>
        </p:txBody>
      </p:sp>
    </p:spTree>
    <p:extLst>
      <p:ext uri="{BB962C8B-B14F-4D97-AF65-F5344CB8AC3E}">
        <p14:creationId xmlns:p14="http://schemas.microsoft.com/office/powerpoint/2010/main" val="3857346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B61E-6CEE-4F4B-9A93-C7D789F29C76}"/>
              </a:ext>
            </a:extLst>
          </p:cNvPr>
          <p:cNvPicPr>
            <a:picLocks noChangeAspect="1"/>
          </p:cNvPicPr>
          <p:nvPr/>
        </p:nvPicPr>
        <p:blipFill>
          <a:blip r:embed="rId2"/>
          <a:stretch>
            <a:fillRect/>
          </a:stretch>
        </p:blipFill>
        <p:spPr>
          <a:xfrm>
            <a:off x="460524" y="1363979"/>
            <a:ext cx="11464406" cy="3334630"/>
          </a:xfrm>
          <a:prstGeom prst="rect">
            <a:avLst/>
          </a:prstGeom>
        </p:spPr>
      </p:pic>
      <p:sp>
        <p:nvSpPr>
          <p:cNvPr id="2" name="Footer Placeholder 1">
            <a:extLst>
              <a:ext uri="{FF2B5EF4-FFF2-40B4-BE49-F238E27FC236}">
                <a16:creationId xmlns:a16="http://schemas.microsoft.com/office/drawing/2014/main" id="{FF6A5313-9119-D137-19E0-CB21C624E5E7}"/>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608BED11-9E23-7A68-75F9-9E5001FB70E6}"/>
              </a:ext>
            </a:extLst>
          </p:cNvPr>
          <p:cNvSpPr>
            <a:spLocks noGrp="1"/>
          </p:cNvSpPr>
          <p:nvPr>
            <p:ph type="sldNum" sz="quarter" idx="12"/>
          </p:nvPr>
        </p:nvSpPr>
        <p:spPr/>
        <p:txBody>
          <a:bodyPr/>
          <a:lstStyle/>
          <a:p>
            <a:fld id="{E01A1374-4C1F-4D42-8836-504BF6B6184D}" type="slidenum">
              <a:rPr lang="en-IN" smtClean="0"/>
              <a:t>38</a:t>
            </a:fld>
            <a:endParaRPr lang="en-IN"/>
          </a:p>
        </p:txBody>
      </p:sp>
    </p:spTree>
    <p:extLst>
      <p:ext uri="{BB962C8B-B14F-4D97-AF65-F5344CB8AC3E}">
        <p14:creationId xmlns:p14="http://schemas.microsoft.com/office/powerpoint/2010/main" val="1115076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CEAD3A-3A2C-4286-A268-D38465DEAE07}"/>
              </a:ext>
            </a:extLst>
          </p:cNvPr>
          <p:cNvPicPr>
            <a:picLocks noChangeAspect="1"/>
          </p:cNvPicPr>
          <p:nvPr/>
        </p:nvPicPr>
        <p:blipFill>
          <a:blip r:embed="rId2"/>
          <a:stretch>
            <a:fillRect/>
          </a:stretch>
        </p:blipFill>
        <p:spPr>
          <a:xfrm>
            <a:off x="2067951" y="155000"/>
            <a:ext cx="7554351" cy="6547999"/>
          </a:xfrm>
          <a:prstGeom prst="rect">
            <a:avLst/>
          </a:prstGeom>
        </p:spPr>
      </p:pic>
      <p:sp>
        <p:nvSpPr>
          <p:cNvPr id="2" name="Footer Placeholder 1">
            <a:extLst>
              <a:ext uri="{FF2B5EF4-FFF2-40B4-BE49-F238E27FC236}">
                <a16:creationId xmlns:a16="http://schemas.microsoft.com/office/drawing/2014/main" id="{3B90FE3E-8C54-2041-F54C-3E30D2C47409}"/>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1CE96849-114C-543F-4B32-EEE946FE4EDB}"/>
              </a:ext>
            </a:extLst>
          </p:cNvPr>
          <p:cNvSpPr>
            <a:spLocks noGrp="1"/>
          </p:cNvSpPr>
          <p:nvPr>
            <p:ph type="sldNum" sz="quarter" idx="12"/>
          </p:nvPr>
        </p:nvSpPr>
        <p:spPr/>
        <p:txBody>
          <a:bodyPr/>
          <a:lstStyle/>
          <a:p>
            <a:fld id="{E01A1374-4C1F-4D42-8836-504BF6B6184D}" type="slidenum">
              <a:rPr lang="en-IN" smtClean="0"/>
              <a:t>39</a:t>
            </a:fld>
            <a:endParaRPr lang="en-IN"/>
          </a:p>
        </p:txBody>
      </p:sp>
    </p:spTree>
    <p:extLst>
      <p:ext uri="{BB962C8B-B14F-4D97-AF65-F5344CB8AC3E}">
        <p14:creationId xmlns:p14="http://schemas.microsoft.com/office/powerpoint/2010/main" val="1965240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391550" y="0"/>
            <a:ext cx="11608192" cy="6647974"/>
          </a:xfrm>
          <a:prstGeom prst="rect">
            <a:avLst/>
          </a:prstGeom>
          <a:noFill/>
        </p:spPr>
        <p:txBody>
          <a:bodyPr wrap="square" rtlCol="0">
            <a:spAutoFit/>
          </a:bodyPr>
          <a:lstStyle/>
          <a:p>
            <a:pPr algn="just"/>
            <a:r>
              <a:rPr lang="en-IN" sz="2400" dirty="0" err="1">
                <a:solidFill>
                  <a:srgbClr val="FF0000"/>
                </a:solidFill>
              </a:rPr>
              <a:t>ALP:Subroutine</a:t>
            </a:r>
            <a:r>
              <a:rPr lang="en-IN" sz="2400" dirty="0">
                <a:solidFill>
                  <a:srgbClr val="FF0000"/>
                </a:solidFill>
              </a:rPr>
              <a:t> – stack frame</a:t>
            </a:r>
          </a:p>
          <a:p>
            <a:pPr algn="just"/>
            <a:endParaRPr lang="en-IN" dirty="0"/>
          </a:p>
          <a:p>
            <a:pPr algn="just"/>
            <a:r>
              <a:rPr lang="en-IN" sz="2400" dirty="0"/>
              <a:t>With reference to the figure, SP&amp; FP are manipulated as follows, when the stack frame is </a:t>
            </a:r>
            <a:r>
              <a:rPr lang="en-IN" sz="2400" dirty="0" err="1"/>
              <a:t>built,used</a:t>
            </a:r>
            <a:r>
              <a:rPr lang="en-IN" sz="2400" dirty="0"/>
              <a:t> and dismantled, when subroutine  called.</a:t>
            </a:r>
          </a:p>
          <a:p>
            <a:pPr algn="just"/>
            <a:r>
              <a:rPr lang="en-IN" sz="2400" dirty="0"/>
              <a:t>-&gt; Assume SP points to the </a:t>
            </a:r>
            <a:r>
              <a:rPr lang="en-IN" sz="2400" dirty="0">
                <a:solidFill>
                  <a:srgbClr val="FF0000"/>
                </a:solidFill>
              </a:rPr>
              <a:t>old top-of-stock (TOS) element</a:t>
            </a:r>
            <a:r>
              <a:rPr lang="en-IN" sz="2400" dirty="0"/>
              <a:t>.</a:t>
            </a:r>
          </a:p>
          <a:p>
            <a:pPr algn="just"/>
            <a:r>
              <a:rPr lang="en-IN" sz="2400" dirty="0"/>
              <a:t>-&gt; Before the subroutine is called, the calling program </a:t>
            </a:r>
            <a:r>
              <a:rPr lang="en-IN" sz="2400" dirty="0">
                <a:solidFill>
                  <a:srgbClr val="FF0000"/>
                </a:solidFill>
              </a:rPr>
              <a:t>pushes the four parameters on to the stack.</a:t>
            </a:r>
          </a:p>
          <a:p>
            <a:pPr algn="just"/>
            <a:r>
              <a:rPr lang="en-IN" sz="2400" dirty="0"/>
              <a:t>-&gt;The </a:t>
            </a:r>
            <a:r>
              <a:rPr lang="en-IN" sz="2400" dirty="0">
                <a:solidFill>
                  <a:srgbClr val="FF0000"/>
                </a:solidFill>
              </a:rPr>
              <a:t>call instruction is executed, resulting in the return address being pushed on to the stack</a:t>
            </a:r>
            <a:r>
              <a:rPr lang="en-IN" sz="2400" dirty="0"/>
              <a:t>. Now, SP points to this return address, and the first instruction of the subroutine is about to be executed.</a:t>
            </a:r>
          </a:p>
          <a:p>
            <a:pPr algn="just"/>
            <a:r>
              <a:rPr lang="en-IN" sz="2400" dirty="0"/>
              <a:t>-&gt;This is the point at which the frame pointer FP is set to contain the proper memory address. Since, FP is usually a general-purpose register, it may contain information of use to the calling program. Therefore, its contents are saved by pushing them onto the stack. Since </a:t>
            </a:r>
            <a:r>
              <a:rPr lang="en-IN" sz="2400" dirty="0">
                <a:solidFill>
                  <a:srgbClr val="FF0000"/>
                </a:solidFill>
              </a:rPr>
              <a:t>SP now points to this position, its contents are copied into F</a:t>
            </a:r>
            <a:r>
              <a:rPr lang="en-IN" sz="2400" dirty="0"/>
              <a:t>P. Hence the first two instructions executed in the subroutine are:</a:t>
            </a:r>
          </a:p>
          <a:p>
            <a:pPr algn="just"/>
            <a:r>
              <a:rPr lang="en-IN" sz="2400" dirty="0"/>
              <a:t>                                    Move    FP, -(SP)</a:t>
            </a:r>
          </a:p>
          <a:p>
            <a:pPr algn="just"/>
            <a:r>
              <a:rPr lang="en-IN" sz="2400" dirty="0"/>
              <a:t>                                    Move    SP, FP</a:t>
            </a:r>
          </a:p>
          <a:p>
            <a:pPr algn="just"/>
            <a:r>
              <a:rPr lang="en-IN" sz="2400" dirty="0"/>
              <a:t>Now both SP,FP point to the saved FP contents.</a:t>
            </a:r>
          </a:p>
        </p:txBody>
      </p:sp>
      <p:sp>
        <p:nvSpPr>
          <p:cNvPr id="2" name="Footer Placeholder 1">
            <a:extLst>
              <a:ext uri="{FF2B5EF4-FFF2-40B4-BE49-F238E27FC236}">
                <a16:creationId xmlns:a16="http://schemas.microsoft.com/office/drawing/2014/main" id="{BA206778-0711-CEFD-DB00-FB6C2C27D836}"/>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FC86DAFB-02A9-5BE3-76D4-DD74CA458F26}"/>
              </a:ext>
            </a:extLst>
          </p:cNvPr>
          <p:cNvSpPr>
            <a:spLocks noGrp="1"/>
          </p:cNvSpPr>
          <p:nvPr>
            <p:ph type="sldNum" sz="quarter" idx="12"/>
          </p:nvPr>
        </p:nvSpPr>
        <p:spPr/>
        <p:txBody>
          <a:bodyPr/>
          <a:lstStyle/>
          <a:p>
            <a:fld id="{E01A1374-4C1F-4D42-8836-504BF6B6184D}" type="slidenum">
              <a:rPr lang="en-IN" smtClean="0"/>
              <a:t>40</a:t>
            </a:fld>
            <a:endParaRPr lang="en-IN"/>
          </a:p>
        </p:txBody>
      </p:sp>
    </p:spTree>
    <p:extLst>
      <p:ext uri="{BB962C8B-B14F-4D97-AF65-F5344CB8AC3E}">
        <p14:creationId xmlns:p14="http://schemas.microsoft.com/office/powerpoint/2010/main" val="11660740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33753" y="253217"/>
            <a:ext cx="11608192" cy="6278642"/>
          </a:xfrm>
          <a:prstGeom prst="rect">
            <a:avLst/>
          </a:prstGeom>
          <a:noFill/>
        </p:spPr>
        <p:txBody>
          <a:bodyPr wrap="square" rtlCol="0">
            <a:spAutoFit/>
          </a:bodyPr>
          <a:lstStyle/>
          <a:p>
            <a:pPr algn="just"/>
            <a:r>
              <a:rPr lang="en-IN" sz="2400" dirty="0" err="1">
                <a:solidFill>
                  <a:srgbClr val="FF0000"/>
                </a:solidFill>
              </a:rPr>
              <a:t>ALP:Subroutine</a:t>
            </a:r>
            <a:r>
              <a:rPr lang="en-IN" sz="2400" dirty="0">
                <a:solidFill>
                  <a:srgbClr val="FF0000"/>
                </a:solidFill>
              </a:rPr>
              <a:t> – stack frame</a:t>
            </a:r>
          </a:p>
          <a:p>
            <a:pPr algn="just"/>
            <a:endParaRPr lang="en-IN" dirty="0"/>
          </a:p>
          <a:p>
            <a:pPr algn="just"/>
            <a:r>
              <a:rPr lang="en-IN" sz="2400" dirty="0"/>
              <a:t>-&gt;</a:t>
            </a:r>
            <a:r>
              <a:rPr lang="en-IN" sz="2400" dirty="0">
                <a:solidFill>
                  <a:srgbClr val="FF0000"/>
                </a:solidFill>
              </a:rPr>
              <a:t>Space for the three local variables is now allocated on the stack </a:t>
            </a:r>
            <a:r>
              <a:rPr lang="en-IN" sz="2400" dirty="0"/>
              <a:t>by executing the instruction</a:t>
            </a:r>
          </a:p>
          <a:p>
            <a:pPr algn="just"/>
            <a:r>
              <a:rPr lang="en-IN" sz="2400" dirty="0"/>
              <a:t>                                     </a:t>
            </a:r>
            <a:r>
              <a:rPr lang="en-IN" sz="2400" dirty="0">
                <a:solidFill>
                  <a:srgbClr val="FF0000"/>
                </a:solidFill>
              </a:rPr>
              <a:t>Subtract    #12, SP</a:t>
            </a:r>
          </a:p>
          <a:p>
            <a:pPr algn="just"/>
            <a:r>
              <a:rPr lang="en-IN" sz="2400" dirty="0"/>
              <a:t>-&gt;Finally,  the contents of processor</a:t>
            </a:r>
            <a:r>
              <a:rPr lang="en-IN" sz="2400" dirty="0">
                <a:solidFill>
                  <a:srgbClr val="FF0000"/>
                </a:solidFill>
              </a:rPr>
              <a:t> registers R0 and R1 are saved by pushing them on to the stack,</a:t>
            </a:r>
            <a:r>
              <a:rPr lang="en-IN" sz="2400" dirty="0"/>
              <a:t> as indicated in the figure.</a:t>
            </a:r>
          </a:p>
          <a:p>
            <a:pPr algn="just"/>
            <a:r>
              <a:rPr lang="en-IN" sz="2400" dirty="0"/>
              <a:t>-&gt;The subroutine now executes its task. </a:t>
            </a:r>
            <a:r>
              <a:rPr lang="en-IN" sz="2400" dirty="0">
                <a:solidFill>
                  <a:srgbClr val="FF0000"/>
                </a:solidFill>
              </a:rPr>
              <a:t>When the task is completed, the subroutine pops the saved values of R1 and R0 back into those registers, Removes the local variables from the stack frame by executing the instruction</a:t>
            </a:r>
          </a:p>
          <a:p>
            <a:pPr algn="just"/>
            <a:r>
              <a:rPr lang="en-IN" sz="2400" dirty="0"/>
              <a:t>                                      </a:t>
            </a:r>
            <a:r>
              <a:rPr lang="en-IN" sz="2400" dirty="0">
                <a:solidFill>
                  <a:srgbClr val="FF0000"/>
                </a:solidFill>
              </a:rPr>
              <a:t>Add    #12,SP</a:t>
            </a:r>
          </a:p>
          <a:p>
            <a:pPr algn="just"/>
            <a:r>
              <a:rPr lang="en-IN" sz="2400" dirty="0"/>
              <a:t>-&gt; And </a:t>
            </a:r>
            <a:r>
              <a:rPr lang="en-IN" sz="2400" dirty="0">
                <a:solidFill>
                  <a:srgbClr val="FF0000"/>
                </a:solidFill>
              </a:rPr>
              <a:t>pops the saved old value of FP back into FP</a:t>
            </a:r>
            <a:r>
              <a:rPr lang="en-IN" sz="2400" dirty="0"/>
              <a:t>. At this point, SP points to the return address, so the </a:t>
            </a:r>
            <a:r>
              <a:rPr lang="en-IN" sz="2400" dirty="0">
                <a:solidFill>
                  <a:srgbClr val="FF0000"/>
                </a:solidFill>
              </a:rPr>
              <a:t>return instruction can be executed</a:t>
            </a:r>
            <a:r>
              <a:rPr lang="en-IN" sz="2400" dirty="0"/>
              <a:t>, transferring control back to the calling program.</a:t>
            </a:r>
          </a:p>
          <a:p>
            <a:pPr algn="just"/>
            <a:r>
              <a:rPr lang="en-IN" sz="2400" dirty="0"/>
              <a:t>-&gt;The calling program is responsible for </a:t>
            </a:r>
            <a:r>
              <a:rPr lang="en-IN" sz="2400" dirty="0">
                <a:solidFill>
                  <a:srgbClr val="FF0000"/>
                </a:solidFill>
              </a:rPr>
              <a:t>removing the parameters from the stack frame</a:t>
            </a:r>
            <a:r>
              <a:rPr lang="en-IN" sz="2400" dirty="0"/>
              <a:t>, some of which may be results passed by the subroutine. The stack pointer now points to the old TOS, where it was, before stack frame was created.</a:t>
            </a:r>
          </a:p>
        </p:txBody>
      </p:sp>
      <p:sp>
        <p:nvSpPr>
          <p:cNvPr id="2" name="Footer Placeholder 1">
            <a:extLst>
              <a:ext uri="{FF2B5EF4-FFF2-40B4-BE49-F238E27FC236}">
                <a16:creationId xmlns:a16="http://schemas.microsoft.com/office/drawing/2014/main" id="{A24D35DF-7DF1-3C41-F4E4-9D6C870DEFB4}"/>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5F1EFF64-5587-D547-2031-F66D5112E71E}"/>
              </a:ext>
            </a:extLst>
          </p:cNvPr>
          <p:cNvSpPr>
            <a:spLocks noGrp="1"/>
          </p:cNvSpPr>
          <p:nvPr>
            <p:ph type="sldNum" sz="quarter" idx="12"/>
          </p:nvPr>
        </p:nvSpPr>
        <p:spPr/>
        <p:txBody>
          <a:bodyPr/>
          <a:lstStyle/>
          <a:p>
            <a:fld id="{E01A1374-4C1F-4D42-8836-504BF6B6184D}" type="slidenum">
              <a:rPr lang="en-IN" smtClean="0"/>
              <a:t>41</a:t>
            </a:fld>
            <a:endParaRPr lang="en-IN"/>
          </a:p>
        </p:txBody>
      </p:sp>
    </p:spTree>
    <p:extLst>
      <p:ext uri="{BB962C8B-B14F-4D97-AF65-F5344CB8AC3E}">
        <p14:creationId xmlns:p14="http://schemas.microsoft.com/office/powerpoint/2010/main" val="2723676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F073B9-31D2-44F3-BA67-8D1DCFA13156}"/>
              </a:ext>
            </a:extLst>
          </p:cNvPr>
          <p:cNvPicPr>
            <a:picLocks noChangeAspect="1"/>
          </p:cNvPicPr>
          <p:nvPr/>
        </p:nvPicPr>
        <p:blipFill>
          <a:blip r:embed="rId2"/>
          <a:stretch>
            <a:fillRect/>
          </a:stretch>
        </p:blipFill>
        <p:spPr>
          <a:xfrm>
            <a:off x="161727" y="457200"/>
            <a:ext cx="12152271" cy="5643563"/>
          </a:xfrm>
          <a:prstGeom prst="rect">
            <a:avLst/>
          </a:prstGeom>
        </p:spPr>
      </p:pic>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42</a:t>
            </a:fld>
            <a:endParaRPr lang="en-IN"/>
          </a:p>
        </p:txBody>
      </p:sp>
      <p:grpSp>
        <p:nvGrpSpPr>
          <p:cNvPr id="13" name="Group 12">
            <a:extLst>
              <a:ext uri="{FF2B5EF4-FFF2-40B4-BE49-F238E27FC236}">
                <a16:creationId xmlns:a16="http://schemas.microsoft.com/office/drawing/2014/main" id="{0687E8E3-5DDE-8D76-04B6-EC672319E222}"/>
              </a:ext>
            </a:extLst>
          </p:cNvPr>
          <p:cNvGrpSpPr/>
          <p:nvPr/>
        </p:nvGrpSpPr>
        <p:grpSpPr>
          <a:xfrm>
            <a:off x="5466530" y="1747308"/>
            <a:ext cx="1505880" cy="274680"/>
            <a:chOff x="5466530" y="1747308"/>
            <a:chExt cx="1505880" cy="274680"/>
          </a:xfrm>
        </p:grpSpPr>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838F9601-903B-91CA-9CB9-29CE9A70899A}"/>
                    </a:ext>
                  </a:extLst>
                </p14:cNvPr>
                <p14:cNvContentPartPr/>
                <p14:nvPr/>
              </p14:nvContentPartPr>
              <p14:xfrm>
                <a:off x="5466530" y="1877628"/>
                <a:ext cx="559800" cy="360"/>
              </p14:xfrm>
            </p:contentPart>
          </mc:Choice>
          <mc:Fallback>
            <p:pic>
              <p:nvPicPr>
                <p:cNvPr id="5" name="Ink 4">
                  <a:extLst>
                    <a:ext uri="{FF2B5EF4-FFF2-40B4-BE49-F238E27FC236}">
                      <a16:creationId xmlns:a16="http://schemas.microsoft.com/office/drawing/2014/main" id="{838F9601-903B-91CA-9CB9-29CE9A70899A}"/>
                    </a:ext>
                  </a:extLst>
                </p:cNvPr>
                <p:cNvPicPr/>
                <p:nvPr/>
              </p:nvPicPr>
              <p:blipFill>
                <a:blip r:embed="rId4"/>
                <a:stretch>
                  <a:fillRect/>
                </a:stretch>
              </p:blipFill>
              <p:spPr>
                <a:xfrm>
                  <a:off x="5448890" y="1859988"/>
                  <a:ext cx="5954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2F45E4ED-8428-72EB-2631-8E97DFE61546}"/>
                    </a:ext>
                  </a:extLst>
                </p14:cNvPr>
                <p14:cNvContentPartPr/>
                <p14:nvPr/>
              </p14:nvContentPartPr>
              <p14:xfrm>
                <a:off x="6161690" y="1818588"/>
                <a:ext cx="82080" cy="110880"/>
              </p14:xfrm>
            </p:contentPart>
          </mc:Choice>
          <mc:Fallback>
            <p:pic>
              <p:nvPicPr>
                <p:cNvPr id="6" name="Ink 5">
                  <a:extLst>
                    <a:ext uri="{FF2B5EF4-FFF2-40B4-BE49-F238E27FC236}">
                      <a16:creationId xmlns:a16="http://schemas.microsoft.com/office/drawing/2014/main" id="{2F45E4ED-8428-72EB-2631-8E97DFE61546}"/>
                    </a:ext>
                  </a:extLst>
                </p:cNvPr>
                <p:cNvPicPr/>
                <p:nvPr/>
              </p:nvPicPr>
              <p:blipFill>
                <a:blip r:embed="rId6"/>
                <a:stretch>
                  <a:fillRect/>
                </a:stretch>
              </p:blipFill>
              <p:spPr>
                <a:xfrm>
                  <a:off x="6143690" y="1800588"/>
                  <a:ext cx="1177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5B078F37-504E-8001-55AD-637072514DBF}"/>
                    </a:ext>
                  </a:extLst>
                </p14:cNvPr>
                <p14:cNvContentPartPr/>
                <p14:nvPr/>
              </p14:nvContentPartPr>
              <p14:xfrm>
                <a:off x="6293810" y="1789068"/>
                <a:ext cx="97920" cy="149040"/>
              </p14:xfrm>
            </p:contentPart>
          </mc:Choice>
          <mc:Fallback>
            <p:pic>
              <p:nvPicPr>
                <p:cNvPr id="7" name="Ink 6">
                  <a:extLst>
                    <a:ext uri="{FF2B5EF4-FFF2-40B4-BE49-F238E27FC236}">
                      <a16:creationId xmlns:a16="http://schemas.microsoft.com/office/drawing/2014/main" id="{5B078F37-504E-8001-55AD-637072514DBF}"/>
                    </a:ext>
                  </a:extLst>
                </p:cNvPr>
                <p:cNvPicPr/>
                <p:nvPr/>
              </p:nvPicPr>
              <p:blipFill>
                <a:blip r:embed="rId8"/>
                <a:stretch>
                  <a:fillRect/>
                </a:stretch>
              </p:blipFill>
              <p:spPr>
                <a:xfrm>
                  <a:off x="6276170" y="1771068"/>
                  <a:ext cx="1335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E6AFDD89-7F08-3C08-5E71-AF4DB1C7E527}"/>
                    </a:ext>
                  </a:extLst>
                </p14:cNvPr>
                <p14:cNvContentPartPr/>
                <p14:nvPr/>
              </p14:nvContentPartPr>
              <p14:xfrm>
                <a:off x="6384890" y="1956108"/>
                <a:ext cx="45720" cy="43920"/>
              </p14:xfrm>
            </p:contentPart>
          </mc:Choice>
          <mc:Fallback>
            <p:pic>
              <p:nvPicPr>
                <p:cNvPr id="8" name="Ink 7">
                  <a:extLst>
                    <a:ext uri="{FF2B5EF4-FFF2-40B4-BE49-F238E27FC236}">
                      <a16:creationId xmlns:a16="http://schemas.microsoft.com/office/drawing/2014/main" id="{E6AFDD89-7F08-3C08-5E71-AF4DB1C7E527}"/>
                    </a:ext>
                  </a:extLst>
                </p:cNvPr>
                <p:cNvPicPr/>
                <p:nvPr/>
              </p:nvPicPr>
              <p:blipFill>
                <a:blip r:embed="rId10"/>
                <a:stretch>
                  <a:fillRect/>
                </a:stretch>
              </p:blipFill>
              <p:spPr>
                <a:xfrm>
                  <a:off x="6366890" y="1938468"/>
                  <a:ext cx="8136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D33A5A66-3A8B-87E1-A1DC-A576C39904EF}"/>
                    </a:ext>
                  </a:extLst>
                </p14:cNvPr>
                <p14:cNvContentPartPr/>
                <p14:nvPr/>
              </p14:nvContentPartPr>
              <p14:xfrm>
                <a:off x="6558050" y="1779348"/>
                <a:ext cx="20520" cy="166320"/>
              </p14:xfrm>
            </p:contentPart>
          </mc:Choice>
          <mc:Fallback>
            <p:pic>
              <p:nvPicPr>
                <p:cNvPr id="9" name="Ink 8">
                  <a:extLst>
                    <a:ext uri="{FF2B5EF4-FFF2-40B4-BE49-F238E27FC236}">
                      <a16:creationId xmlns:a16="http://schemas.microsoft.com/office/drawing/2014/main" id="{D33A5A66-3A8B-87E1-A1DC-A576C39904EF}"/>
                    </a:ext>
                  </a:extLst>
                </p:cNvPr>
                <p:cNvPicPr/>
                <p:nvPr/>
              </p:nvPicPr>
              <p:blipFill>
                <a:blip r:embed="rId12"/>
                <a:stretch>
                  <a:fillRect/>
                </a:stretch>
              </p:blipFill>
              <p:spPr>
                <a:xfrm>
                  <a:off x="6540410" y="1761348"/>
                  <a:ext cx="5616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461A9A1B-3A04-9FBD-8009-AB4D5F151335}"/>
                    </a:ext>
                  </a:extLst>
                </p14:cNvPr>
                <p14:cNvContentPartPr/>
                <p14:nvPr/>
              </p14:nvContentPartPr>
              <p14:xfrm>
                <a:off x="6577850" y="1787988"/>
                <a:ext cx="186120" cy="11520"/>
              </p14:xfrm>
            </p:contentPart>
          </mc:Choice>
          <mc:Fallback>
            <p:pic>
              <p:nvPicPr>
                <p:cNvPr id="10" name="Ink 9">
                  <a:extLst>
                    <a:ext uri="{FF2B5EF4-FFF2-40B4-BE49-F238E27FC236}">
                      <a16:creationId xmlns:a16="http://schemas.microsoft.com/office/drawing/2014/main" id="{461A9A1B-3A04-9FBD-8009-AB4D5F151335}"/>
                    </a:ext>
                  </a:extLst>
                </p:cNvPr>
                <p:cNvPicPr/>
                <p:nvPr/>
              </p:nvPicPr>
              <p:blipFill>
                <a:blip r:embed="rId14"/>
                <a:stretch>
                  <a:fillRect/>
                </a:stretch>
              </p:blipFill>
              <p:spPr>
                <a:xfrm>
                  <a:off x="6559850" y="1770348"/>
                  <a:ext cx="22176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AE961E51-D0AF-84AA-F965-9CF1429C40D6}"/>
                    </a:ext>
                  </a:extLst>
                </p14:cNvPr>
                <p14:cNvContentPartPr/>
                <p14:nvPr/>
              </p14:nvContentPartPr>
              <p14:xfrm>
                <a:off x="6636530" y="1887708"/>
                <a:ext cx="97560" cy="360"/>
              </p14:xfrm>
            </p:contentPart>
          </mc:Choice>
          <mc:Fallback>
            <p:pic>
              <p:nvPicPr>
                <p:cNvPr id="11" name="Ink 10">
                  <a:extLst>
                    <a:ext uri="{FF2B5EF4-FFF2-40B4-BE49-F238E27FC236}">
                      <a16:creationId xmlns:a16="http://schemas.microsoft.com/office/drawing/2014/main" id="{AE961E51-D0AF-84AA-F965-9CF1429C40D6}"/>
                    </a:ext>
                  </a:extLst>
                </p:cNvPr>
                <p:cNvPicPr/>
                <p:nvPr/>
              </p:nvPicPr>
              <p:blipFill>
                <a:blip r:embed="rId16"/>
                <a:stretch>
                  <a:fillRect/>
                </a:stretch>
              </p:blipFill>
              <p:spPr>
                <a:xfrm>
                  <a:off x="6618890" y="1869708"/>
                  <a:ext cx="1332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4772A481-F204-08FF-2D7B-AEEB892042A3}"/>
                    </a:ext>
                  </a:extLst>
                </p14:cNvPr>
                <p14:cNvContentPartPr/>
                <p14:nvPr/>
              </p14:nvContentPartPr>
              <p14:xfrm>
                <a:off x="6812210" y="1747308"/>
                <a:ext cx="160200" cy="274680"/>
              </p14:xfrm>
            </p:contentPart>
          </mc:Choice>
          <mc:Fallback>
            <p:pic>
              <p:nvPicPr>
                <p:cNvPr id="12" name="Ink 11">
                  <a:extLst>
                    <a:ext uri="{FF2B5EF4-FFF2-40B4-BE49-F238E27FC236}">
                      <a16:creationId xmlns:a16="http://schemas.microsoft.com/office/drawing/2014/main" id="{4772A481-F204-08FF-2D7B-AEEB892042A3}"/>
                    </a:ext>
                  </a:extLst>
                </p:cNvPr>
                <p:cNvPicPr/>
                <p:nvPr/>
              </p:nvPicPr>
              <p:blipFill>
                <a:blip r:embed="rId18"/>
                <a:stretch>
                  <a:fillRect/>
                </a:stretch>
              </p:blipFill>
              <p:spPr>
                <a:xfrm>
                  <a:off x="6794210" y="1729308"/>
                  <a:ext cx="195840" cy="310320"/>
                </a:xfrm>
                <a:prstGeom prst="rect">
                  <a:avLst/>
                </a:prstGeom>
              </p:spPr>
            </p:pic>
          </mc:Fallback>
        </mc:AlternateContent>
      </p:grpSp>
    </p:spTree>
    <p:extLst>
      <p:ext uri="{BB962C8B-B14F-4D97-AF65-F5344CB8AC3E}">
        <p14:creationId xmlns:p14="http://schemas.microsoft.com/office/powerpoint/2010/main" val="6534848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0"/>
            <a:ext cx="11608192" cy="7386638"/>
          </a:xfrm>
          <a:prstGeom prst="rect">
            <a:avLst/>
          </a:prstGeom>
          <a:noFill/>
        </p:spPr>
        <p:txBody>
          <a:bodyPr wrap="square" rtlCol="0">
            <a:spAutoFit/>
          </a:bodyPr>
          <a:lstStyle/>
          <a:p>
            <a:pPr algn="just"/>
            <a:r>
              <a:rPr lang="en-IN" sz="2400" dirty="0" err="1">
                <a:solidFill>
                  <a:srgbClr val="FF0000"/>
                </a:solidFill>
              </a:rPr>
              <a:t>ALP:Subroutine</a:t>
            </a:r>
            <a:r>
              <a:rPr lang="en-IN" sz="2400" dirty="0">
                <a:solidFill>
                  <a:srgbClr val="FF0000"/>
                </a:solidFill>
              </a:rPr>
              <a:t> – Nesting…</a:t>
            </a:r>
          </a:p>
          <a:p>
            <a:pPr algn="just"/>
            <a:r>
              <a:rPr lang="en-IN" sz="2400" dirty="0"/>
              <a:t>The stack is the proper data structure for holding return addresses when subroutines are nested. Stack frames for nested subroutines build up on the processor stack, as they are called.</a:t>
            </a:r>
          </a:p>
          <a:p>
            <a:pPr algn="just"/>
            <a:r>
              <a:rPr lang="en-IN" sz="2400" dirty="0"/>
              <a:t>As shown in the figure, main program calling a first subroutine SUB1, which then calls a second subroutine SUB2. All Parameters are passed on the stack. The flow of execution is as follows:</a:t>
            </a:r>
          </a:p>
          <a:p>
            <a:pPr algn="just"/>
            <a:r>
              <a:rPr lang="en-IN" sz="2400" dirty="0"/>
              <a:t>The main program pushes two parameters param2 and param1 onto the stack, then calls SUB1.</a:t>
            </a:r>
          </a:p>
          <a:p>
            <a:pPr algn="just"/>
            <a:r>
              <a:rPr lang="en-IN" sz="2400" dirty="0"/>
              <a:t>The first subroutine is responsible for computing a single answer and passing it back to the main program on the stack. During the course of its computations, SUB1 calls the second subroutine SUB2, in order to perform some subtask. </a:t>
            </a:r>
          </a:p>
          <a:p>
            <a:pPr algn="just"/>
            <a:r>
              <a:rPr lang="en-IN" sz="2400" dirty="0"/>
              <a:t>SUB1 passes a single parameter param3 to SUB2 and gets a result passed back to it. After SUB2 executes its RETURN instruction, this result is stored in register R2 by SUB1. SUB1 then continues its computations and eventually passes the required answer back to the main program on the stack. When SUB1 executes its return to the main program, the main program stores this answer in memory location RESULT and continues execution..</a:t>
            </a:r>
          </a:p>
          <a:p>
            <a:pPr algn="just"/>
            <a:endParaRPr lang="en-IN" sz="2400" dirty="0"/>
          </a:p>
          <a:p>
            <a:pPr algn="just"/>
            <a:endParaRPr lang="en-IN" sz="2400" dirty="0">
              <a:solidFill>
                <a:srgbClr val="FF0000"/>
              </a:solidFill>
            </a:endParaRPr>
          </a:p>
          <a:p>
            <a:pPr algn="just"/>
            <a:endParaRPr lang="en-IN" dirty="0"/>
          </a:p>
        </p:txBody>
      </p:sp>
      <p:sp>
        <p:nvSpPr>
          <p:cNvPr id="2" name="Footer Placeholder 1">
            <a:extLst>
              <a:ext uri="{FF2B5EF4-FFF2-40B4-BE49-F238E27FC236}">
                <a16:creationId xmlns:a16="http://schemas.microsoft.com/office/drawing/2014/main" id="{4432EBFF-3444-5096-82BC-A283CDD58A8D}"/>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4828FFC4-E365-0543-5201-FA1483256634}"/>
              </a:ext>
            </a:extLst>
          </p:cNvPr>
          <p:cNvSpPr>
            <a:spLocks noGrp="1"/>
          </p:cNvSpPr>
          <p:nvPr>
            <p:ph type="sldNum" sz="quarter" idx="12"/>
          </p:nvPr>
        </p:nvSpPr>
        <p:spPr/>
        <p:txBody>
          <a:bodyPr/>
          <a:lstStyle/>
          <a:p>
            <a:fld id="{E01A1374-4C1F-4D42-8836-504BF6B6184D}" type="slidenum">
              <a:rPr lang="en-IN" smtClean="0"/>
              <a:t>43</a:t>
            </a:fld>
            <a:endParaRPr lang="en-IN"/>
          </a:p>
        </p:txBody>
      </p:sp>
    </p:spTree>
    <p:extLst>
      <p:ext uri="{BB962C8B-B14F-4D97-AF65-F5344CB8AC3E}">
        <p14:creationId xmlns:p14="http://schemas.microsoft.com/office/powerpoint/2010/main" val="3269609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40677" y="154746"/>
            <a:ext cx="11759419" cy="6001643"/>
          </a:xfrm>
          <a:prstGeom prst="rect">
            <a:avLst/>
          </a:prstGeom>
          <a:noFill/>
        </p:spPr>
        <p:txBody>
          <a:bodyPr wrap="square" rtlCol="0">
            <a:spAutoFit/>
          </a:bodyPr>
          <a:lstStyle/>
          <a:p>
            <a:pPr algn="just"/>
            <a:r>
              <a:rPr lang="en-US" sz="2400" dirty="0">
                <a:solidFill>
                  <a:srgbClr val="FF0000"/>
                </a:solidFill>
              </a:rPr>
              <a:t>Q1) Derive the basic Performance equation and discuss in detail any two ways to enhance the performance of the computing system.</a:t>
            </a:r>
          </a:p>
          <a:p>
            <a:pPr algn="just"/>
            <a:endParaRPr lang="en-US" sz="2400" dirty="0">
              <a:solidFill>
                <a:srgbClr val="FF0000"/>
              </a:solidFill>
            </a:endParaRPr>
          </a:p>
          <a:p>
            <a:pPr algn="just"/>
            <a:r>
              <a:rPr lang="en-US" sz="2400" dirty="0"/>
              <a:t>T = Processor Time</a:t>
            </a:r>
          </a:p>
          <a:p>
            <a:pPr algn="just"/>
            <a:r>
              <a:rPr lang="en-US" sz="2400" dirty="0"/>
              <a:t>N = Actual No. of instructions</a:t>
            </a:r>
          </a:p>
          <a:p>
            <a:pPr algn="just"/>
            <a:r>
              <a:rPr lang="en-US" sz="2400" dirty="0"/>
              <a:t>S = Average No. of basic steps to execute one instruction</a:t>
            </a:r>
          </a:p>
          <a:p>
            <a:pPr algn="just"/>
            <a:r>
              <a:rPr lang="en-US" sz="2400" dirty="0"/>
              <a:t>R = Clock rate</a:t>
            </a:r>
          </a:p>
          <a:p>
            <a:pPr algn="just"/>
            <a:endParaRPr lang="en-US" sz="2400" dirty="0"/>
          </a:p>
          <a:p>
            <a:pPr algn="just"/>
            <a:r>
              <a:rPr lang="en-US" sz="2400" dirty="0"/>
              <a:t>The ways  to enhance the performance of the system : Pipelining &amp; Super scalar execution(explain in detail). </a:t>
            </a:r>
          </a:p>
          <a:p>
            <a:pPr algn="just"/>
            <a:endParaRPr lang="en-US" sz="2400" dirty="0"/>
          </a:p>
          <a:p>
            <a:pPr algn="just"/>
            <a:endParaRPr lang="en-US" sz="2400" dirty="0"/>
          </a:p>
          <a:p>
            <a:pPr algn="just"/>
            <a:endParaRPr lang="en-US" sz="2400" dirty="0"/>
          </a:p>
          <a:p>
            <a:pPr algn="just"/>
            <a:r>
              <a:rPr lang="en-US" sz="2400" dirty="0"/>
              <a:t>The Performance can also improved by clock rate/instruction set/compiler…(explain in brief)</a:t>
            </a:r>
          </a:p>
          <a:p>
            <a:pPr algn="just"/>
            <a:endParaRPr lang="en-US" sz="2400" dirty="0">
              <a:solidFill>
                <a:srgbClr val="FF0000"/>
              </a:solidFill>
            </a:endParaRPr>
          </a:p>
          <a:p>
            <a:pPr algn="just"/>
            <a:endParaRPr lang="en-IN" sz="2400" dirty="0"/>
          </a:p>
        </p:txBody>
      </p:sp>
      <p:pic>
        <p:nvPicPr>
          <p:cNvPr id="2" name="Picture 2">
            <a:extLst>
              <a:ext uri="{FF2B5EF4-FFF2-40B4-BE49-F238E27FC236}">
                <a16:creationId xmlns:a16="http://schemas.microsoft.com/office/drawing/2014/main" id="{4A287767-0FE0-C545-9E54-89147A58A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554" y="4029377"/>
            <a:ext cx="2148400" cy="62388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25FB2188-234C-4FF4-7A1E-1026549EC8F4}"/>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CC112D8F-A359-408F-E662-532773732977}"/>
              </a:ext>
            </a:extLst>
          </p:cNvPr>
          <p:cNvSpPr>
            <a:spLocks noGrp="1"/>
          </p:cNvSpPr>
          <p:nvPr>
            <p:ph type="sldNum" sz="quarter" idx="12"/>
          </p:nvPr>
        </p:nvSpPr>
        <p:spPr/>
        <p:txBody>
          <a:bodyPr/>
          <a:lstStyle/>
          <a:p>
            <a:fld id="{E01A1374-4C1F-4D42-8836-504BF6B6184D}" type="slidenum">
              <a:rPr lang="en-IN" smtClean="0"/>
              <a:t>44</a:t>
            </a:fld>
            <a:endParaRPr lang="en-IN"/>
          </a:p>
        </p:txBody>
      </p:sp>
    </p:spTree>
    <p:extLst>
      <p:ext uri="{BB962C8B-B14F-4D97-AF65-F5344CB8AC3E}">
        <p14:creationId xmlns:p14="http://schemas.microsoft.com/office/powerpoint/2010/main" val="3085360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40677" y="154746"/>
            <a:ext cx="11759419" cy="6740307"/>
          </a:xfrm>
          <a:prstGeom prst="rect">
            <a:avLst/>
          </a:prstGeom>
          <a:noFill/>
        </p:spPr>
        <p:txBody>
          <a:bodyPr wrap="square" rtlCol="0">
            <a:spAutoFit/>
          </a:bodyPr>
          <a:lstStyle/>
          <a:p>
            <a:pPr algn="just"/>
            <a:r>
              <a:rPr lang="en-US" sz="2400" dirty="0">
                <a:solidFill>
                  <a:srgbClr val="FF0000"/>
                </a:solidFill>
              </a:rPr>
              <a:t>Q2) A program contains 100 instructions, out of that 50% of instructions requires 4 clock cycles and remaining requires 3 clock cycles for execution. Find the total time required to execute the program running on a 1 MHz machine. </a:t>
            </a:r>
          </a:p>
          <a:p>
            <a:pPr algn="just"/>
            <a:r>
              <a:rPr lang="en-US" sz="2400" dirty="0"/>
              <a:t>50% of 100 instructions = 50 x 4 </a:t>
            </a:r>
            <a:r>
              <a:rPr lang="en-US" sz="2400" dirty="0" err="1"/>
              <a:t>clks</a:t>
            </a:r>
            <a:r>
              <a:rPr lang="en-US" sz="2400" dirty="0"/>
              <a:t> = 200 </a:t>
            </a:r>
          </a:p>
          <a:p>
            <a:pPr algn="just"/>
            <a:r>
              <a:rPr lang="en-US" sz="2400" dirty="0"/>
              <a:t>50% of 100 instructions = 50 x 3 </a:t>
            </a:r>
            <a:r>
              <a:rPr lang="en-US" sz="2400" dirty="0" err="1"/>
              <a:t>clks</a:t>
            </a:r>
            <a:r>
              <a:rPr lang="en-US" sz="2400" dirty="0"/>
              <a:t> = 150 </a:t>
            </a:r>
          </a:p>
          <a:p>
            <a:pPr algn="just"/>
            <a:r>
              <a:rPr lang="en-US" sz="2400" dirty="0"/>
              <a:t>total = 350 </a:t>
            </a:r>
            <a:r>
              <a:rPr lang="en-US" sz="2400" dirty="0" err="1"/>
              <a:t>clks</a:t>
            </a:r>
            <a:r>
              <a:rPr lang="en-US" sz="2400" dirty="0"/>
              <a:t> </a:t>
            </a:r>
          </a:p>
          <a:p>
            <a:pPr algn="just"/>
            <a:r>
              <a:rPr lang="en-US" sz="2400" dirty="0"/>
              <a:t>1 CLK time = 1/1MHz = 1micro second </a:t>
            </a:r>
          </a:p>
          <a:p>
            <a:pPr algn="just"/>
            <a:r>
              <a:rPr lang="en-US" sz="2400" dirty="0"/>
              <a:t>Total time = 350 </a:t>
            </a:r>
            <a:r>
              <a:rPr lang="en-US" sz="2400" dirty="0" err="1"/>
              <a:t>clks</a:t>
            </a:r>
            <a:r>
              <a:rPr lang="en-US" sz="2400" dirty="0"/>
              <a:t> x 1 micro second = </a:t>
            </a:r>
            <a:r>
              <a:rPr lang="en-US" sz="2400" dirty="0">
                <a:solidFill>
                  <a:srgbClr val="0070C0"/>
                </a:solidFill>
              </a:rPr>
              <a:t>350 microsecond</a:t>
            </a:r>
          </a:p>
          <a:p>
            <a:pPr algn="just"/>
            <a:endParaRPr lang="en-US" sz="2400" dirty="0">
              <a:solidFill>
                <a:srgbClr val="FF0000"/>
              </a:solidFill>
            </a:endParaRPr>
          </a:p>
          <a:p>
            <a:pPr algn="just"/>
            <a:r>
              <a:rPr lang="en-US" sz="2400" dirty="0">
                <a:solidFill>
                  <a:srgbClr val="FF0000"/>
                </a:solidFill>
              </a:rPr>
              <a:t>Q3)A program contains 1000 instructions, out of that 25% of instructions requires 4 clock cycles, 40% instructions requires 5 clock cycles and remaining requires 3 clock cycles for execution. Find the total time required to execute the program running on a 1GHz machine.</a:t>
            </a:r>
          </a:p>
          <a:p>
            <a:pPr algn="just"/>
            <a:r>
              <a:rPr lang="en-US" sz="2400" dirty="0">
                <a:solidFill>
                  <a:srgbClr val="0070C0"/>
                </a:solidFill>
              </a:rPr>
              <a:t>25% -  250x 4cks -&gt; 1000 </a:t>
            </a:r>
          </a:p>
          <a:p>
            <a:pPr algn="just"/>
            <a:r>
              <a:rPr lang="en-US" sz="2400" dirty="0">
                <a:solidFill>
                  <a:srgbClr val="0070C0"/>
                </a:solidFill>
              </a:rPr>
              <a:t>40% - 400 x 5cks -&gt; 2000</a:t>
            </a:r>
          </a:p>
          <a:p>
            <a:pPr algn="just"/>
            <a:r>
              <a:rPr lang="en-US" sz="2400" dirty="0">
                <a:solidFill>
                  <a:srgbClr val="0070C0"/>
                </a:solidFill>
              </a:rPr>
              <a:t>35% - 350 x 3cks -&gt; 1050</a:t>
            </a:r>
          </a:p>
          <a:p>
            <a:pPr algn="just"/>
            <a:r>
              <a:rPr lang="en-US" sz="2400" dirty="0">
                <a:solidFill>
                  <a:srgbClr val="0070C0"/>
                </a:solidFill>
              </a:rPr>
              <a:t>---------------------------------</a:t>
            </a:r>
          </a:p>
          <a:p>
            <a:pPr algn="just"/>
            <a:r>
              <a:rPr lang="en-US" sz="2400" dirty="0">
                <a:solidFill>
                  <a:srgbClr val="0070C0"/>
                </a:solidFill>
              </a:rPr>
              <a:t>   total time =   4050 </a:t>
            </a:r>
            <a:r>
              <a:rPr lang="en-US" sz="2400" dirty="0" err="1">
                <a:solidFill>
                  <a:srgbClr val="0070C0"/>
                </a:solidFill>
              </a:rPr>
              <a:t>cks</a:t>
            </a:r>
            <a:r>
              <a:rPr lang="en-US" sz="2400" dirty="0">
                <a:solidFill>
                  <a:srgbClr val="0070C0"/>
                </a:solidFill>
              </a:rPr>
              <a:t> =   4050 x (1/1GHz) = 4050 / (10 power 9) = 4.06 </a:t>
            </a:r>
            <a:r>
              <a:rPr lang="en-US" sz="2400" dirty="0" err="1">
                <a:solidFill>
                  <a:srgbClr val="0070C0"/>
                </a:solidFill>
              </a:rPr>
              <a:t>MicroSeconds</a:t>
            </a:r>
            <a:endParaRPr lang="en-IN" sz="2400" dirty="0">
              <a:solidFill>
                <a:srgbClr val="0070C0"/>
              </a:solidFill>
            </a:endParaRPr>
          </a:p>
          <a:p>
            <a:pPr algn="just"/>
            <a:endParaRPr lang="en-IN" sz="2400" dirty="0"/>
          </a:p>
        </p:txBody>
      </p:sp>
      <p:sp>
        <p:nvSpPr>
          <p:cNvPr id="2" name="Footer Placeholder 1">
            <a:extLst>
              <a:ext uri="{FF2B5EF4-FFF2-40B4-BE49-F238E27FC236}">
                <a16:creationId xmlns:a16="http://schemas.microsoft.com/office/drawing/2014/main" id="{E4D864F3-AF5E-92B8-0CDF-9046C12DBEA2}"/>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35093173-467E-209D-9CF8-76E7AB5D8AFE}"/>
              </a:ext>
            </a:extLst>
          </p:cNvPr>
          <p:cNvSpPr>
            <a:spLocks noGrp="1"/>
          </p:cNvSpPr>
          <p:nvPr>
            <p:ph type="sldNum" sz="quarter" idx="12"/>
          </p:nvPr>
        </p:nvSpPr>
        <p:spPr/>
        <p:txBody>
          <a:bodyPr/>
          <a:lstStyle/>
          <a:p>
            <a:fld id="{E01A1374-4C1F-4D42-8836-504BF6B6184D}" type="slidenum">
              <a:rPr lang="en-IN" smtClean="0"/>
              <a:t>45</a:t>
            </a:fld>
            <a:endParaRPr lang="en-IN"/>
          </a:p>
        </p:txBody>
      </p:sp>
    </p:spTree>
    <p:extLst>
      <p:ext uri="{BB962C8B-B14F-4D97-AF65-F5344CB8AC3E}">
        <p14:creationId xmlns:p14="http://schemas.microsoft.com/office/powerpoint/2010/main" val="39047335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40677" y="154746"/>
            <a:ext cx="11759419" cy="5632311"/>
          </a:xfrm>
          <a:prstGeom prst="rect">
            <a:avLst/>
          </a:prstGeom>
          <a:noFill/>
        </p:spPr>
        <p:txBody>
          <a:bodyPr wrap="square" rtlCol="0">
            <a:spAutoFit/>
          </a:bodyPr>
          <a:lstStyle/>
          <a:p>
            <a:pPr algn="just"/>
            <a:r>
              <a:rPr lang="en-US" sz="2400" dirty="0">
                <a:solidFill>
                  <a:srgbClr val="FF0000"/>
                </a:solidFill>
              </a:rPr>
              <a:t>Q4) For the Processor running at 1MHz, taking 3 clock cycles for the execution of one complete instruction (fetch &amp; execute) and requiring one memory word (32bits) for storing one instruction, calculate the following for the given program:</a:t>
            </a:r>
          </a:p>
          <a:p>
            <a:pPr algn="just"/>
            <a:r>
              <a:rPr lang="en-US" sz="2400" dirty="0">
                <a:solidFill>
                  <a:srgbClr val="FF0000"/>
                </a:solidFill>
              </a:rPr>
              <a:t>           </a:t>
            </a:r>
            <a:r>
              <a:rPr lang="en-US" sz="2400" dirty="0" err="1">
                <a:solidFill>
                  <a:srgbClr val="FF0000"/>
                </a:solidFill>
              </a:rPr>
              <a:t>i</a:t>
            </a:r>
            <a:r>
              <a:rPr lang="en-US" sz="2400" dirty="0">
                <a:solidFill>
                  <a:srgbClr val="FF0000"/>
                </a:solidFill>
              </a:rPr>
              <a:t>)	Total memory required to store the program (in bytes)</a:t>
            </a:r>
          </a:p>
          <a:p>
            <a:pPr algn="just"/>
            <a:r>
              <a:rPr lang="en-US" sz="2400" dirty="0">
                <a:solidFill>
                  <a:srgbClr val="FF0000"/>
                </a:solidFill>
              </a:rPr>
              <a:t>         ii)	Total time required to execute the program (in seconds)</a:t>
            </a:r>
          </a:p>
          <a:p>
            <a:pPr algn="just"/>
            <a:r>
              <a:rPr lang="en-US" sz="2400" dirty="0">
                <a:solidFill>
                  <a:srgbClr val="FF0000"/>
                </a:solidFill>
              </a:rPr>
              <a:t>                                  MOVE #10,R0</a:t>
            </a:r>
          </a:p>
          <a:p>
            <a:pPr algn="just"/>
            <a:r>
              <a:rPr lang="en-US" sz="2400" dirty="0">
                <a:solidFill>
                  <a:srgbClr val="FF0000"/>
                </a:solidFill>
              </a:rPr>
              <a:t>                                  MOVE #15,R1</a:t>
            </a:r>
          </a:p>
          <a:p>
            <a:pPr algn="just"/>
            <a:r>
              <a:rPr lang="en-US" sz="2400" dirty="0">
                <a:solidFill>
                  <a:srgbClr val="FF0000"/>
                </a:solidFill>
              </a:rPr>
              <a:t>                                  ADD    R0,R1,R2</a:t>
            </a:r>
          </a:p>
          <a:p>
            <a:pPr algn="just"/>
            <a:r>
              <a:rPr lang="en-US" sz="2400" dirty="0"/>
              <a:t>Total time:</a:t>
            </a:r>
          </a:p>
          <a:p>
            <a:pPr algn="just"/>
            <a:r>
              <a:rPr lang="en-US" sz="2400" dirty="0"/>
              <a:t>Frequency =1MHz clock , </a:t>
            </a:r>
            <a:r>
              <a:rPr lang="en-US" sz="2400" dirty="0" err="1"/>
              <a:t>hece</a:t>
            </a:r>
            <a:r>
              <a:rPr lang="en-US" sz="2400" dirty="0"/>
              <a:t> T = 1/frequency = 1Microsecond  (</a:t>
            </a:r>
            <a:r>
              <a:rPr lang="en-US" sz="2400" dirty="0" err="1"/>
              <a:t>i.e</a:t>
            </a:r>
            <a:r>
              <a:rPr lang="en-US" sz="2400" dirty="0"/>
              <a:t> time for one clock cycle)  </a:t>
            </a:r>
          </a:p>
          <a:p>
            <a:pPr algn="just"/>
            <a:r>
              <a:rPr lang="en-US" sz="2400" dirty="0"/>
              <a:t>Total clocks for the complete program = 3 Instructions x 3 Clock Cycles (because 3clks/</a:t>
            </a:r>
            <a:r>
              <a:rPr lang="en-US" sz="2400" dirty="0" err="1"/>
              <a:t>instrn</a:t>
            </a:r>
            <a:r>
              <a:rPr lang="en-US" sz="2400" dirty="0"/>
              <a:t>)</a:t>
            </a:r>
          </a:p>
          <a:p>
            <a:pPr algn="just"/>
            <a:r>
              <a:rPr lang="en-US" sz="2400" dirty="0"/>
              <a:t>                                                                     = 9 clock cycles = 9 x 1Microsecond= 9 Microseconds.</a:t>
            </a:r>
          </a:p>
          <a:p>
            <a:pPr algn="just"/>
            <a:endParaRPr lang="en-US" sz="2400" dirty="0"/>
          </a:p>
          <a:p>
            <a:pPr algn="just"/>
            <a:r>
              <a:rPr lang="en-US" sz="2400" dirty="0"/>
              <a:t>Memory size = 3 instructions x 32 bits = 3 x 4 bytes/word =  12 bytes </a:t>
            </a:r>
          </a:p>
          <a:p>
            <a:pPr algn="just"/>
            <a:r>
              <a:rPr lang="en-US" sz="2400" dirty="0"/>
              <a:t>(because each instruction requires, 32 bits </a:t>
            </a:r>
            <a:r>
              <a:rPr lang="en-US" sz="2400" dirty="0" err="1"/>
              <a:t>i.e</a:t>
            </a:r>
            <a:r>
              <a:rPr lang="en-US" sz="2400" dirty="0"/>
              <a:t> 32/8= 4 bytes)</a:t>
            </a:r>
            <a:endParaRPr lang="en-IN" sz="2400" dirty="0"/>
          </a:p>
        </p:txBody>
      </p:sp>
      <p:sp>
        <p:nvSpPr>
          <p:cNvPr id="2" name="Footer Placeholder 1">
            <a:extLst>
              <a:ext uri="{FF2B5EF4-FFF2-40B4-BE49-F238E27FC236}">
                <a16:creationId xmlns:a16="http://schemas.microsoft.com/office/drawing/2014/main" id="{E29EEE65-9A1A-0EDC-50D8-B4AEF04B0ACE}"/>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175C2A6A-EB8D-8B96-AA29-DB5E1619F3EF}"/>
              </a:ext>
            </a:extLst>
          </p:cNvPr>
          <p:cNvSpPr>
            <a:spLocks noGrp="1"/>
          </p:cNvSpPr>
          <p:nvPr>
            <p:ph type="sldNum" sz="quarter" idx="12"/>
          </p:nvPr>
        </p:nvSpPr>
        <p:spPr/>
        <p:txBody>
          <a:bodyPr/>
          <a:lstStyle/>
          <a:p>
            <a:fld id="{E01A1374-4C1F-4D42-8836-504BF6B6184D}" type="slidenum">
              <a:rPr lang="en-IN" smtClean="0"/>
              <a:t>46</a:t>
            </a:fld>
            <a:endParaRPr lang="en-IN"/>
          </a:p>
        </p:txBody>
      </p:sp>
    </p:spTree>
    <p:extLst>
      <p:ext uri="{BB962C8B-B14F-4D97-AF65-F5344CB8AC3E}">
        <p14:creationId xmlns:p14="http://schemas.microsoft.com/office/powerpoint/2010/main" val="4248001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243512"/>
            <a:ext cx="11608192" cy="4154984"/>
          </a:xfrm>
          <a:prstGeom prst="rect">
            <a:avLst/>
          </a:prstGeom>
          <a:noFill/>
        </p:spPr>
        <p:txBody>
          <a:bodyPr wrap="square" rtlCol="0">
            <a:spAutoFit/>
          </a:bodyPr>
          <a:lstStyle/>
          <a:p>
            <a:pPr algn="just"/>
            <a:r>
              <a:rPr lang="en-US" sz="2400" dirty="0">
                <a:solidFill>
                  <a:srgbClr val="FF0000"/>
                </a:solidFill>
              </a:rPr>
              <a:t>Q5) Represent the 32-bit integer 20406080H in Little endian and Big endian formats </a:t>
            </a:r>
          </a:p>
          <a:p>
            <a:pPr algn="just"/>
            <a:r>
              <a:rPr lang="en-US" sz="2400" dirty="0"/>
              <a:t>Assuming byte addressing by the processor, </a:t>
            </a:r>
          </a:p>
          <a:p>
            <a:pPr algn="just"/>
            <a:r>
              <a:rPr lang="en-US" sz="2400" dirty="0"/>
              <a:t>Little endian – 80h,60h,40h,20h </a:t>
            </a:r>
          </a:p>
          <a:p>
            <a:pPr algn="just"/>
            <a:r>
              <a:rPr lang="en-US" sz="2400" dirty="0"/>
              <a:t>Big endian     - 20h,40h,60h,80h</a:t>
            </a:r>
          </a:p>
          <a:p>
            <a:pPr algn="just"/>
            <a:endParaRPr lang="en-US" sz="2400" dirty="0">
              <a:solidFill>
                <a:srgbClr val="FF0000"/>
              </a:solidFill>
            </a:endParaRPr>
          </a:p>
          <a:p>
            <a:pPr algn="just"/>
            <a:endParaRPr lang="en-US" sz="2400" dirty="0">
              <a:solidFill>
                <a:srgbClr val="FF0000"/>
              </a:solidFill>
            </a:endParaRPr>
          </a:p>
          <a:p>
            <a:pPr algn="just"/>
            <a:r>
              <a:rPr lang="en-US" sz="2400" dirty="0">
                <a:solidFill>
                  <a:srgbClr val="FF0000"/>
                </a:solidFill>
              </a:rPr>
              <a:t>Q6 ) Represent the 32bit integer 12345678h in Little Endian and Big Endian formats</a:t>
            </a:r>
          </a:p>
          <a:p>
            <a:pPr algn="just"/>
            <a:r>
              <a:rPr lang="en-US" sz="2400" dirty="0"/>
              <a:t>Addresses          0   1    2  3</a:t>
            </a:r>
          </a:p>
          <a:p>
            <a:pPr algn="just"/>
            <a:r>
              <a:rPr lang="en-US" sz="2400" dirty="0"/>
              <a:t>----------------------------------</a:t>
            </a:r>
          </a:p>
          <a:p>
            <a:pPr algn="just"/>
            <a:r>
              <a:rPr lang="en-US" sz="2400" dirty="0"/>
              <a:t>Big endian        12 34 56 78</a:t>
            </a:r>
          </a:p>
          <a:p>
            <a:pPr algn="just"/>
            <a:r>
              <a:rPr lang="en-US" sz="2400" dirty="0"/>
              <a:t>Little endian     78 56 34 12</a:t>
            </a:r>
            <a:endParaRPr lang="en-IN" sz="2400" dirty="0"/>
          </a:p>
        </p:txBody>
      </p:sp>
      <p:sp>
        <p:nvSpPr>
          <p:cNvPr id="2" name="Footer Placeholder 1">
            <a:extLst>
              <a:ext uri="{FF2B5EF4-FFF2-40B4-BE49-F238E27FC236}">
                <a16:creationId xmlns:a16="http://schemas.microsoft.com/office/drawing/2014/main" id="{AB0927C6-9E0C-4926-FEEE-FE7277F08F79}"/>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6628E48D-CB5F-B61B-066F-9F4E06466613}"/>
              </a:ext>
            </a:extLst>
          </p:cNvPr>
          <p:cNvSpPr>
            <a:spLocks noGrp="1"/>
          </p:cNvSpPr>
          <p:nvPr>
            <p:ph type="sldNum" sz="quarter" idx="12"/>
          </p:nvPr>
        </p:nvSpPr>
        <p:spPr/>
        <p:txBody>
          <a:bodyPr/>
          <a:lstStyle/>
          <a:p>
            <a:fld id="{E01A1374-4C1F-4D42-8836-504BF6B6184D}" type="slidenum">
              <a:rPr lang="en-IN" smtClean="0"/>
              <a:t>47</a:t>
            </a:fld>
            <a:endParaRPr lang="en-IN"/>
          </a:p>
        </p:txBody>
      </p:sp>
    </p:spTree>
    <p:extLst>
      <p:ext uri="{BB962C8B-B14F-4D97-AF65-F5344CB8AC3E}">
        <p14:creationId xmlns:p14="http://schemas.microsoft.com/office/powerpoint/2010/main" val="41757675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428178"/>
            <a:ext cx="11608192" cy="6370975"/>
          </a:xfrm>
          <a:prstGeom prst="rect">
            <a:avLst/>
          </a:prstGeom>
          <a:noFill/>
        </p:spPr>
        <p:txBody>
          <a:bodyPr wrap="square" rtlCol="0">
            <a:spAutoFit/>
          </a:bodyPr>
          <a:lstStyle/>
          <a:p>
            <a:pPr algn="just"/>
            <a:r>
              <a:rPr lang="en-US" sz="2400" dirty="0">
                <a:solidFill>
                  <a:srgbClr val="FF0000"/>
                </a:solidFill>
              </a:rPr>
              <a:t>Q7) Indicate the value of condition flags after the execution of the </a:t>
            </a:r>
          </a:p>
          <a:p>
            <a:pPr algn="just"/>
            <a:r>
              <a:rPr lang="en-US" sz="2400" dirty="0">
                <a:solidFill>
                  <a:srgbClr val="FF0000"/>
                </a:solidFill>
              </a:rPr>
              <a:t>following instructions.</a:t>
            </a:r>
          </a:p>
          <a:p>
            <a:pPr algn="just"/>
            <a:r>
              <a:rPr lang="en-US" sz="2400" dirty="0">
                <a:solidFill>
                  <a:srgbClr val="FF0000"/>
                </a:solidFill>
              </a:rPr>
              <a:t>MOVE #0F H,R0     (</a:t>
            </a:r>
            <a:r>
              <a:rPr lang="en-US" sz="2400" dirty="0">
                <a:solidFill>
                  <a:srgbClr val="0070C0"/>
                </a:solidFill>
              </a:rPr>
              <a:t>note: 0F is represented in Hex</a:t>
            </a:r>
            <a:r>
              <a:rPr lang="en-US" sz="2400" dirty="0">
                <a:solidFill>
                  <a:srgbClr val="FF0000"/>
                </a:solidFill>
              </a:rPr>
              <a:t>)</a:t>
            </a:r>
          </a:p>
          <a:p>
            <a:pPr algn="just"/>
            <a:r>
              <a:rPr lang="en-US" sz="2400" dirty="0">
                <a:solidFill>
                  <a:srgbClr val="FF0000"/>
                </a:solidFill>
              </a:rPr>
              <a:t>MOVE #F0 H,R1</a:t>
            </a:r>
          </a:p>
          <a:p>
            <a:pPr algn="just"/>
            <a:r>
              <a:rPr lang="en-US" sz="2400" dirty="0">
                <a:solidFill>
                  <a:srgbClr val="FF0000"/>
                </a:solidFill>
              </a:rPr>
              <a:t>ADD R0, R1,R2</a:t>
            </a:r>
          </a:p>
          <a:p>
            <a:pPr algn="just"/>
            <a:endParaRPr lang="en-US" sz="2400" dirty="0">
              <a:solidFill>
                <a:srgbClr val="FF0000"/>
              </a:solidFill>
            </a:endParaRPr>
          </a:p>
          <a:p>
            <a:pPr algn="just"/>
            <a:r>
              <a:rPr lang="en-US" sz="2400" dirty="0">
                <a:solidFill>
                  <a:srgbClr val="0070C0"/>
                </a:solidFill>
              </a:rPr>
              <a:t>0F – 0000 1111</a:t>
            </a:r>
          </a:p>
          <a:p>
            <a:pPr algn="just"/>
            <a:r>
              <a:rPr lang="en-US" sz="2400" dirty="0">
                <a:solidFill>
                  <a:srgbClr val="0070C0"/>
                </a:solidFill>
              </a:rPr>
              <a:t>F0 - 1111 0000</a:t>
            </a:r>
          </a:p>
          <a:p>
            <a:pPr algn="just"/>
            <a:r>
              <a:rPr lang="en-US" sz="2400" dirty="0">
                <a:solidFill>
                  <a:srgbClr val="0070C0"/>
                </a:solidFill>
              </a:rPr>
              <a:t>-------------------</a:t>
            </a:r>
          </a:p>
          <a:p>
            <a:pPr algn="just"/>
            <a:r>
              <a:rPr lang="en-US" sz="2400" dirty="0">
                <a:solidFill>
                  <a:srgbClr val="0070C0"/>
                </a:solidFill>
              </a:rPr>
              <a:t>ANS 1111 1111 </a:t>
            </a:r>
          </a:p>
          <a:p>
            <a:pPr algn="just"/>
            <a:endParaRPr lang="en-US" sz="2400" dirty="0">
              <a:solidFill>
                <a:srgbClr val="FF0000"/>
              </a:solidFill>
            </a:endParaRPr>
          </a:p>
          <a:p>
            <a:pPr algn="just"/>
            <a:r>
              <a:rPr lang="en-US" sz="2400" dirty="0">
                <a:solidFill>
                  <a:srgbClr val="0070C0"/>
                </a:solidFill>
              </a:rPr>
              <a:t>                               Condition Flags:     </a:t>
            </a:r>
            <a:r>
              <a:rPr lang="en-US" sz="2400" dirty="0">
                <a:solidFill>
                  <a:srgbClr val="FF0000"/>
                </a:solidFill>
              </a:rPr>
              <a:t>Z=0, CY=0,OF=0, SIGN/N FLAG = 1</a:t>
            </a:r>
          </a:p>
          <a:p>
            <a:pPr marL="342900" indent="-342900" algn="just">
              <a:buFont typeface="Arial" panose="020B0604020202020204" pitchFamily="34" charset="0"/>
              <a:buChar char="•"/>
            </a:pPr>
            <a:r>
              <a:rPr lang="en-US" sz="2400" dirty="0">
                <a:solidFill>
                  <a:srgbClr val="0070C0"/>
                </a:solidFill>
              </a:rPr>
              <a:t>Answer is not zero, hence Z=0</a:t>
            </a:r>
          </a:p>
          <a:p>
            <a:pPr marL="342900" indent="-342900" algn="just">
              <a:buFont typeface="Arial" panose="020B0604020202020204" pitchFamily="34" charset="0"/>
              <a:buChar char="•"/>
            </a:pPr>
            <a:r>
              <a:rPr lang="en-US" sz="2400" dirty="0">
                <a:solidFill>
                  <a:srgbClr val="0070C0"/>
                </a:solidFill>
              </a:rPr>
              <a:t>No carry is generated after adding 0F and F0 numbers, hence CY = 0</a:t>
            </a:r>
          </a:p>
          <a:p>
            <a:pPr marL="342900" indent="-342900" algn="just">
              <a:buFont typeface="Arial" panose="020B0604020202020204" pitchFamily="34" charset="0"/>
              <a:buChar char="•"/>
            </a:pPr>
            <a:r>
              <a:rPr lang="en-US" sz="2400" dirty="0" err="1">
                <a:solidFill>
                  <a:srgbClr val="0070C0"/>
                </a:solidFill>
              </a:rPr>
              <a:t>ExOr</a:t>
            </a:r>
            <a:r>
              <a:rPr lang="en-US" sz="2400" dirty="0">
                <a:solidFill>
                  <a:srgbClr val="0070C0"/>
                </a:solidFill>
              </a:rPr>
              <a:t> of Carry coming from D6 bit and D7 bit gives Overflow flag, here 0.exor.0 =0</a:t>
            </a:r>
          </a:p>
          <a:p>
            <a:pPr marL="342900" indent="-342900" algn="just">
              <a:buFont typeface="Arial" panose="020B0604020202020204" pitchFamily="34" charset="0"/>
              <a:buChar char="•"/>
            </a:pPr>
            <a:r>
              <a:rPr lang="en-US" sz="2400" dirty="0">
                <a:solidFill>
                  <a:srgbClr val="0070C0"/>
                </a:solidFill>
              </a:rPr>
              <a:t>Sign flag is the last bit of the answer, it is 1, hence Sign flag(also called Negative flag) = 1</a:t>
            </a:r>
          </a:p>
          <a:p>
            <a:pPr algn="just"/>
            <a:endParaRPr lang="en-IN" sz="2400" dirty="0"/>
          </a:p>
        </p:txBody>
      </p:sp>
      <p:sp>
        <p:nvSpPr>
          <p:cNvPr id="2" name="Footer Placeholder 1">
            <a:extLst>
              <a:ext uri="{FF2B5EF4-FFF2-40B4-BE49-F238E27FC236}">
                <a16:creationId xmlns:a16="http://schemas.microsoft.com/office/drawing/2014/main" id="{295BF08A-74E9-8BC8-B0BB-898343FB01D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AAA799C7-0D3F-BE59-A409-B18D799B0DDC}"/>
              </a:ext>
            </a:extLst>
          </p:cNvPr>
          <p:cNvSpPr>
            <a:spLocks noGrp="1"/>
          </p:cNvSpPr>
          <p:nvPr>
            <p:ph type="sldNum" sz="quarter" idx="12"/>
          </p:nvPr>
        </p:nvSpPr>
        <p:spPr/>
        <p:txBody>
          <a:bodyPr/>
          <a:lstStyle/>
          <a:p>
            <a:fld id="{E01A1374-4C1F-4D42-8836-504BF6B6184D}" type="slidenum">
              <a:rPr lang="en-IN" smtClean="0"/>
              <a:t>48</a:t>
            </a:fld>
            <a:endParaRPr lang="en-IN"/>
          </a:p>
        </p:txBody>
      </p:sp>
    </p:spTree>
    <p:extLst>
      <p:ext uri="{BB962C8B-B14F-4D97-AF65-F5344CB8AC3E}">
        <p14:creationId xmlns:p14="http://schemas.microsoft.com/office/powerpoint/2010/main" val="2835418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30358" y="0"/>
            <a:ext cx="11731284" cy="6740307"/>
          </a:xfrm>
          <a:prstGeom prst="rect">
            <a:avLst/>
          </a:prstGeom>
          <a:noFill/>
        </p:spPr>
        <p:txBody>
          <a:bodyPr wrap="square" rtlCol="0">
            <a:spAutoFit/>
          </a:bodyPr>
          <a:lstStyle/>
          <a:p>
            <a:pPr algn="just"/>
            <a:r>
              <a:rPr lang="en-US" sz="2400" dirty="0">
                <a:solidFill>
                  <a:srgbClr val="FF0000"/>
                </a:solidFill>
              </a:rPr>
              <a:t>Q8)Perform the addition of two numbers 48H and 78H and indicate the </a:t>
            </a:r>
          </a:p>
          <a:p>
            <a:pPr algn="just"/>
            <a:r>
              <a:rPr lang="en-US" sz="2400" dirty="0">
                <a:solidFill>
                  <a:srgbClr val="FF0000"/>
                </a:solidFill>
              </a:rPr>
              <a:t>value of the flags CY,Z,OF and Zero.</a:t>
            </a:r>
          </a:p>
          <a:p>
            <a:pPr algn="just"/>
            <a:r>
              <a:rPr lang="en-US" sz="2400" dirty="0"/>
              <a:t>48 H ------ 0100 1000</a:t>
            </a:r>
          </a:p>
          <a:p>
            <a:pPr algn="just"/>
            <a:r>
              <a:rPr lang="en-US" sz="2400" dirty="0"/>
              <a:t>78 H ------ 0111 1000</a:t>
            </a:r>
          </a:p>
          <a:p>
            <a:pPr algn="just"/>
            <a:r>
              <a:rPr lang="en-US" sz="2400" dirty="0"/>
              <a:t> ANS - 1100 0000 CY=0,Z=0,OF=1,SIGN/N=1</a:t>
            </a:r>
          </a:p>
          <a:p>
            <a:pPr algn="just"/>
            <a:r>
              <a:rPr lang="en-US" sz="2400" dirty="0"/>
              <a:t>What are the conditional code flags, indicate the value after the addition 98h and 68h</a:t>
            </a:r>
          </a:p>
          <a:p>
            <a:pPr algn="just"/>
            <a:r>
              <a:rPr lang="en-US" sz="2400" dirty="0"/>
              <a:t>98H -  1001 1000</a:t>
            </a:r>
          </a:p>
          <a:p>
            <a:pPr algn="just"/>
            <a:r>
              <a:rPr lang="en-US" sz="2400" dirty="0"/>
              <a:t>68H -  0110 1000</a:t>
            </a:r>
          </a:p>
          <a:p>
            <a:pPr algn="just"/>
            <a:r>
              <a:rPr lang="en-US" sz="2400" dirty="0"/>
              <a:t>-----------------------</a:t>
            </a:r>
          </a:p>
          <a:p>
            <a:pPr algn="just"/>
            <a:r>
              <a:rPr lang="en-US" sz="2400" dirty="0"/>
              <a:t>           0000 0000   CY=1,Z=0,0F=0,N=0</a:t>
            </a:r>
          </a:p>
          <a:p>
            <a:pPr algn="just"/>
            <a:r>
              <a:rPr lang="en-IN" sz="2400" dirty="0">
                <a:solidFill>
                  <a:srgbClr val="FF0000"/>
                </a:solidFill>
              </a:rPr>
              <a:t>Q9)Write a assembly program to evaluate the expression, A x B + C x D</a:t>
            </a:r>
          </a:p>
          <a:p>
            <a:pPr algn="just"/>
            <a:r>
              <a:rPr lang="en-IN" sz="2400" dirty="0"/>
              <a:t>MOVE A,R0</a:t>
            </a:r>
          </a:p>
          <a:p>
            <a:pPr algn="just"/>
            <a:r>
              <a:rPr lang="en-IN" sz="2400" dirty="0"/>
              <a:t>MOVE B,R1</a:t>
            </a:r>
          </a:p>
          <a:p>
            <a:pPr algn="just"/>
            <a:r>
              <a:rPr lang="en-IN" sz="2400" dirty="0"/>
              <a:t>ADD R0,R1,R2</a:t>
            </a:r>
          </a:p>
          <a:p>
            <a:pPr algn="just"/>
            <a:r>
              <a:rPr lang="en-IN" sz="2400" dirty="0"/>
              <a:t>MOVE C,R0</a:t>
            </a:r>
          </a:p>
          <a:p>
            <a:pPr algn="just"/>
            <a:r>
              <a:rPr lang="en-IN" sz="2400" dirty="0"/>
              <a:t>MOVE D,R1</a:t>
            </a:r>
          </a:p>
          <a:p>
            <a:pPr algn="just"/>
            <a:r>
              <a:rPr lang="en-IN" sz="2400" dirty="0"/>
              <a:t>ADD R0,R1,R3</a:t>
            </a:r>
          </a:p>
          <a:p>
            <a:pPr algn="just"/>
            <a:r>
              <a:rPr lang="en-IN" sz="2400" dirty="0"/>
              <a:t>ADD R2,R3,R3 ---- R3 contains the final answer</a:t>
            </a:r>
          </a:p>
        </p:txBody>
      </p:sp>
      <p:sp>
        <p:nvSpPr>
          <p:cNvPr id="2" name="Footer Placeholder 1">
            <a:extLst>
              <a:ext uri="{FF2B5EF4-FFF2-40B4-BE49-F238E27FC236}">
                <a16:creationId xmlns:a16="http://schemas.microsoft.com/office/drawing/2014/main" id="{B8215E40-DBDF-6C2B-C667-A88D1C9EB7C8}"/>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C571ED2-C3B2-074F-3AFD-8B082DC55F58}"/>
              </a:ext>
            </a:extLst>
          </p:cNvPr>
          <p:cNvSpPr>
            <a:spLocks noGrp="1"/>
          </p:cNvSpPr>
          <p:nvPr>
            <p:ph type="sldNum" sz="quarter" idx="12"/>
          </p:nvPr>
        </p:nvSpPr>
        <p:spPr/>
        <p:txBody>
          <a:bodyPr/>
          <a:lstStyle/>
          <a:p>
            <a:fld id="{E01A1374-4C1F-4D42-8836-504BF6B6184D}" type="slidenum">
              <a:rPr lang="en-IN" smtClean="0"/>
              <a:t>49</a:t>
            </a:fld>
            <a:endParaRPr lang="en-IN"/>
          </a:p>
        </p:txBody>
      </p:sp>
    </p:spTree>
    <p:extLst>
      <p:ext uri="{BB962C8B-B14F-4D97-AF65-F5344CB8AC3E}">
        <p14:creationId xmlns:p14="http://schemas.microsoft.com/office/powerpoint/2010/main" val="599936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 y="0"/>
            <a:ext cx="12080382" cy="7109639"/>
          </a:xfrm>
          <a:prstGeom prst="rect">
            <a:avLst/>
          </a:prstGeom>
          <a:noFill/>
        </p:spPr>
        <p:txBody>
          <a:bodyPr wrap="square" rtlCol="0">
            <a:spAutoFit/>
          </a:bodyPr>
          <a:lstStyle/>
          <a:p>
            <a:pPr algn="just"/>
            <a:r>
              <a:rPr lang="en-US" sz="2400" dirty="0">
                <a:solidFill>
                  <a:srgbClr val="FF0000"/>
                </a:solidFill>
              </a:rPr>
              <a:t>Q10) Give a short sequence of machine instructions for the task: ”Add the contents of memory location A to those of location B, and place the answer in location C”. Instructions LOAD LOC, Ri and STORE Ri, LOC are the only instructions available to transfer data between the memory and general purpose register Ri. Do not destroy the contents of either location A or B.</a:t>
            </a:r>
          </a:p>
          <a:p>
            <a:pPr algn="just"/>
            <a:r>
              <a:rPr lang="en-US" sz="2400" dirty="0"/>
              <a:t>Assuming the instruction formats given in the question and RISC type processor.</a:t>
            </a:r>
          </a:p>
          <a:p>
            <a:pPr algn="just"/>
            <a:endParaRPr lang="en-US" sz="2400" dirty="0"/>
          </a:p>
          <a:p>
            <a:pPr algn="just"/>
            <a:r>
              <a:rPr lang="en-US" sz="2400" dirty="0"/>
              <a:t>LOAD A,R0</a:t>
            </a:r>
          </a:p>
          <a:p>
            <a:pPr algn="just"/>
            <a:r>
              <a:rPr lang="en-US" sz="2400" dirty="0"/>
              <a:t>LOAD B,R1</a:t>
            </a:r>
          </a:p>
          <a:p>
            <a:pPr algn="just"/>
            <a:r>
              <a:rPr lang="en-US" sz="2400" dirty="0"/>
              <a:t>ADD  R0,R1,R2 ;  ( ADD R0,R1 – add R1 &amp; R0 and place answer back in R1)</a:t>
            </a:r>
          </a:p>
          <a:p>
            <a:pPr algn="just"/>
            <a:r>
              <a:rPr lang="en-US" sz="2400" dirty="0"/>
              <a:t>STORE R2,C</a:t>
            </a:r>
          </a:p>
          <a:p>
            <a:pPr algn="just"/>
            <a:r>
              <a:rPr lang="en-US" sz="2400" dirty="0">
                <a:solidFill>
                  <a:srgbClr val="FF0000"/>
                </a:solidFill>
              </a:rPr>
              <a:t>Q11) Register R1 and R2 of a computer contain the decimal values 3500 and 2800. Find the effective address of the memory operand in each of the following instruction</a:t>
            </a:r>
          </a:p>
          <a:p>
            <a:pPr algn="just"/>
            <a:r>
              <a:rPr lang="en-US" sz="2400" dirty="0" err="1">
                <a:solidFill>
                  <a:srgbClr val="FF0000"/>
                </a:solidFill>
              </a:rPr>
              <a:t>i</a:t>
            </a:r>
            <a:r>
              <a:rPr lang="en-US" sz="2400" dirty="0">
                <a:solidFill>
                  <a:srgbClr val="FF0000"/>
                </a:solidFill>
              </a:rPr>
              <a:t>.	STORE R3, 50(R1,R2)</a:t>
            </a:r>
          </a:p>
          <a:p>
            <a:pPr marL="514350" indent="-514350" algn="just">
              <a:buAutoNum type="romanLcPeriod" startAt="2"/>
            </a:pPr>
            <a:r>
              <a:rPr lang="en-US" sz="2400" dirty="0">
                <a:solidFill>
                  <a:srgbClr val="FF0000"/>
                </a:solidFill>
              </a:rPr>
              <a:t>ADD   –(R1),R5</a:t>
            </a:r>
          </a:p>
          <a:p>
            <a:pPr algn="just"/>
            <a:r>
              <a:rPr lang="en-US" sz="2400" dirty="0" err="1"/>
              <a:t>i</a:t>
            </a:r>
            <a:r>
              <a:rPr lang="en-US" sz="2400" dirty="0"/>
              <a:t>.)  Effective Address =  50 + (R1) + (R2) = 50 + 3500 +2800 = 6350</a:t>
            </a:r>
          </a:p>
          <a:p>
            <a:pPr algn="just"/>
            <a:r>
              <a:rPr lang="en-US" sz="2400" dirty="0"/>
              <a:t>ii.) Effective Address =  (3500-4) = 3496  (assumed word length is 32 bit , 4 bytes. In this instruction memory operand is –(R1), </a:t>
            </a:r>
            <a:r>
              <a:rPr lang="en-US" sz="2400" dirty="0" err="1"/>
              <a:t>i.e</a:t>
            </a:r>
            <a:r>
              <a:rPr lang="en-US" sz="2400" dirty="0"/>
              <a:t> R1 contents contains the address of the memory location, and ‘-’ indicates, pointer is decremented by 4, and is used to refer to the memory)</a:t>
            </a:r>
          </a:p>
          <a:p>
            <a:pPr algn="just"/>
            <a:endParaRPr lang="en-IN" sz="2400" dirty="0"/>
          </a:p>
        </p:txBody>
      </p:sp>
      <p:sp>
        <p:nvSpPr>
          <p:cNvPr id="5" name="Footer Placeholder 4">
            <a:extLst>
              <a:ext uri="{FF2B5EF4-FFF2-40B4-BE49-F238E27FC236}">
                <a16:creationId xmlns:a16="http://schemas.microsoft.com/office/drawing/2014/main" id="{03894139-CAF8-DA81-CC67-407455DBB914}"/>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369254A5-4080-EAC6-939B-F5FDA1FD3546}"/>
              </a:ext>
            </a:extLst>
          </p:cNvPr>
          <p:cNvSpPr>
            <a:spLocks noGrp="1"/>
          </p:cNvSpPr>
          <p:nvPr>
            <p:ph type="sldNum" sz="quarter" idx="12"/>
          </p:nvPr>
        </p:nvSpPr>
        <p:spPr/>
        <p:txBody>
          <a:bodyPr/>
          <a:lstStyle/>
          <a:p>
            <a:fld id="{E01A1374-4C1F-4D42-8836-504BF6B6184D}" type="slidenum">
              <a:rPr lang="en-IN" smtClean="0"/>
              <a:t>50</a:t>
            </a:fld>
            <a:endParaRPr lang="en-IN"/>
          </a:p>
        </p:txBody>
      </p:sp>
    </p:spTree>
    <p:extLst>
      <p:ext uri="{BB962C8B-B14F-4D97-AF65-F5344CB8AC3E}">
        <p14:creationId xmlns:p14="http://schemas.microsoft.com/office/powerpoint/2010/main" val="28214131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 y="0"/>
            <a:ext cx="12080382" cy="6370975"/>
          </a:xfrm>
          <a:prstGeom prst="rect">
            <a:avLst/>
          </a:prstGeom>
          <a:noFill/>
        </p:spPr>
        <p:txBody>
          <a:bodyPr wrap="square" rtlCol="0">
            <a:spAutoFit/>
          </a:bodyPr>
          <a:lstStyle/>
          <a:p>
            <a:pPr algn="just"/>
            <a:r>
              <a:rPr lang="en-US" sz="2400" dirty="0">
                <a:solidFill>
                  <a:srgbClr val="FF0000"/>
                </a:solidFill>
              </a:rPr>
              <a:t>Q12) For an RISC machine with effective value of S as 1.25 and the average value of N as 200, Clock rate as 800MHz. Calculate the total program execution time required.</a:t>
            </a:r>
          </a:p>
          <a:p>
            <a:pPr algn="just"/>
            <a:endParaRPr lang="en-US" sz="2400" dirty="0">
              <a:solidFill>
                <a:srgbClr val="FF0000"/>
              </a:solidFill>
            </a:endParaRPr>
          </a:p>
          <a:p>
            <a:pPr algn="just"/>
            <a:r>
              <a:rPr lang="en-IN" sz="2400" dirty="0">
                <a:solidFill>
                  <a:srgbClr val="FF0000"/>
                </a:solidFill>
              </a:rPr>
              <a:t>T = (N x S) / R</a:t>
            </a:r>
          </a:p>
          <a:p>
            <a:pPr algn="just"/>
            <a:endParaRPr lang="en-IN" sz="2400" dirty="0"/>
          </a:p>
          <a:p>
            <a:pPr algn="just"/>
            <a:r>
              <a:rPr lang="en-IN" sz="2400" dirty="0"/>
              <a:t>T = (200 x 1.25)/ 800MHz = 250/800  micro seconds      (note 1/1MHz = 1 micro second)</a:t>
            </a:r>
          </a:p>
          <a:p>
            <a:pPr algn="just"/>
            <a:r>
              <a:rPr lang="en-IN" sz="2400" dirty="0"/>
              <a:t>                                                = .0.3125 micro seconds</a:t>
            </a:r>
          </a:p>
          <a:p>
            <a:pPr algn="just"/>
            <a:endParaRPr lang="en-IN" sz="2400" dirty="0"/>
          </a:p>
          <a:p>
            <a:pPr algn="just"/>
            <a:r>
              <a:rPr lang="en-US" sz="2400" dirty="0">
                <a:solidFill>
                  <a:srgbClr val="FF0000"/>
                </a:solidFill>
              </a:rPr>
              <a:t>Q13) A processor has 40 distinct instructions and 24 general purpose registers. A 32-bit instruction word has an opcode, two registers operands and an immediate operand. Give the number of bits available for the immediate operand field.</a:t>
            </a:r>
          </a:p>
          <a:p>
            <a:pPr marL="342900" indent="-342900" algn="just">
              <a:buFontTx/>
              <a:buChar char="-"/>
            </a:pPr>
            <a:r>
              <a:rPr lang="en-US" sz="2400" dirty="0"/>
              <a:t>2(power)6 = 64 , hence 6 bits are required to represent what type of instruction (5 bits=32)</a:t>
            </a:r>
          </a:p>
          <a:p>
            <a:pPr marL="342900" indent="-342900" algn="just">
              <a:buFontTx/>
              <a:buChar char="-"/>
            </a:pPr>
            <a:r>
              <a:rPr lang="en-US" sz="2400" dirty="0"/>
              <a:t>2(power)5 =32, hence 5 bits are required to represent one register operand (4bits=16)</a:t>
            </a:r>
          </a:p>
          <a:p>
            <a:pPr marL="342900" indent="-342900" algn="just">
              <a:buFontTx/>
              <a:buChar char="-"/>
            </a:pPr>
            <a:r>
              <a:rPr lang="en-US" sz="2400" dirty="0"/>
              <a:t>Total = 10 bits are required to represent two register operands.</a:t>
            </a:r>
          </a:p>
          <a:p>
            <a:pPr marL="342900" indent="-342900" algn="just">
              <a:buFontTx/>
              <a:buChar char="-"/>
            </a:pPr>
            <a:r>
              <a:rPr lang="en-US" sz="2400" dirty="0"/>
              <a:t>Remaining bits =  32 – (6+10) = 16 bits, is available to represent the immediate operand)</a:t>
            </a:r>
          </a:p>
          <a:p>
            <a:pPr algn="just"/>
            <a:endParaRPr lang="en-IN" sz="2400" dirty="0"/>
          </a:p>
          <a:p>
            <a:pPr algn="just"/>
            <a:endParaRPr lang="en-IN" sz="2400" dirty="0"/>
          </a:p>
        </p:txBody>
      </p:sp>
      <p:sp>
        <p:nvSpPr>
          <p:cNvPr id="5" name="Footer Placeholder 4">
            <a:extLst>
              <a:ext uri="{FF2B5EF4-FFF2-40B4-BE49-F238E27FC236}">
                <a16:creationId xmlns:a16="http://schemas.microsoft.com/office/drawing/2014/main" id="{52260935-AC71-09AF-F7FC-A6962BD3F4FA}"/>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962069C1-FCDC-4CD7-DA4A-534ABE50CE7C}"/>
              </a:ext>
            </a:extLst>
          </p:cNvPr>
          <p:cNvSpPr>
            <a:spLocks noGrp="1"/>
          </p:cNvSpPr>
          <p:nvPr>
            <p:ph type="sldNum" sz="quarter" idx="12"/>
          </p:nvPr>
        </p:nvSpPr>
        <p:spPr/>
        <p:txBody>
          <a:bodyPr/>
          <a:lstStyle/>
          <a:p>
            <a:fld id="{E01A1374-4C1F-4D42-8836-504BF6B6184D}" type="slidenum">
              <a:rPr lang="en-IN" smtClean="0"/>
              <a:t>51</a:t>
            </a:fld>
            <a:endParaRPr lang="en-IN"/>
          </a:p>
        </p:txBody>
      </p:sp>
    </p:spTree>
    <p:extLst>
      <p:ext uri="{BB962C8B-B14F-4D97-AF65-F5344CB8AC3E}">
        <p14:creationId xmlns:p14="http://schemas.microsoft.com/office/powerpoint/2010/main" val="34027600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1" y="0"/>
            <a:ext cx="12080382" cy="5632311"/>
          </a:xfrm>
          <a:prstGeom prst="rect">
            <a:avLst/>
          </a:prstGeom>
          <a:noFill/>
        </p:spPr>
        <p:txBody>
          <a:bodyPr wrap="square" rtlCol="0">
            <a:spAutoFit/>
          </a:bodyPr>
          <a:lstStyle/>
          <a:p>
            <a:pPr algn="just"/>
            <a:r>
              <a:rPr lang="en-US" sz="2400" dirty="0">
                <a:solidFill>
                  <a:srgbClr val="FF0000"/>
                </a:solidFill>
              </a:rPr>
              <a:t>Q14) Write the meaning of the following instructions and contents of the registers R4,R2 after the execution of the following instructions/program. Assume following values before the execution of the program, R4=0X0005, R2=0X0006, [0X0005] = 0X02.</a:t>
            </a:r>
          </a:p>
          <a:p>
            <a:pPr algn="just"/>
            <a:endParaRPr lang="en-US" sz="2400" dirty="0">
              <a:solidFill>
                <a:srgbClr val="FF0000"/>
              </a:solidFill>
            </a:endParaRPr>
          </a:p>
          <a:p>
            <a:pPr algn="just"/>
            <a:r>
              <a:rPr lang="en-US" sz="2400" dirty="0">
                <a:solidFill>
                  <a:srgbClr val="FF0000"/>
                </a:solidFill>
              </a:rPr>
              <a:t>                                      ADD   R4 , R2</a:t>
            </a:r>
          </a:p>
          <a:p>
            <a:pPr algn="just"/>
            <a:r>
              <a:rPr lang="en-US" sz="2400" dirty="0">
                <a:solidFill>
                  <a:srgbClr val="FF0000"/>
                </a:solidFill>
              </a:rPr>
              <a:t>                                      ADD   (R4) , R2</a:t>
            </a:r>
          </a:p>
          <a:p>
            <a:pPr algn="just"/>
            <a:endParaRPr lang="en-US" sz="2400" dirty="0">
              <a:solidFill>
                <a:srgbClr val="FF0000"/>
              </a:solidFill>
            </a:endParaRPr>
          </a:p>
          <a:p>
            <a:pPr algn="just"/>
            <a:r>
              <a:rPr lang="en-US" sz="2400" dirty="0"/>
              <a:t>- ADD   R4 , R2 means, Add contents of R4 and R2 and store the answer in R2</a:t>
            </a:r>
          </a:p>
          <a:p>
            <a:pPr algn="just"/>
            <a:r>
              <a:rPr lang="en-US" sz="2400" dirty="0"/>
              <a:t> = 5+6 = 11 (in decimal)</a:t>
            </a:r>
          </a:p>
          <a:p>
            <a:pPr algn="just"/>
            <a:r>
              <a:rPr lang="en-US" sz="2400" dirty="0"/>
              <a:t> =  0x0B  (in hexadecimal)</a:t>
            </a:r>
          </a:p>
          <a:p>
            <a:pPr algn="just"/>
            <a:endParaRPr lang="en-US" sz="2400" dirty="0"/>
          </a:p>
          <a:p>
            <a:pPr marL="342900" indent="-342900" algn="just">
              <a:buFontTx/>
              <a:buChar char="-"/>
            </a:pPr>
            <a:r>
              <a:rPr lang="en-US" sz="2400" dirty="0"/>
              <a:t>ADD   (R4) , R2 means, Add the contents of memory, pointed by R4 (</a:t>
            </a:r>
            <a:r>
              <a:rPr lang="en-US" sz="2400" dirty="0" err="1"/>
              <a:t>i.e</a:t>
            </a:r>
            <a:r>
              <a:rPr lang="en-US" sz="2400" dirty="0"/>
              <a:t> [0x0005]-&gt; 2) and contents of R2 (</a:t>
            </a:r>
            <a:r>
              <a:rPr lang="en-US" sz="2400" dirty="0" err="1"/>
              <a:t>i.e</a:t>
            </a:r>
            <a:r>
              <a:rPr lang="en-US" sz="2400" dirty="0"/>
              <a:t> 11D) and store the answer in R2 (answer is 13D)</a:t>
            </a:r>
          </a:p>
          <a:p>
            <a:pPr algn="just"/>
            <a:r>
              <a:rPr lang="en-US" sz="2400" dirty="0"/>
              <a:t>       = 13D</a:t>
            </a:r>
            <a:endParaRPr lang="en-IN" sz="2400" dirty="0"/>
          </a:p>
          <a:p>
            <a:pPr algn="just"/>
            <a:endParaRPr lang="en-IN" sz="2400" dirty="0"/>
          </a:p>
        </p:txBody>
      </p:sp>
      <p:sp>
        <p:nvSpPr>
          <p:cNvPr id="2" name="Footer Placeholder 1">
            <a:extLst>
              <a:ext uri="{FF2B5EF4-FFF2-40B4-BE49-F238E27FC236}">
                <a16:creationId xmlns:a16="http://schemas.microsoft.com/office/drawing/2014/main" id="{893A37BA-D2CC-5997-CFB0-9A8DDFC0DD35}"/>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F0A7AD99-0B83-208F-F9AD-384D26DE2DE1}"/>
              </a:ext>
            </a:extLst>
          </p:cNvPr>
          <p:cNvSpPr>
            <a:spLocks noGrp="1"/>
          </p:cNvSpPr>
          <p:nvPr>
            <p:ph type="sldNum" sz="quarter" idx="12"/>
          </p:nvPr>
        </p:nvSpPr>
        <p:spPr/>
        <p:txBody>
          <a:bodyPr/>
          <a:lstStyle/>
          <a:p>
            <a:fld id="{E01A1374-4C1F-4D42-8836-504BF6B6184D}" type="slidenum">
              <a:rPr lang="en-IN" smtClean="0"/>
              <a:t>52</a:t>
            </a:fld>
            <a:endParaRPr lang="en-IN"/>
          </a:p>
        </p:txBody>
      </p:sp>
    </p:spTree>
    <p:extLst>
      <p:ext uri="{BB962C8B-B14F-4D97-AF65-F5344CB8AC3E}">
        <p14:creationId xmlns:p14="http://schemas.microsoft.com/office/powerpoint/2010/main" val="1032046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291904" y="428178"/>
            <a:ext cx="11608192" cy="6740307"/>
          </a:xfrm>
          <a:prstGeom prst="rect">
            <a:avLst/>
          </a:prstGeom>
          <a:noFill/>
        </p:spPr>
        <p:txBody>
          <a:bodyPr wrap="square" rtlCol="0">
            <a:spAutoFit/>
          </a:bodyPr>
          <a:lstStyle/>
          <a:p>
            <a:pPr algn="just"/>
            <a:r>
              <a:rPr lang="en-US" sz="2400" dirty="0">
                <a:solidFill>
                  <a:srgbClr val="FF0000"/>
                </a:solidFill>
              </a:rPr>
              <a:t>Q15). Prepare the machine code for the ADD instruction, as per the information given in the following figure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US" sz="2400" dirty="0"/>
              <a:t>Ans:</a:t>
            </a:r>
          </a:p>
          <a:p>
            <a:pPr algn="just"/>
            <a:r>
              <a:rPr lang="en-US" sz="2400" dirty="0"/>
              <a:t>The given instruction assumes:  ADD R1,R4,R6   -&gt; add contents of R4 (</a:t>
            </a:r>
            <a:r>
              <a:rPr lang="en-US" sz="2400" dirty="0" err="1"/>
              <a:t>i.e</a:t>
            </a:r>
            <a:r>
              <a:rPr lang="en-US" sz="2400" dirty="0"/>
              <a:t> Ra-100) and contents of R6 (</a:t>
            </a:r>
            <a:r>
              <a:rPr lang="en-US" sz="2400" dirty="0" err="1"/>
              <a:t>i.e</a:t>
            </a:r>
            <a:r>
              <a:rPr lang="en-US" sz="2400" dirty="0"/>
              <a:t> Rb-110) and then performs the operation, using the opcode indicated by 4bits O3,O2,O1,O0 (assuming 0000 is for ADD) and store the answer in R1 (</a:t>
            </a:r>
            <a:r>
              <a:rPr lang="en-US" sz="2400" dirty="0" err="1"/>
              <a:t>i.e</a:t>
            </a:r>
            <a:r>
              <a:rPr lang="en-US" sz="2400" dirty="0"/>
              <a:t> Rd-001)</a:t>
            </a:r>
          </a:p>
          <a:p>
            <a:pPr algn="just"/>
            <a:r>
              <a:rPr lang="en-US" sz="3200" dirty="0">
                <a:solidFill>
                  <a:srgbClr val="FF0000"/>
                </a:solidFill>
              </a:rPr>
              <a:t>                                    001 0000 001 100  110</a:t>
            </a:r>
          </a:p>
          <a:p>
            <a:pPr algn="just"/>
            <a:r>
              <a:rPr lang="en-US" sz="2400" dirty="0"/>
              <a:t>Grouping as nibbles</a:t>
            </a:r>
          </a:p>
          <a:p>
            <a:pPr algn="just"/>
            <a:r>
              <a:rPr lang="en-US" sz="2400" dirty="0"/>
              <a:t>                                                </a:t>
            </a:r>
            <a:r>
              <a:rPr lang="en-US" sz="3200" dirty="0">
                <a:solidFill>
                  <a:srgbClr val="FF0000"/>
                </a:solidFill>
              </a:rPr>
              <a:t>0010 0000 0110 0110</a:t>
            </a:r>
          </a:p>
          <a:p>
            <a:pPr algn="just"/>
            <a:r>
              <a:rPr lang="en-US" sz="3200" dirty="0"/>
              <a:t>                                    </a:t>
            </a:r>
            <a:r>
              <a:rPr lang="en-US" sz="3200" dirty="0">
                <a:solidFill>
                  <a:srgbClr val="FF0000"/>
                </a:solidFill>
              </a:rPr>
              <a:t>2 0 6 6 h  0r  0x2066  </a:t>
            </a:r>
            <a:r>
              <a:rPr lang="en-US" sz="3200" dirty="0"/>
              <a:t>(in hexadecimal)</a:t>
            </a:r>
          </a:p>
          <a:p>
            <a:pPr algn="just"/>
            <a:endParaRPr lang="en-IN" sz="2400" dirty="0"/>
          </a:p>
        </p:txBody>
      </p:sp>
      <p:pic>
        <p:nvPicPr>
          <p:cNvPr id="4" name="Picture 3">
            <a:extLst>
              <a:ext uri="{FF2B5EF4-FFF2-40B4-BE49-F238E27FC236}">
                <a16:creationId xmlns:a16="http://schemas.microsoft.com/office/drawing/2014/main" id="{BD4E0FC1-F450-47AA-6331-B99F573ADDB5}"/>
              </a:ext>
            </a:extLst>
          </p:cNvPr>
          <p:cNvPicPr>
            <a:picLocks noChangeAspect="1"/>
          </p:cNvPicPr>
          <p:nvPr/>
        </p:nvPicPr>
        <p:blipFill>
          <a:blip r:embed="rId3"/>
          <a:stretch>
            <a:fillRect/>
          </a:stretch>
        </p:blipFill>
        <p:spPr>
          <a:xfrm>
            <a:off x="1098450" y="1190770"/>
            <a:ext cx="9590945" cy="1918189"/>
          </a:xfrm>
          <a:prstGeom prst="rect">
            <a:avLst/>
          </a:prstGeom>
        </p:spPr>
      </p:pic>
      <p:sp>
        <p:nvSpPr>
          <p:cNvPr id="2" name="Footer Placeholder 1">
            <a:extLst>
              <a:ext uri="{FF2B5EF4-FFF2-40B4-BE49-F238E27FC236}">
                <a16:creationId xmlns:a16="http://schemas.microsoft.com/office/drawing/2014/main" id="{296E78FA-0EC7-E462-80C2-FE6AF8EFA556}"/>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887247C3-597A-68AB-289D-07BFBEF6855A}"/>
              </a:ext>
            </a:extLst>
          </p:cNvPr>
          <p:cNvSpPr>
            <a:spLocks noGrp="1"/>
          </p:cNvSpPr>
          <p:nvPr>
            <p:ph type="sldNum" sz="quarter" idx="12"/>
          </p:nvPr>
        </p:nvSpPr>
        <p:spPr/>
        <p:txBody>
          <a:bodyPr/>
          <a:lstStyle/>
          <a:p>
            <a:fld id="{E01A1374-4C1F-4D42-8836-504BF6B6184D}" type="slidenum">
              <a:rPr lang="en-IN" smtClean="0"/>
              <a:t>53</a:t>
            </a:fld>
            <a:endParaRPr lang="en-IN"/>
          </a:p>
        </p:txBody>
      </p:sp>
    </p:spTree>
    <p:extLst>
      <p:ext uri="{BB962C8B-B14F-4D97-AF65-F5344CB8AC3E}">
        <p14:creationId xmlns:p14="http://schemas.microsoft.com/office/powerpoint/2010/main" val="14142469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8364458"/>
          </a:xfrm>
          <a:prstGeom prst="rect">
            <a:avLst/>
          </a:prstGeom>
          <a:noFill/>
        </p:spPr>
        <p:txBody>
          <a:bodyPr wrap="square" rtlCol="0">
            <a:spAutoFit/>
          </a:bodyPr>
          <a:lstStyle/>
          <a:p>
            <a:pPr algn="just"/>
            <a:r>
              <a:rPr lang="en-US" sz="2400" dirty="0">
                <a:solidFill>
                  <a:srgbClr val="FF0000"/>
                </a:solidFill>
              </a:rPr>
              <a:t>Q16) Write a sequence of instructions that will compute the value of y = X(power)4 + 2x + 6</a:t>
            </a:r>
          </a:p>
          <a:p>
            <a:pPr algn="just"/>
            <a:r>
              <a:rPr lang="en-US" sz="2400" dirty="0"/>
              <a:t>3 address instruction:</a:t>
            </a:r>
          </a:p>
          <a:p>
            <a:pPr algn="just"/>
            <a:r>
              <a:rPr lang="en-US" sz="1200" dirty="0"/>
              <a:t>MULT    Y,X,2</a:t>
            </a:r>
          </a:p>
          <a:p>
            <a:pPr algn="just"/>
            <a:r>
              <a:rPr lang="en-US" sz="1200" dirty="0"/>
              <a:t>MULT    X,X,X</a:t>
            </a:r>
          </a:p>
          <a:p>
            <a:pPr algn="just"/>
            <a:r>
              <a:rPr lang="en-US" sz="1200" dirty="0"/>
              <a:t>MULT    X,X,X</a:t>
            </a:r>
          </a:p>
          <a:p>
            <a:pPr algn="just"/>
            <a:r>
              <a:rPr lang="en-US" sz="1200" dirty="0"/>
              <a:t>ADD      Y,Y,X</a:t>
            </a:r>
          </a:p>
          <a:p>
            <a:pPr algn="just"/>
            <a:r>
              <a:rPr lang="en-US" sz="1200" dirty="0"/>
              <a:t>ADD      Y,Y,6</a:t>
            </a:r>
          </a:p>
          <a:p>
            <a:pPr algn="just"/>
            <a:r>
              <a:rPr lang="en-US" sz="2400" dirty="0"/>
              <a:t>2 address instruction:</a:t>
            </a:r>
          </a:p>
          <a:p>
            <a:pPr algn="just"/>
            <a:r>
              <a:rPr lang="en-US" sz="1200" dirty="0"/>
              <a:t>MOV Z,X</a:t>
            </a:r>
          </a:p>
          <a:p>
            <a:pPr algn="just"/>
            <a:r>
              <a:rPr lang="en-US" sz="1200" dirty="0"/>
              <a:t>MULT Z,X</a:t>
            </a:r>
          </a:p>
          <a:p>
            <a:pPr algn="just"/>
            <a:r>
              <a:rPr lang="en-US" sz="1200" dirty="0"/>
              <a:t>MULT Z,X</a:t>
            </a:r>
          </a:p>
          <a:p>
            <a:pPr algn="just"/>
            <a:r>
              <a:rPr lang="en-US" sz="1200" dirty="0"/>
              <a:t>MULT Z,X   </a:t>
            </a:r>
          </a:p>
          <a:p>
            <a:pPr algn="just"/>
            <a:r>
              <a:rPr lang="en-US" sz="1200" dirty="0"/>
              <a:t>MOV Y,6</a:t>
            </a:r>
          </a:p>
          <a:p>
            <a:pPr algn="just"/>
            <a:r>
              <a:rPr lang="en-US" sz="1200" dirty="0"/>
              <a:t>ADD Y,Z</a:t>
            </a:r>
          </a:p>
          <a:p>
            <a:pPr algn="just"/>
            <a:r>
              <a:rPr lang="en-US" sz="1200" dirty="0"/>
              <a:t>MOV Z,X</a:t>
            </a:r>
          </a:p>
          <a:p>
            <a:pPr algn="just"/>
            <a:r>
              <a:rPr lang="en-US" sz="1200" dirty="0"/>
              <a:t>MUL  Z,3</a:t>
            </a:r>
          </a:p>
          <a:p>
            <a:pPr algn="just"/>
            <a:r>
              <a:rPr lang="en-US" sz="1200" dirty="0"/>
              <a:t>ADD Y,Z</a:t>
            </a:r>
          </a:p>
          <a:p>
            <a:pPr algn="just"/>
            <a:r>
              <a:rPr lang="en-US" sz="2400" dirty="0"/>
              <a:t>1 address instruction</a:t>
            </a:r>
          </a:p>
          <a:p>
            <a:pPr algn="just"/>
            <a:r>
              <a:rPr lang="en-US" sz="1200" dirty="0"/>
              <a:t>MOVE X</a:t>
            </a:r>
          </a:p>
          <a:p>
            <a:pPr algn="just"/>
            <a:r>
              <a:rPr lang="en-US" sz="1200" dirty="0"/>
              <a:t>MULT X</a:t>
            </a:r>
          </a:p>
          <a:p>
            <a:pPr algn="just"/>
            <a:r>
              <a:rPr lang="en-US" sz="1200" dirty="0"/>
              <a:t>MULT X</a:t>
            </a:r>
          </a:p>
          <a:p>
            <a:pPr algn="just"/>
            <a:r>
              <a:rPr lang="en-US" sz="1200" dirty="0"/>
              <a:t>MULT X</a:t>
            </a:r>
          </a:p>
          <a:p>
            <a:pPr algn="just"/>
            <a:r>
              <a:rPr lang="en-US" sz="1200" dirty="0"/>
              <a:t>STORE Z</a:t>
            </a:r>
          </a:p>
          <a:p>
            <a:pPr algn="just"/>
            <a:r>
              <a:rPr lang="en-US" sz="1200" dirty="0"/>
              <a:t>MOVE X</a:t>
            </a:r>
          </a:p>
          <a:p>
            <a:pPr algn="just"/>
            <a:r>
              <a:rPr lang="en-US" sz="1200" dirty="0"/>
              <a:t>MULT 2</a:t>
            </a:r>
          </a:p>
          <a:p>
            <a:pPr algn="just"/>
            <a:r>
              <a:rPr lang="en-US" sz="1200" dirty="0"/>
              <a:t>ADD Z</a:t>
            </a:r>
          </a:p>
          <a:p>
            <a:pPr algn="just"/>
            <a:r>
              <a:rPr lang="en-US" sz="1200" dirty="0"/>
              <a:t>ADD 6</a:t>
            </a:r>
          </a:p>
          <a:p>
            <a:pPr algn="just"/>
            <a:r>
              <a:rPr lang="en-US" sz="1200" dirty="0"/>
              <a:t>STORE Y</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7" name="Picture 6">
            <a:extLst>
              <a:ext uri="{FF2B5EF4-FFF2-40B4-BE49-F238E27FC236}">
                <a16:creationId xmlns:a16="http://schemas.microsoft.com/office/drawing/2014/main" id="{FD3DC208-2522-E86B-E4D5-7A2E13459017}"/>
              </a:ext>
            </a:extLst>
          </p:cNvPr>
          <p:cNvPicPr>
            <a:picLocks noChangeAspect="1"/>
          </p:cNvPicPr>
          <p:nvPr/>
        </p:nvPicPr>
        <p:blipFill>
          <a:blip r:embed="rId3"/>
          <a:stretch>
            <a:fillRect/>
          </a:stretch>
        </p:blipFill>
        <p:spPr>
          <a:xfrm>
            <a:off x="5254796" y="1406842"/>
            <a:ext cx="3286125" cy="752475"/>
          </a:xfrm>
          <a:prstGeom prst="rect">
            <a:avLst/>
          </a:prstGeom>
        </p:spPr>
      </p:pic>
      <p:sp>
        <p:nvSpPr>
          <p:cNvPr id="2" name="Footer Placeholder 1">
            <a:extLst>
              <a:ext uri="{FF2B5EF4-FFF2-40B4-BE49-F238E27FC236}">
                <a16:creationId xmlns:a16="http://schemas.microsoft.com/office/drawing/2014/main" id="{861F7E43-D034-C65D-3EE3-6676993E1E81}"/>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0CAF15DE-C341-6FE7-AB9B-319899FF13A1}"/>
              </a:ext>
            </a:extLst>
          </p:cNvPr>
          <p:cNvSpPr>
            <a:spLocks noGrp="1"/>
          </p:cNvSpPr>
          <p:nvPr>
            <p:ph type="sldNum" sz="quarter" idx="12"/>
          </p:nvPr>
        </p:nvSpPr>
        <p:spPr/>
        <p:txBody>
          <a:bodyPr/>
          <a:lstStyle/>
          <a:p>
            <a:fld id="{E01A1374-4C1F-4D42-8836-504BF6B6184D}" type="slidenum">
              <a:rPr lang="en-IN" smtClean="0"/>
              <a:t>54</a:t>
            </a:fld>
            <a:endParaRPr lang="en-IN"/>
          </a:p>
        </p:txBody>
      </p:sp>
    </p:spTree>
    <p:extLst>
      <p:ext uri="{BB962C8B-B14F-4D97-AF65-F5344CB8AC3E}">
        <p14:creationId xmlns:p14="http://schemas.microsoft.com/office/powerpoint/2010/main" val="16644580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2677656"/>
          </a:xfrm>
          <a:prstGeom prst="rect">
            <a:avLst/>
          </a:prstGeom>
          <a:noFill/>
        </p:spPr>
        <p:txBody>
          <a:bodyPr wrap="square" rtlCol="0">
            <a:spAutoFit/>
          </a:bodyPr>
          <a:lstStyle/>
          <a:p>
            <a:pPr algn="just"/>
            <a:r>
              <a:rPr lang="en-US" sz="2400" dirty="0">
                <a:solidFill>
                  <a:srgbClr val="FF0000"/>
                </a:solidFill>
              </a:rPr>
              <a:t>Q17)Write the Assembly language program to add n numbers with suitable comments.</a:t>
            </a:r>
            <a:endParaRPr lang="en-US" sz="1200" dirty="0"/>
          </a:p>
          <a:p>
            <a:pPr algn="just"/>
            <a:endParaRPr lang="en-US" sz="2400" dirty="0"/>
          </a:p>
          <a:p>
            <a:pPr algn="just"/>
            <a:r>
              <a:rPr lang="en-US" sz="2400" dirty="0"/>
              <a:t>Refer the slide 28</a:t>
            </a:r>
          </a:p>
          <a:p>
            <a:pPr algn="just"/>
            <a:endParaRPr lang="en-US" sz="2400" dirty="0"/>
          </a:p>
          <a:p>
            <a:pPr algn="just"/>
            <a:endParaRPr lang="en-US" sz="2400" dirty="0"/>
          </a:p>
          <a:p>
            <a:pPr algn="just"/>
            <a:endParaRPr lang="en-US" sz="2400" dirty="0"/>
          </a:p>
          <a:p>
            <a:pPr algn="just"/>
            <a:endParaRPr lang="en-IN" sz="2400" dirty="0"/>
          </a:p>
        </p:txBody>
      </p:sp>
      <p:sp>
        <p:nvSpPr>
          <p:cNvPr id="16" name="Footer Placeholder 15">
            <a:extLst>
              <a:ext uri="{FF2B5EF4-FFF2-40B4-BE49-F238E27FC236}">
                <a16:creationId xmlns:a16="http://schemas.microsoft.com/office/drawing/2014/main" id="{EBEF9795-8802-E386-744D-A03F7A7AFB42}"/>
              </a:ext>
            </a:extLst>
          </p:cNvPr>
          <p:cNvSpPr>
            <a:spLocks noGrp="1"/>
          </p:cNvSpPr>
          <p:nvPr>
            <p:ph type="ftr" sz="quarter" idx="11"/>
          </p:nvPr>
        </p:nvSpPr>
        <p:spPr/>
        <p:txBody>
          <a:bodyPr/>
          <a:lstStyle/>
          <a:p>
            <a:r>
              <a:rPr lang="en-US"/>
              <a:t>Prepared By Dr K Badari Nath,  RV College Of Engg.</a:t>
            </a:r>
            <a:endParaRPr lang="en-IN"/>
          </a:p>
        </p:txBody>
      </p:sp>
      <p:sp>
        <p:nvSpPr>
          <p:cNvPr id="17" name="Slide Number Placeholder 16">
            <a:extLst>
              <a:ext uri="{FF2B5EF4-FFF2-40B4-BE49-F238E27FC236}">
                <a16:creationId xmlns:a16="http://schemas.microsoft.com/office/drawing/2014/main" id="{EEF535A6-3F37-42F7-687C-8D52F08ECF69}"/>
              </a:ext>
            </a:extLst>
          </p:cNvPr>
          <p:cNvSpPr>
            <a:spLocks noGrp="1"/>
          </p:cNvSpPr>
          <p:nvPr>
            <p:ph type="sldNum" sz="quarter" idx="12"/>
          </p:nvPr>
        </p:nvSpPr>
        <p:spPr/>
        <p:txBody>
          <a:bodyPr/>
          <a:lstStyle/>
          <a:p>
            <a:fld id="{E01A1374-4C1F-4D42-8836-504BF6B6184D}" type="slidenum">
              <a:rPr lang="en-IN" smtClean="0"/>
              <a:t>55</a:t>
            </a:fld>
            <a:endParaRPr lang="en-IN"/>
          </a:p>
        </p:txBody>
      </p:sp>
    </p:spTree>
    <p:extLst>
      <p:ext uri="{BB962C8B-B14F-4D97-AF65-F5344CB8AC3E}">
        <p14:creationId xmlns:p14="http://schemas.microsoft.com/office/powerpoint/2010/main" val="5345530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5632311"/>
          </a:xfrm>
          <a:prstGeom prst="rect">
            <a:avLst/>
          </a:prstGeom>
          <a:noFill/>
        </p:spPr>
        <p:txBody>
          <a:bodyPr wrap="square" rtlCol="0">
            <a:spAutoFit/>
          </a:bodyPr>
          <a:lstStyle/>
          <a:p>
            <a:pPr algn="just"/>
            <a:r>
              <a:rPr lang="en-US" sz="2400" dirty="0">
                <a:solidFill>
                  <a:srgbClr val="FF0000"/>
                </a:solidFill>
              </a:rPr>
              <a:t>Q17)Demonstrate with code snippet, Machine Language/Assembly Language support to “Subroutine Linkage”.</a:t>
            </a:r>
          </a:p>
          <a:p>
            <a:pPr algn="just"/>
            <a:endParaRPr lang="en-US" sz="2400" dirty="0">
              <a:solidFill>
                <a:srgbClr val="FF0000"/>
              </a:solidFill>
            </a:endParaRPr>
          </a:p>
          <a:p>
            <a:pPr algn="just"/>
            <a:r>
              <a:rPr lang="en-US" sz="2400" dirty="0"/>
              <a:t>CALL and RET to be indicated</a:t>
            </a:r>
          </a:p>
          <a:p>
            <a:pPr algn="just"/>
            <a:r>
              <a:rPr lang="en-US" sz="2400" dirty="0"/>
              <a:t>PC contents are loaded to Link Register on CALL,</a:t>
            </a:r>
          </a:p>
          <a:p>
            <a:pPr algn="just"/>
            <a:r>
              <a:rPr lang="en-US" sz="2400" dirty="0"/>
              <a:t>While LR contents are loaded to PC on Return.</a:t>
            </a:r>
          </a:p>
          <a:p>
            <a:pPr algn="just"/>
            <a:endParaRPr lang="en-US" sz="2400" dirty="0"/>
          </a:p>
          <a:p>
            <a:pPr algn="just"/>
            <a:r>
              <a:rPr lang="en-US" sz="2400" dirty="0"/>
              <a:t>Note: students can also use Processor stack instead of LR register for storing..</a:t>
            </a:r>
          </a:p>
          <a:p>
            <a:pPr algn="just"/>
            <a:endParaRPr lang="en-US" sz="2400" dirty="0"/>
          </a:p>
          <a:p>
            <a:pPr algn="just"/>
            <a:endParaRPr lang="en-US" sz="2400" dirty="0"/>
          </a:p>
          <a:p>
            <a:pPr algn="just"/>
            <a:r>
              <a:rPr lang="en-US" sz="2400" dirty="0">
                <a:solidFill>
                  <a:srgbClr val="FF0000"/>
                </a:solidFill>
              </a:rPr>
              <a:t>When a subroutine is called, the address of the instruction following the CALL instructions stored in</a:t>
            </a:r>
            <a:r>
              <a:rPr lang="en-US" sz="2400" dirty="0"/>
              <a:t>__________________ </a:t>
            </a:r>
          </a:p>
          <a:p>
            <a:pPr algn="just"/>
            <a:endParaRPr lang="en-US" sz="2400" dirty="0"/>
          </a:p>
          <a:p>
            <a:pPr algn="just"/>
            <a:r>
              <a:rPr lang="en-US" sz="2400" dirty="0"/>
              <a:t>Ans:  Link Register   ( in some processors, it is on top of the stack, pointed by SP)</a:t>
            </a:r>
          </a:p>
          <a:p>
            <a:pPr algn="just"/>
            <a:endParaRPr lang="en-IN" sz="2400" dirty="0"/>
          </a:p>
        </p:txBody>
      </p:sp>
      <p:sp>
        <p:nvSpPr>
          <p:cNvPr id="2" name="Footer Placeholder 1">
            <a:extLst>
              <a:ext uri="{FF2B5EF4-FFF2-40B4-BE49-F238E27FC236}">
                <a16:creationId xmlns:a16="http://schemas.microsoft.com/office/drawing/2014/main" id="{1AFD43C7-8DC4-27B6-BBEB-FADBA0D8425E}"/>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A9DD6B0E-C09D-6748-7A05-626C4269088D}"/>
              </a:ext>
            </a:extLst>
          </p:cNvPr>
          <p:cNvSpPr>
            <a:spLocks noGrp="1"/>
          </p:cNvSpPr>
          <p:nvPr>
            <p:ph type="sldNum" sz="quarter" idx="12"/>
          </p:nvPr>
        </p:nvSpPr>
        <p:spPr/>
        <p:txBody>
          <a:bodyPr/>
          <a:lstStyle/>
          <a:p>
            <a:fld id="{E01A1374-4C1F-4D42-8836-504BF6B6184D}" type="slidenum">
              <a:rPr lang="en-IN" smtClean="0"/>
              <a:t>56</a:t>
            </a:fld>
            <a:endParaRPr lang="en-IN"/>
          </a:p>
        </p:txBody>
      </p:sp>
    </p:spTree>
    <p:extLst>
      <p:ext uri="{BB962C8B-B14F-4D97-AF65-F5344CB8AC3E}">
        <p14:creationId xmlns:p14="http://schemas.microsoft.com/office/powerpoint/2010/main" val="41147911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023C01-7704-4B28-A64F-7145C4AE460B}"/>
              </a:ext>
            </a:extLst>
          </p:cNvPr>
          <p:cNvSpPr txBox="1"/>
          <p:nvPr/>
        </p:nvSpPr>
        <p:spPr>
          <a:xfrm>
            <a:off x="309488" y="281354"/>
            <a:ext cx="11590607" cy="3046988"/>
          </a:xfrm>
          <a:prstGeom prst="rect">
            <a:avLst/>
          </a:prstGeom>
          <a:noFill/>
        </p:spPr>
        <p:txBody>
          <a:bodyPr wrap="square" rtlCol="0">
            <a:spAutoFit/>
          </a:bodyPr>
          <a:lstStyle/>
          <a:p>
            <a:pPr algn="just"/>
            <a:r>
              <a:rPr lang="en-US" sz="2400" dirty="0">
                <a:solidFill>
                  <a:srgbClr val="FF0000"/>
                </a:solidFill>
              </a:rPr>
              <a:t>Q18) List all the generic addressing modes supported by the processor instruction set, with an example instruction.</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5" name="Picture 4">
            <a:extLst>
              <a:ext uri="{FF2B5EF4-FFF2-40B4-BE49-F238E27FC236}">
                <a16:creationId xmlns:a16="http://schemas.microsoft.com/office/drawing/2014/main" id="{E6CF71A5-6FFE-F7F7-13DD-A7E9079C8B00}"/>
              </a:ext>
            </a:extLst>
          </p:cNvPr>
          <p:cNvPicPr>
            <a:picLocks noChangeAspect="1"/>
          </p:cNvPicPr>
          <p:nvPr/>
        </p:nvPicPr>
        <p:blipFill>
          <a:blip r:embed="rId3"/>
          <a:stretch>
            <a:fillRect/>
          </a:stretch>
        </p:blipFill>
        <p:spPr>
          <a:xfrm>
            <a:off x="1218466" y="1160935"/>
            <a:ext cx="9772650" cy="5676900"/>
          </a:xfrm>
          <a:prstGeom prst="rect">
            <a:avLst/>
          </a:prstGeom>
        </p:spPr>
      </p:pic>
      <p:sp>
        <p:nvSpPr>
          <p:cNvPr id="6" name="Footer Placeholder 5">
            <a:extLst>
              <a:ext uri="{FF2B5EF4-FFF2-40B4-BE49-F238E27FC236}">
                <a16:creationId xmlns:a16="http://schemas.microsoft.com/office/drawing/2014/main" id="{EA717374-D6EE-74E5-3FD8-B30694282EA4}"/>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CEE92817-5C92-58E7-E665-E452E2976A4C}"/>
              </a:ext>
            </a:extLst>
          </p:cNvPr>
          <p:cNvSpPr>
            <a:spLocks noGrp="1"/>
          </p:cNvSpPr>
          <p:nvPr>
            <p:ph type="sldNum" sz="quarter" idx="12"/>
          </p:nvPr>
        </p:nvSpPr>
        <p:spPr/>
        <p:txBody>
          <a:bodyPr/>
          <a:lstStyle/>
          <a:p>
            <a:fld id="{E01A1374-4C1F-4D42-8836-504BF6B6184D}" type="slidenum">
              <a:rPr lang="en-IN" smtClean="0"/>
              <a:t>57</a:t>
            </a:fld>
            <a:endParaRPr lang="en-IN"/>
          </a:p>
        </p:txBody>
      </p:sp>
    </p:spTree>
    <p:extLst>
      <p:ext uri="{BB962C8B-B14F-4D97-AF65-F5344CB8AC3E}">
        <p14:creationId xmlns:p14="http://schemas.microsoft.com/office/powerpoint/2010/main" val="2076603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16357</TotalTime>
  <Words>7630</Words>
  <Application>Microsoft Office PowerPoint</Application>
  <PresentationFormat>Widescreen</PresentationFormat>
  <Paragraphs>543</Paragraphs>
  <Slides>57</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Calibri Light</vt:lpstr>
      <vt:lpstr>Myriad Pro</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badarinath k</dc:creator>
  <cp:lastModifiedBy>Lalit Mehra</cp:lastModifiedBy>
  <cp:revision>29</cp:revision>
  <dcterms:created xsi:type="dcterms:W3CDTF">2022-01-11T11:32:00Z</dcterms:created>
  <dcterms:modified xsi:type="dcterms:W3CDTF">2025-02-09T04:16:19Z</dcterms:modified>
</cp:coreProperties>
</file>