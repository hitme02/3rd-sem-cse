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4" r:id="rId3"/>
    <p:sldId id="257" r:id="rId4"/>
    <p:sldId id="276" r:id="rId5"/>
    <p:sldId id="258" r:id="rId6"/>
    <p:sldId id="259" r:id="rId7"/>
    <p:sldId id="260" r:id="rId8"/>
    <p:sldId id="261" r:id="rId9"/>
    <p:sldId id="262" r:id="rId10"/>
    <p:sldId id="263" r:id="rId11"/>
    <p:sldId id="277" r:id="rId12"/>
    <p:sldId id="264" r:id="rId13"/>
    <p:sldId id="278" r:id="rId14"/>
    <p:sldId id="265" r:id="rId15"/>
    <p:sldId id="266" r:id="rId16"/>
    <p:sldId id="267" r:id="rId17"/>
    <p:sldId id="279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81" r:id="rId27"/>
    <p:sldId id="282" r:id="rId28"/>
    <p:sldId id="283" r:id="rId2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0" autoAdjust="0"/>
    <p:restoredTop sz="98201" autoAdjust="0"/>
  </p:normalViewPr>
  <p:slideViewPr>
    <p:cSldViewPr>
      <p:cViewPr>
        <p:scale>
          <a:sx n="100" d="100"/>
          <a:sy n="100" d="100"/>
        </p:scale>
        <p:origin x="-296" y="-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466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</inkml:channelProperties>
      </inkml:inkSource>
      <inkml:timestamp xml:id="ts0" timeString="2024-03-15T14:23:08.777"/>
    </inkml:context>
    <inkml:brush xml:id="br0">
      <inkml:brushProperty name="width" value="0.1" units="cm"/>
      <inkml:brushProperty name="height" value="0.1" units="cm"/>
      <inkml:brushProperty name="fitToCurve" value="1"/>
    </inkml:brush>
  </inkml:definitions>
  <inkml:traceGroup>
    <inkml:annotationXML>
      <emma:emma xmlns:emma="http://www.w3.org/2003/04/emma" version="1.0">
        <emma:interpretation id="{98EDA3E3-FEE1-4E9A-9F5F-DE6D912B417A}" emma:medium="tactile" emma:mode="ink">
          <msink:context xmlns:msink="http://schemas.microsoft.com/ink/2010/main" type="writingRegion" rotatedBoundingBox="14824,5963 25477,5967 25476,7704 14823,7699"/>
        </emma:interpretation>
      </emma:emma>
    </inkml:annotationXML>
    <inkml:traceGroup>
      <inkml:annotationXML>
        <emma:emma xmlns:emma="http://www.w3.org/2003/04/emma" version="1.0">
          <emma:interpretation id="{2E4EA60C-1F2A-4870-9DAD-884F6FF9CF38}" emma:medium="tactile" emma:mode="ink">
            <msink:context xmlns:msink="http://schemas.microsoft.com/ink/2010/main" type="paragraph" rotatedBoundingBox="14824,5963 25477,5967 25476,7704 14823,7699" alignmentLevel="1"/>
          </emma:interpretation>
        </emma:emma>
      </inkml:annotationXML>
      <inkml:traceGroup>
        <inkml:annotationXML>
          <emma:emma xmlns:emma="http://www.w3.org/2003/04/emma" version="1.0">
            <emma:interpretation id="{B6D829E5-7294-474D-B49F-5881CA06E6A5}" emma:medium="tactile" emma:mode="ink">
              <msink:context xmlns:msink="http://schemas.microsoft.com/ink/2010/main" type="inkBullet" rotatedBoundingBox="14824,6338 16319,6339 16318,6811 14823,6810"/>
            </emma:interpretation>
            <emma:one-of disjunction-type="recognition" id="oneOf0">
              <emma:interpretation id="interp0" emma:lang="en-US" emma:confidence="0">
                <emma:literal>-7</emma:literal>
              </emma:interpretation>
              <emma:interpretation id="interp1" emma:lang="en-US" emma:confidence="0">
                <emma:literal>-</emma:literal>
              </emma:interpretation>
              <emma:interpretation id="interp2" emma:lang="en-US" emma:confidence="0">
                <emma:literal>-s</emma:literal>
              </emma:interpretation>
              <emma:interpretation id="interp3" emma:lang="en-US" emma:confidence="0">
                <emma:literal>7</emma:literal>
              </emma:interpretation>
              <emma:interpretation id="interp4" emma:lang="en-US" emma:confidence="0">
                <emma:literal>F</emma:literal>
              </emma:interpretation>
            </emma:one-of>
          </emma:emma>
        </inkml:annotationXML>
        <inkml:trace contextRef="#ctx0" brushRef="#br0">1997-556 280,'0'0'828,"0"0"-613,0 0-156,0 0 16,0 0 104,0 0 61,0 0-133,0 0-107,0 0-58,0 0 58,0 0 0,20 0 19,-3 1-15,2 1 25,5 0 0,6-1 4,1-1-14,4 0-6,5 0 13,3 0 23,1 0-30,5-3-17,5 0 18,0-1-18,2-1-2,3 0 0,3 0-19,-1 1 19,1 0-16,-2 2 13,-3 1-29,-3 0 19,-3 1-13,-6 0 13,-7 0-4,-4 0-47,-6 1-89,-6 0-36,-4 4-152,-7-3-80,-2 1-204</inkml:trace>
        <inkml:trace contextRef="#ctx0" brushRef="#br0" timeOffset="458.0946">2964-832 264,'0'0'1482,"0"0"-1378,0 0-81,0 0-23,0 0 23,0 0-23,0 0-104,0 0 52,0 0 52,0 0 2,0 0 27,29 3-26,-8 0 46,3 2-13,2 0-7,3-1-16,2-2 26,2 2-39,0 0 13,0-1-12,-1 0 12,-3 2-13,1 1-19,-4-2-1,-1 2-3,-3 2 10,-2 0 10,-3 0 0,-1 3 0,-3-3-26,-2 0 3,-1 2 24,-4-2-27,-1 3 16,-2-3 13,1 2 2,-4 1 21,0-2-20,0 3 36,-2 2 7,-6 2-14,0 2-6,-5-1 7,-3 2 12,0 0-6,-3 0-36,0-1 10,-1 0 7,1-2-18,0 0-1,0-2-1,1 0 3,3-2-3,1-3-12,2 2-27,3-3-6,1-1-91,2 2-173,2-4-56,-1 1-244</inkml:trace>
      </inkml:traceGroup>
      <inkml:traceGroup>
        <inkml:annotationXML>
          <emma:emma xmlns:emma="http://www.w3.org/2003/04/emma" version="1.0">
            <emma:interpretation id="{D413B4D5-B7D3-440C-B452-279A94E2DC0B}" emma:medium="tactile" emma:mode="ink">
              <msink:context xmlns:msink="http://schemas.microsoft.com/ink/2010/main" type="line" rotatedBoundingBox="16858,5963 24693,5967 24692,7024 16857,7021"/>
            </emma:interpretation>
          </emma:emma>
        </inkml:annotationXML>
        <inkml:traceGroup>
          <inkml:annotationXML>
            <emma:emma xmlns:emma="http://www.w3.org/2003/04/emma" version="1.0">
              <emma:interpretation id="{54815D71-1743-4551-A614-760DF9A0A761}" emma:medium="tactile" emma:mode="ink">
                <msink:context xmlns:msink="http://schemas.microsoft.com/ink/2010/main" type="inkWord" rotatedBoundingBox="16858,5997 18697,5998 18696,6506 16857,6505"/>
              </emma:interpretation>
              <emma:one-of disjunction-type="recognition" id="oneOf1">
                <emma:interpretation id="interp5" emma:lang="en-US" emma:confidence="0.5">
                  <emma:literal>word</emma:literal>
                </emma:interpretation>
                <emma:interpretation id="interp6" emma:lang="en-US" emma:confidence="0">
                  <emma:literal>world</emma:literal>
                </emma:interpretation>
                <emma:interpretation id="interp7" emma:lang="en-US" emma:confidence="0">
                  <emma:literal>wold</emma:literal>
                </emma:interpretation>
                <emma:interpretation id="interp8" emma:lang="en-US" emma:confidence="0">
                  <emma:literal>worded</emma:literal>
                </emma:interpretation>
                <emma:interpretation id="interp9" emma:lang="en-US" emma:confidence="0.5">
                  <emma:literal>wo rd</emma:literal>
                </emma:interpretation>
              </emma:one-of>
            </emma:emma>
          </inkml:annotationXML>
          <inkml:trace contextRef="#ctx0" brushRef="#br0" timeOffset="9237.6742">4079-904 1076,'0'0'358,"0"0"-357,0 0 22,0 0-22,0 0 22,0 0-10,0 0-13,0 0-13,0 0 10,-13-7 0,12 7 2,1 0-2,-1 0-17,-1 0 4,0 3 15,-1 2 0,0 3 1,-2 1 14,2 3-11,-1 1-2,2 1 1,-1 1 9,1 1-7,0 0-2,0 0-2,2-1-2,0 0-15,0-1 4,0-3-6,0-2 3,2 1 14,1-2-25,1-2 14,-2-4 11,2 1 2,-1-2-2,0-1 2,2 0 10,0 0 16,4-1 3,0-3-6,2-3 10,1-1-7,2-4-26,1 2 1,-1-4 1,-1 3-2,1-2-14,-2 2 12,1 1 2,-2-1 0,-2 2 0,0 2 0,-1 0 0,-4 5 10,-1-2-10,0 3-1,-2 1 0,-1 0-2,0 0-23,0 0 24,0 0 2,0 0 0,0 0-23,0 3-5,0 1 28,0 4 0,0 2-11,0 1-2,4 1 11,1 2 2,3-3-4,1 1-35,3-2 39,2-2 2,2-1-2,1-1-2,2-3 2,0-2 11,1-1-7,2 0 9,-3-5 19,1-3-16,-3-2-15,1 1 2,-3-2 0,1-1 13,-4-2-16,0-1-1,-5 0 1,-1 0 0,-1 0-1,-3 1-2,-2-1 3,0 3 0,-1-2 1,-5 1-1,0 1 0,-1 0 26,-4 0-25,0 1-2,-1 2 2,3 1 21,-3 1-22,3 2 19,0 2-7,2 1-12,2 0 0,3 2-3,-1 0-13,1 0-14,2 0-25,0 0-30,0 0 40,7 5 15,0-3 27,3 1 3,2-1 12,4 0 1,2-2 0,1 0 16,2-2-16,2-3-9,-1 0 9,1-1-13,-2 0 0,1 1-1,-3-2 0,-1 2 0,-4 2 1,-2 0-3,-2 1 0,-2 2-20,-3 0 10,0 0 10,-3 0-13,-1 0 15,0 0 1,2 2 68,-3 1-16,1 3-13,-1-1-10,0 1-9,0 3-19,0 1 19,0 1-17,0 1-1,0 1-2,0 1 0,-1-1-3,1 0 1,0 1-2,0-3 2,2 3-11,3-2 11,-1-3-11,1 2 11,0-1 1,1-3-16,1-2 17,-1-2-2,3 0 2,0-2 0,1-1 17,0 0-4,1 0 13,0-1 0,1-2-10,1-4 3,-2 1-2,0-3 2,-2 1-16,-2-3 23,0 1-9,-2 2 9,-1-4 3,-2 2 10,-2 1-16,0-3-21,0 2 11,-3-1-13,-5 2 0,0-2 0,-7 1-52,1 0-33,-2 2 17,-1 1 9,-1 1 20,4 2 17,0 1-27,4 1-29,3 2-59,2 0-114,3 2-261</inkml:trace>
          <inkml:trace contextRef="#ctx0" brushRef="#br0" timeOffset="10356.7251">5128-742 1334,'0'0'699,"0"0"-657,0 0 4,0 0-40,0 0-6,0 0 0,0 0-48,0 0-34,0 0 14,0 0 68,0 0 17,5-24-4,4 11 3,-1 1 0,3-2-13,0-1 30,-2-1-30,1-2 16,-1 0 17,0-1 0,-1-1-14,0-1-18,1-2 25,-1 1-16,-1 1 6,-2 0-16,2 1 0,-4 2 26,0 2-26,-1 3 0,-2 2 23,0 3 10,0 2-1,-2 2-18,-2 3-17,-3-1-23,0 2-22,-2 0-27,-2 3-15,-3 4-7,-1 4 9,0 1 1,-1 2 29,3 1 0,1 0 9,4 0-12,2-1 9,2-1 0,4-1-6,0-1-30,4 0 10,3-1 17,5-2-30,2 1 22,2-1 11,1-1 13,2-1-30,1 1-16,-1 0 10,-3-2 22,0 2 21,-1-1 5,-3 2 28,-3-1 2,-2-1 12,-1 3-12,-3-3 62,1 3 32,-3-3 17,1 3-16,-1 0-14,-1 1-6,1 0-13,-1 3-23,1-1-23,2 1 7,0 0 6,0 1-27,2-2-2,2 1 16,0-2 6,3-4-21,1 2 11,1-5 1,3 0 3,2-4-14,4 0 0,3 0 14,2-7-3,0-1-13,2 1-26,0 0-9,-3-2-1,0-2 7,-2 1-24,0 1 31,-2-5 21,-3 2-1,1-2 2,-1 0 4,0 1 22,-2-1-26,-2 0 3,-2 3 20,-4-1 13,-2 3-7,-2-1 16,-2 2 37,-2 2 51,0 0 49,-2 2-36,-2-2-32,-3 1-43,-2 1-29,0-1-9,-2 2-14,-1 1 20,-2 1-24,1 1-15,-2 0-1,0 0 0,-2 2-1,1 3-21,0 3 22,-1 1 1,3-1-13,-1 3-6,4 2 16,0-1 0,3 1-36,2 2 13,1-1 14,2 0-11,3-2-6,0 3-1,0-5 8,5 1 18,3-2-12,1-3 16,1-2 2,1 0 24,2-3-9,1-1-1,0-1 16,3-7 1,-2 1-20,0-5-10,1 1 10,-1-4-11,-1-3-1,-1 0-1,-1-2 1,-2 2 15,-1-3-16,1 0-1,-2-1 1,0-1 2,-1-2 11,0 0-13,-3-1 2,1-1 9,-2 4-9,-1-1 0,-2 4 0,0 4 24,0 1-4,0 5-9,-3 2 3,1 4-13,0 1-1,2 2-2,0 0-2,0 1-24,0 0-23,-1 1-38,-1 6-7,1 3 45,-4 5 23,3 5 13,-1 1-3,0 5 16,1 2-10,2 2 8,-2 1 4,0 3 22,0 1-11,-1 1-10,1 0-3,1-2-3,-1 0-13,2-5 13,0-4-32,7-4-66,0-6-201,0-4-86,5-2-215</inkml:trace>
        </inkml:traceGroup>
        <inkml:traceGroup>
          <inkml:annotationXML>
            <emma:emma xmlns:emma="http://www.w3.org/2003/04/emma" version="1.0">
              <emma:interpretation id="{9AE2E8B0-40C8-4CEB-8A99-A96A53C1DDAC}" emma:medium="tactile" emma:mode="ink">
                <msink:context xmlns:msink="http://schemas.microsoft.com/ink/2010/main" type="inkWord" rotatedBoundingBox="19133,6026 20548,6027 20547,6810 19132,6809"/>
              </emma:interpretation>
              <emma:one-of disjunction-type="recognition" id="oneOf2">
                <emma:interpretation id="interp10" emma:lang="en-US" emma:confidence="0.5">
                  <emma:literal>size</emma:literal>
                </emma:interpretation>
                <emma:interpretation id="interp11" emma:lang="en-US" emma:confidence="0">
                  <emma:literal>Size</emma:literal>
                </emma:interpretation>
                <emma:interpretation id="interp12" emma:lang="en-US" emma:confidence="0">
                  <emma:literal>side</emma:literal>
                </emma:interpretation>
                <emma:interpretation id="interp13" emma:lang="en-US" emma:confidence="0">
                  <emma:literal>site</emma:literal>
                </emma:interpretation>
                <emma:interpretation id="interp14" emma:lang="en-US" emma:confidence="0">
                  <emma:literal>ride</emma:literal>
                </emma:interpretation>
              </emma:one-of>
            </emma:emma>
          </inkml:annotationXML>
          <inkml:trace contextRef="#ctx0" brushRef="#br0" timeOffset="11361.6567">6319-678 470,'0'0'808,"0"0"-395,0 0-393,0 0 32,0 0 113,0 0-41,0 0-73,0 0-18,0 0 19,0 0-17,0 0-18,-13-22 25,15 13 19,3-2 14,-2 0-11,2-3-22,1 1 0,0-3-23,2 0 11,2 0-18,-1-3 1,1 1 4,1-3-1,1 2-16,-1-1 3,3-2 10,-1 0 3,0-1-16,1 1 3,-1-1 10,-2 1-10,-2 3-2,-1 0 2,-2 3 17,-4 0-1,1 4-6,-2 2-10,-1 4 16,0 0-17,0 5 17,0-1-19,0 2 0,0 0-2,-1 0-47,-2 0-15,0 3-10,-2 4 13,1 2 15,-1 4 17,1 1 13,-1 2 13,3 0-29,0 1 19,2 2-13,0-2 13,0 1-26,4 1-9,2-2 15,2 1 4,2-3-7,0 0 14,1-3-7,2 0 26,0 0-16,-1-2 19,1 0 1,-2 0 2,-1 0-3,-3 0-3,0-1 2,-3 1 1,-2 0 3,-2-1 13,0 2-12,-1-1 28,-6 2-3,1-3-6,-5 0 9,0 0 4,-1-2-23,1 0 6,0-2 1,0-1-4,3 0-3,0-4 0,2 2 13,1-2-24,2 0 11,1 0 3,0 0 0,2 0-16,0 0-31,0-2-24,0 1-23,4-3 10,4-2 23,3 1 19,0-2 13,2 2-3,1 0-7,2 2 22,1 0 0,1-3 1,1 3-2,0 0 1,1 0 1,-1-3 0,2 1-3,-2 1 1,0-2 2,-2-2 3,2 1-3,-1-1 2,-2-3 14,-1 1 0,0 1-16,-3-2 3,0 0 23,-2 1-6,-2 0-18,0-1 20,-1 0-2,-3 1-1,1 1-15,-3-1 12,-1 2 10,1-1 6,-2 2-30,0 0 1,0 3 39,0-1-19,0 2 3,0 2 6,0 1 2,0 0-34,0 0-42,0 0-7,0 0-12,0 1-20,0 4 19,-2 4 40,0 2 21,-1 3-3,2 2 1,-1 2-20,2 0 22,0 0 1,0-3-2,0 2 2,0 0 15,3-5 1,0 1-16,1-3-26,0-4 10,0-1-55,2-5-163,-1 0-91,-2 0 0,3-6-148</inkml:trace>
          <inkml:trace contextRef="#ctx0" brushRef="#br0" timeOffset="11517.3745">7013-1080 574,'0'0'0,"0"0"-137,0 0-39,0 0-52</inkml:trace>
          <inkml:trace contextRef="#ctx0" brushRef="#br0" timeOffset="12415.2054">7104-868 894,'0'0'772,"0"0"-574,0 0-32,0 0 74,0 0-59,0 0-97,0 0-29,0 0 0,0 0-36,0 0-19,0 0 2,19-22 18,-9 17-18,0 0 1,1 2-2,-2-1-1,1 2-2,0 1-1,-1 1-17,0 0-12,-3 0 0,1 1 6,-1 3-3,-2 2 6,1 3 23,-4 1 1,-1 2 3,0 2 12,-1 4 6,-3-2-2,-1 0-19,-1-1-1,0 0 3,1-1-3,0-4-1,2 1 0,-1-2-19,2-2 8,0 0-5,1-2-12,1 1 13,0-4 0,0 1 14,3 3-11,2-5 13,1 3 0,1-1 2,3 4-2,0-3 2,1 0 9,2 2-11,0-1-1,-1 3-1,2-1 2,-3 3-3,1 1-17,-2 2 20,-3-2 0,-1 4 1,-3 0 3,-3-1-1,0 2 26,-1-1-10,-7 2 10,-3 1-9,-4-1 9,-2 1-7,0-3-6,-3 1 1,-1-2 5,0-1-3,0-4 1,2 0-4,0-1 3,3-3-7,-1-3-12,4 1 0,3-3 1,1 0 2,3 0 20,2-3-23,2-2-3,2-2-55,0-5 6,5 1-12,4-5 22,5-2 9,2 1 7,3 1 1,3-2 5,2 2 4,0 0 0,2 1 3,2-1 11,0 0 0,2 0 2,0-1 0,0-1 3,2 2 23,-1-3-7,-1 1 7,-2-1 0,0 1-10,-3-1-15,-3 3 2,-3-3 13,-3 2-3,-2-2-9,-4 2 12,-4 2-3,-1-2-4,-4-1-9,-1 0 0,0 2 1,-6-3-1,-2 4-2,0 0 2,-1 4 0,-1 1 1,2 3 57,-1 2-16,0 2-22,1 3-20,-2 0-25,1 4-17,-3 5 7,0 3 12,-1 3 4,1 2-4,0 4 4,5 1 15,-1 1-9,3 0-12,2 5 22,3-3 1,0-2 2,0 0-16,4-3 14,1 1 2,4-6-2,0-1-8,1-2 10,2-3 23,-1 0-4,1-4-17,2-1 21,1-1-4,1-2-3,1-1-16,2 0 0,0-4-19,5-3-46,-2-1-265,-4-1-319,1-5-667</inkml:trace>
        </inkml:traceGroup>
        <inkml:traceGroup>
          <inkml:annotationXML>
            <emma:emma xmlns:emma="http://www.w3.org/2003/04/emma" version="1.0">
              <emma:interpretation id="{1F5275CC-1C21-469F-B25D-BD9743FE6085}" emma:medium="tactile" emma:mode="ink">
                <msink:context xmlns:msink="http://schemas.microsoft.com/ink/2010/main" type="inkWord" rotatedBoundingBox="20941,6021 22295,6022 22294,6537 20940,6536"/>
              </emma:interpretation>
              <emma:one-of disjunction-type="recognition" id="oneOf3">
                <emma:interpretation id="interp15" emma:lang="en-US" emma:confidence="0.5">
                  <emma:literal>(no.</emma:literal>
                </emma:interpretation>
                <emma:interpretation id="interp16" emma:lang="en-US" emma:confidence="0">
                  <emma:literal>(No.</emma:literal>
                </emma:interpretation>
                <emma:interpretation id="interp17" emma:lang="en-US" emma:confidence="0">
                  <emma:literal>CNO.</emma:literal>
                </emma:interpretation>
                <emma:interpretation id="interp18" emma:lang="en-US" emma:confidence="0">
                  <emma:literal>(NO.</emma:literal>
                </emma:interpretation>
                <emma:interpretation id="interp19" emma:lang="en-US" emma:confidence="0">
                  <emma:literal>(No</emma:literal>
                </emma:interpretation>
              </emma:one-of>
            </emma:emma>
          </inkml:annotationXML>
          <inkml:trace contextRef="#ctx0" brushRef="#br0" timeOffset="13375.473">8435-1127 1098,'0'0'153,"0"0"-62,0 0 29,0 0 23,0 0-55,0 0-20,0 0 36,0 0 23,0 0 25,0 0-19,0-18-29,-1 17-59,-2 1-12,-4-2-24,-1 1-9,-3 1-3,-3 0-16,-3 4-7,-4 6 3,-2-1 12,-5 6 11,2 0 16,0 5-12,1 0 12,1 2 10,3 1 0,2 4-24,2 2-2,4 1-4,3 1-12,3-2-9,7 1 21,0-4-12,3 2-10,8-3 23,4-3 1,1-1-11,3-2 13,2-3 0,4-2-7,1-2-15,0-4-53,1-1-54,0-4-115,-2-3-120,-6 0-111</inkml:trace>
          <inkml:trace contextRef="#ctx0" brushRef="#br0" timeOffset="14049.7709">8630-944 2100,'0'0'466,"0"0"-466,0 0 1,0 0 48,0 0-49,0 0-78,0 0 26,0 0 52,0 0 20,0 0 2,-35 69 8,30-52 2,0 1-3,1 1-7,-3-2-18,1 0 9,0-1 5,0-2-17,2-2 1,0-3 1,1-3 1,2 0-2,0-5 20,-1 1-19,2-2 36,0 0 16,-1 0 6,1 0-3,-2 0-1,2-3-47,-1-3-10,0-3-51,1-2-10,0-3 25,0-1 24,0-1-5,0-2 14,0-1 1,1-2 0,3 1 1,-1-2-15,1 2 14,2-1 2,0 2-16,2 3-4,0 3 20,1 2 45,-1 5-13,0 1-29,-1 1-3,1 3-23,-2 1-22,2 0 3,-2 5-9,5 3 18,-1 4-2,0 0 9,2 3 26,-1 4 0,-1 1-3,1 0 2,-1 4-9,2-1 10,-3 0 1,2 1 12,-1-2-12,1-4 0,-1-1 1,0-2-1,-1-1 3,1-3-1,-2-2-1,0-3 0,1-2 34,-2 0-14,-1-4 7,0 0 16,-1 0 20,0 0 9,1-7-16,-1 0-10,2-4-10,0-2-12,-2-1-14,-1-2-11,1-1 0,-3-2-1,1-1 0,-1 0 0,-2-1 0,0-1 0,0-1-19,0 0 2,0 3 1,0 4-19,0 1-29,0 5 19,0 5 16,0 1-51,0 2-56,0 1-90,0 1-147,6 0-55,0 0 102,1 1-55,2 3-157</inkml:trace>
          <inkml:trace contextRef="#ctx0" brushRef="#br0" timeOffset="14427.3204">9138-951 395,'0'0'159,"0"0"454,0 0-401,0 0-111,0 0-30,0 0-9,0 0 23,0 0 12,0 0 23,0 0-6,-65 42 3,54-33-14,1 4-12,0-1-13,3 2 2,-1 1-18,2 0-17,1 1 7,1 1-11,4-2 24,0 0-20,0 0 0,0-1-23,6-1-2,1-2-20,4-1 22,0 0-3,0-5 13,4-1-6,1-3-3,-2 1 12,2-2-3,-1 0-6,1-6-1,0 1-2,-2-6-4,0 1-3,-1-3-14,-2 0 0,-2 0-2,-2-2 0,-2 0-29,-2 0 26,-3-1-10,0 1-22,-1 0-48,-8 0-36,-1 0-35,-2 3-1,-2-1-23,2 3-81,1 3 0,-1 4-53,5 2-53,0 1-215</inkml:trace>
          <inkml:trace contextRef="#ctx0" brushRef="#br0" timeOffset="14649.7012">9468-790 985,'0'0'1959,"0"0"-1895,0 0-19,0 0 137,0 0-102,0 0-80,0 0-22,0 0 6,0 0-29,0 0-22,0 0-19,-9-1-30,9 1-83,0 0-95,0 0-247,0 0-51,0 0-438,9 1 724</inkml:trace>
        </inkml:traceGroup>
        <inkml:traceGroup>
          <inkml:annotationXML>
            <emma:emma xmlns:emma="http://www.w3.org/2003/04/emma" version="1.0">
              <emma:interpretation id="{875B7FA6-3813-439B-8F5C-175E18C9BD3D}" emma:medium="tactile" emma:mode="ink">
                <msink:context xmlns:msink="http://schemas.microsoft.com/ink/2010/main" type="inkWord" rotatedBoundingBox="22623,6125 23168,6126 23167,7024 22622,7023"/>
              </emma:interpretation>
              <emma:one-of disjunction-type="recognition" id="oneOf4">
                <emma:interpretation id="interp20" emma:lang="en-US" emma:confidence="0.5">
                  <emma:literal>of</emma:literal>
                </emma:interpretation>
                <emma:interpretation id="interp21" emma:lang="en-US" emma:confidence="0">
                  <emma:literal>off</emma:literal>
                </emma:interpretation>
                <emma:interpretation id="interp22" emma:lang="en-US" emma:confidence="0">
                  <emma:literal>oof</emma:literal>
                </emma:interpretation>
                <emma:interpretation id="interp23" emma:lang="en-US" emma:confidence="0">
                  <emma:literal>oaf</emma:literal>
                </emma:interpretation>
                <emma:interpretation id="interp24" emma:lang="en-US" emma:confidence="0">
                  <emma:literal>oft</emma:literal>
                </emma:interpretation>
              </emma:one-of>
            </emma:emma>
          </inkml:annotationXML>
          <inkml:trace contextRef="#ctx0" brushRef="#br0" timeOffset="15199.4183">9897-957 897,'0'0'348,"0"0"-172,0 0-137,0 0 55,0 0 98,0 0-49,0 0-29,0 0-23,0 0 19,0 0-13,0 0-19,-2-28-30,-1 28-9,1 0-10,-2 0-13,-4 2-3,0 4 10,-2 2-10,1 2 16,-1 4 19,-1 1 17,2 0-17,0 4 19,3-2-2,1 4-23,1-3-4,3 2-15,1-4-23,3 4 0,4-5 12,2 0 1,2-2 10,1-2-1,5-4 1,-2-2 12,2-2 6,0-3 4,2 0-16,0-4 3,-1-3 0,1-3-10,-1-3-19,-3-1 0,-1 1 1,-2-4 6,-3 1-10,-2 0-3,-5 1 2,-2 0 0,0 0-21,-9-2-17,-2-1-31,-3 2-16,-5-1-46,0 1 10,-2 2 0,1 1 38,2 3-64,2 3-7,4 4-7,1 0-30,3 3-103,3 1 5,1 5-13,2-1-78,2 3-154</inkml:trace>
          <inkml:trace contextRef="#ctx0" brushRef="#br0" timeOffset="15750.6432">10176-1031 817,'0'0'421,"0"0"44,0 0-322,0 0-3,0 0 100,0 0-62,0 0-82,0 0-54,0 0-19,0 0-23,0 0-1,5-14-57,-5 15-3,0 4 44,1 4 17,-1 2 20,1 5 18,-1 3 11,0 4-4,0 3 7,0 3 9,-2 4 29,-3 2 0,0 5-32,-2 4-19,1 1 25,-1 1-19,-1 3-26,4 1 6,-3-1 36,1 0-26,0-4-22,1 0-10,3-4 16,-1-4-15,1-2-4,2-5 3,0-5 3,0-4-4,0-6-2,5-3-14,-1-5 14,3-3 32,1-2-6,3-2 6,2-2 22,3-6 0,4-5-30,1-4-23,3-4 1,-1 1-2,-2-5-29,-2 2-6,-5 0 16,-1-1-16,-5 1-19,-3 0 9,-4-1-6,-1 2-13,-4-2-42,-7 3 26,-2 1 29,-2 0 19,-4 4 32,-1 1 2,-2 2 14,-2 2-14,1 2 14,-3-2-3,2 1 19,2 2 35,2-2 13,2 2 7,4-1-11,4-1-37,3 1-18,2 0-21,3 1-32,2-4 0,0 1-6,8-4-17,6 0 1,2 0-3,7-2-24,0 2-70,8 0-52,0 2-16,0-1-102,0 1-150,-8 5-20,6-3-582</inkml:trace>
        </inkml:traceGroup>
        <inkml:traceGroup>
          <inkml:annotationXML>
            <emma:emma xmlns:emma="http://www.w3.org/2003/04/emma" version="1.0">
              <emma:interpretation id="{C98587ED-A064-4C6E-985F-6651EA1829F4}" emma:medium="tactile" emma:mode="ink">
                <msink:context xmlns:msink="http://schemas.microsoft.com/ink/2010/main" type="inkWord" rotatedBoundingBox="23595,5966 24693,5967 24692,6567 23594,6566"/>
              </emma:interpretation>
              <emma:one-of disjunction-type="recognition" id="oneOf5">
                <emma:interpretation id="interp25" emma:lang="en-US" emma:confidence="0.5">
                  <emma:literal>bots</emma:literal>
                </emma:interpretation>
                <emma:interpretation id="interp26" emma:lang="en-US" emma:confidence="0">
                  <emma:literal>but</emma:literal>
                </emma:interpretation>
                <emma:interpretation id="interp27" emma:lang="en-US" emma:confidence="0">
                  <emma:literal>buts</emma:literal>
                </emma:interpretation>
                <emma:interpretation id="interp28" emma:lang="en-US" emma:confidence="0">
                  <emma:literal>both</emma:literal>
                </emma:interpretation>
                <emma:interpretation id="interp29" emma:lang="en-US" emma:confidence="0">
                  <emma:literal>bot</emma:literal>
                </emma:interpretation>
              </emma:one-of>
            </emma:emma>
          </inkml:annotationXML>
          <inkml:trace contextRef="#ctx0" brushRef="#br0" timeOffset="16452.4085">10801-1182 1975,'0'0'457,"0"0"-412,0 0-43,0 0 63,0 0-65,0 0-10,0 0-71,0 0 29,0 0 41,0 0 11,-4 14 42,5 2 0,0 5 19,0 3-13,0 5-12,-1 1-4,0 3 7,-1 2 6,-2 1-43,-4 1 33,2 0-6,0-2-9,-2-4-17,5-3-3,-1-6 0,3-3-1,0-4 1,0-1 19,0-5-18,0-2 1,0-3 14,0-1-13,0 0 13,0-3 9,0 0 11,0 0 9,0 0 9,0-3 10,0-3-38,0 1-26,2-6-3,-1-2 3,1 0-21,-2-2 21,3-3 0,-1 1-16,0-1-3,2-2-16,1 0 12,0 2-9,4 2-3,1 1 3,1 1 10,1 1 2,3 4 4,-1 1 13,2 2-16,-1 1 15,0 3-9,1 0 1,1 2 12,0 0 0,-1 2 16,2 2-3,0 2-10,-2 4-3,0 0-23,0 2 10,-4 1 13,0 1 1,-4-2 2,0 3-3,-3-2-3,-3-2 3,-2 1 13,0 0 26,-2-1-16,-8-1 18,-4 1 23,-4 1-28,-3 0-17,-5-1-6,-1 0-12,0-1 1,0-2-2,2-1-19,1-2-17,4-1-37,1-1-8,6-2-22,0-1-29,5 0-68,4-3-75,3-3-173,1 0-8,7-7-212</inkml:trace>
          <inkml:trace contextRef="#ctx0" brushRef="#br0" timeOffset="16794.5591">11248-929 1638,'0'0'535,"0"0"-535,0 0 0,0 0 64,0 0 40,0 0-46,0 0-56,-18 65 37,18-47 13,-2 0-17,2-1-22,0 0-9,0 2 18,0-4-15,0-1-7,0-4 0,0 0 1,2-4-1,-2-1-2,3-5-21,-1 2-22,0-2-17,1 0-19,-2-3-9,5-5-62,-2-3-14,1-2-3,-1 0 0,3-2 104,-2 0 23,0-3 3,0 2 13,-1-2 26,-1 0-2,-1 0-18,-2-1 7,0 2 0,0 0 13,0 0 23,-1 2-23,0 2 14,-2 1-14,1 2-26,2 3-23,-2-2-143,2 5-274,0-3-232</inkml:trace>
          <inkml:trace contextRef="#ctx0" brushRef="#br0" timeOffset="17494.1885">11425-1204 408,'0'0'1614,"0"0"-1510,0 0 0,0 0 145,0 0-49,0 0-155,0 0-45,0 0 0,0 0 1,0 0 19,0 0-1,4 18 19,1-4-15,0 1-22,1 2 25,-1 3-23,1 2 29,-2 2-32,-1 2 13,0 1 29,-2 0-1,-1 2 11,2 0-17,-2-1 4,0-1-20,0-4 19,0 0-19,0-3-17,0-1-2,0-3 18,0 0-18,0-2-1,0-2 1,3-4-1,1 1 1,0-3 3,1-3 17,0 0-4,2-2 6,5-1 7,-3 0-10,7 0 0,0-1-6,1-5-1,5 1-12,0-3-12,0 0-1,-1-2 10,3-2-13,-5 1 0,1 0 13,-1-2 0,-3 1-17,0 1 20,-2-1 11,-3 0-9,-3-2-1,-1 3 14,-1-3-2,-3 3-11,-2-2-2,-1-1 1,0 2 21,0-2-22,-4 4-14,-2 1-9,1 1-9,1 2 19,0 3 10,-1 2-29,0 1-28,1 0-4,-1 3-4,0 4 11,-2 1 28,2 3-3,0 0 31,1 1-28,2 1 16,2 2 10,0-2-1,1 2-8,5-1 9,1 1 1,2 0-14,1 0 16,1 0 0,1 0 27,-1 0-27,0 0-16,-1-1 6,-1 1 8,-3-2 2,-1-2-12,-1 3 11,-1-3 2,-1-1 30,-1-1-18,-1-3-11,0 0 34,-1 3-34,-4-4 43,-4-1-7,-1 3-9,-1-2-14,-4 0-15,1-1-1,2-3-12,-1-1-86,0 0-110,0 0-59,-1-4-192,5 1-112,-7-10-402</inkml:trace>
          <inkml:trace contextRef="#ctx0" brushRef="#br0" timeOffset="17787.028">11486-969 924,'0'0'1286,"0"0"-1276,0 0 29,0 0-16,0 0 61,0 0-26,0 0-16,83-5 3,-54 0 0,3 1-28,4-2-17,-1 1-3,0 0-13,-2-2-22,-3 2-85,-4 1-324,-7-2-135,-2 1-240</inkml:trace>
        </inkml:traceGroup>
      </inkml:traceGroup>
      <inkml:traceGroup>
        <inkml:annotationXML>
          <emma:emma xmlns:emma="http://www.w3.org/2003/04/emma" version="1.0">
            <emma:interpretation id="{819B8DB1-8F0D-46A6-9AEF-FD348466AF74}" emma:medium="tactile" emma:mode="ink">
              <msink:context xmlns:msink="http://schemas.microsoft.com/ink/2010/main" type="line" rotatedBoundingBox="21542,6510 25489,6676 25445,7719 21498,7554"/>
            </emma:interpretation>
          </emma:emma>
        </inkml:annotationXML>
        <inkml:traceGroup>
          <inkml:annotationXML>
            <emma:emma xmlns:emma="http://www.w3.org/2003/04/emma" version="1.0">
              <emma:interpretation id="{0CEF801B-5BE8-4641-8FC7-06E27090F54C}" emma:medium="tactile" emma:mode="ink">
                <msink:context xmlns:msink="http://schemas.microsoft.com/ink/2010/main" type="inkWord" rotatedBoundingBox="21534,6695 22255,6725 22232,7281 21511,7251"/>
              </emma:interpretation>
              <emma:one-of disjunction-type="recognition" id="oneOf6">
                <emma:interpretation id="interp30" emma:lang="en-US" emma:confidence="0.5">
                  <emma:literal>in</emma:literal>
                </emma:interpretation>
                <emma:interpretation id="interp31" emma:lang="en-US" emma:confidence="0">
                  <emma:literal>ion</emma:literal>
                </emma:interpretation>
                <emma:interpretation id="interp32" emma:lang="en-US" emma:confidence="0">
                  <emma:literal>inn</emma:literal>
                </emma:interpretation>
                <emma:interpretation id="interp33" emma:lang="en-US" emma:confidence="0">
                  <emma:literal>is</emma:literal>
                </emma:interpretation>
                <emma:interpretation id="interp34" emma:lang="en-US" emma:confidence="0">
                  <emma:literal>ins</emma:literal>
                </emma:interpretation>
              </emma:one-of>
            </emma:emma>
          </inkml:annotationXML>
          <inkml:trace contextRef="#ctx0" brushRef="#br0" timeOffset="19963.7398">8691-73 55,'0'0'177,"0"0"-63,0 0 68,0 0 310,0 0-283,0 0-121,0 0-13,0 0 16,0 0 29,0 0 4,0 0-27,0 0-19,0 0-13,0 0 0,0 0-23,0 0-13,0 0-3,0 0-9,0 0-15,0 0 0,2 0 17,1 0 7,2 0 13,1 0 19,3-6 17,1 0-20,1-2-16,2-1-10,0 0-16,-1-3-13,2 1 0,-2 0 0,-1-3 2,0 3-2,-2-2 0,-1 1 0,0-2 1,-2 0-1,1 3-2,-2-3 0,-2 2 0,-1 0-10,0 1-5,-2 1 17,0 2 0,0 1 13,0 1-13,0 3-13,0 1 13,-1 2-1,0 0-1,-1 0 2,-3 0-13,2 0-26,-4 5-3,1 1 10,-2 3 13,-1 3 18,-1 1-16,2 2 4,0 2 12,2 1 1,1 1-13,0 1 12,3 1-2,2-1-23,0 2 4,0 0 5,2-3 17,3 0 4,3-1-2,0-2-2,2-3 1,-1-3-1,2-1 0,1-3-7,-2-1 7,-1-4 13,1 0-9,0-1 15,-1 0 17,1-1-4,0-5-16,0-2 4,-1-2 5,0 0-8,-1-1-17,-2-3 0,4 2 0,-4-3 14,0 3-14,3 0-1,-3-3 1,1 1 1,3-1-1,-2 0-1,1 1 1,0 2 0,1 0-13,-1 3-7,-2 1 18,-1 3-11,2 3-16,-3-1-3,0 3 6,1 0 3,-1 2-16,1 4 22,0 0 17,-1 0 36,1 3 22,-1 2-26,-1 2-9,-1-3-1,0 1-20,-2 0-2,1 2 12,-1-5 11,-1 0-21,0-4-1,0 2 19,0-6-1,0 1-19,0 0 1,0 1 25,0-2 0,0 0-13,0 0-11,0 0 24,0 0 3,2-4-29,3-2 0,1-3 0,0-1-1,3-1 0,0 0-12,1-1 12,0 1-1,1 0-11,3 0-3,0 0 12,3 2-12,-1 0-3,0 0 17,1 5-14,-3-2 12,0 5-18,-3 1 2,1 0 17,-3 1-20,-1 5 10,-2-2 10,0 2 1,-1 3 1,-1 2 1,0 0 0,-1 2 2,0 1 0,-2 2 18,2-1-18,-3 5 1,0-1-2,0 1 0,0 1 1,0 0 11,0 0-12,-3 2 3,-1-3-1,1 0-1,1-3-2,1-3-1,0-2-18,1-5-66,0-3-64,0-4-71,0-2-66,0-5-98,4-12-385</inkml:trace>
          <inkml:trace contextRef="#ctx0" brushRef="#br0" timeOffset="20180.5813">9017-463 2734,'0'0'167,"0"0"-167,0 0-96,0 0-65,0 0 19,0 0 106,0 0-9,0 0-94,81 12-121,-60-9-279,7 1-236</inkml:trace>
        </inkml:traceGroup>
        <inkml:traceGroup>
          <inkml:annotationXML>
            <emma:emma xmlns:emma="http://www.w3.org/2003/04/emma" version="1.0">
              <emma:interpretation id="{339D99FD-6EE1-4281-B561-43A4F303D2DE}" emma:medium="tactile" emma:mode="ink">
                <msink:context xmlns:msink="http://schemas.microsoft.com/ink/2010/main" type="inkWord" rotatedBoundingBox="22546,6878 23983,6938 23964,7376 22527,7316"/>
              </emma:interpretation>
              <emma:one-of disjunction-type="recognition" id="oneOf7">
                <emma:interpretation id="interp35" emma:lang="en-US" emma:confidence="0.5">
                  <emma:literal>each</emma:literal>
                </emma:interpretation>
                <emma:interpretation id="interp36" emma:lang="en-US" emma:confidence="0">
                  <emma:literal>Each</emma:literal>
                </emma:interpretation>
                <emma:interpretation id="interp37" emma:lang="en-US" emma:confidence="0">
                  <emma:literal>Coach</emma:literal>
                </emma:interpretation>
                <emma:interpretation id="interp38" emma:lang="en-US" emma:confidence="0">
                  <emma:literal>leach</emma:literal>
                </emma:interpretation>
                <emma:interpretation id="interp39" emma:lang="en-US" emma:confidence="0">
                  <emma:literal>loach</emma:literal>
                </emma:interpretation>
              </emma:one-of>
            </emma:emma>
          </inkml:annotationXML>
          <inkml:trace contextRef="#ctx0" brushRef="#br0" timeOffset="20852.9904">9709-17 653,'0'0'574,"0"0"-193,0 0-303,0 0 39,0 0 172,0 0-98,0 0-152,0 0-39,0 0 0,0 0 18,0 0 11,-1-10 7,7 10 19,1-3 12,3 0-2,1 1-17,-2-4-12,6-1-4,-4-1-9,4-1-4,-1-1-16,-1-1 0,2-2 13,-1 0-12,-2 1-2,-1-2 0,1 2 11,-5-2-12,1 3-1,-2 0-2,-1 2 1,-3-2-1,-2-1-15,0 2 16,0-1 1,0 2 0,-2 2-3,-3-1 0,0 2-20,-2 3 7,2 1-6,-2 1-14,0 1 23,-2 0-3,-1 1-6,-1 4 2,-2 1 20,1 4-1,-1 1-15,0 2 14,2 2-1,0 0 2,2 4-15,1 0 16,2 3 22,-1 1 14,5 0-7,-1 2 0,3 1-1,0-2-27,0 0 1,3 0 1,3 0 0,1-4 0,1 1-3,3-5-1,1-1-2,3-3 3,1-5-45,5-1-39,-1-6-6,2 0-52,4-3-108,0-5-182,0-3 51,-1 1 20,-7 1-30,10-4-63</inkml:trace>
          <inkml:trace contextRef="#ctx0" brushRef="#br0" timeOffset="21317.4107">10279-73 127,'0'0'395,"0"0"283,0 0-340,0 0-165,0 0-1,0 0 32,0 0-58,0 0-62,0 0-26,0 0 14,-58-42-14,45 42-3,-1 0 3,1 0 19,-4 1 17,4 4-46,1 0-6,-3 2-4,4 2-12,-1 0-24,0 3 11,0 3 19,3 0 13,2 3-26,1-4-18,3 1 25,1-3-11,2 0-15,0 0-3,5-3 3,1-1 1,4-1 0,1-5-1,1 1 2,2-3-2,0 0-22,3-3 0,-4-2-7,2-4-6,-1 2-20,-1-3 1,-1 0 18,1 0-6,-2 0-9,-2 0 9,0-2-3,-1 3-3,-2-3-4,0 4-6,-2-1-7,0 0-9,-1 3-7,-2 0-26,0 3 52,-1 1 52,0 2 1,0 0-28,0 0-25,0 5 0,0 2 29,-1 3 24,0 3-1,1 1-7,0-1 10,2 2 15,3 0-15,2-1 0,2-2-19,0 0-30,2-3-146,0-2-91,2-2-27,-5-3-124,9-2-202</inkml:trace>
          <inkml:trace contextRef="#ctx0" brushRef="#br0" timeOffset="22125.4687">10579-172 258,'0'0'743,"0"0"-349,0 0-209,0 0 7,0 0 65,0 0-89,-65-8-67,57 8-49,-2 1-10,2 4 13,0 1-10,1-1-13,0 5 4,0 1 9,0 1 0,0 3-16,1 2 3,2 2 0,0 1-6,3-1 5,-1 2-30,2 0 2,0-1-3,6 0 0,-1-1-14,3-2 11,0-2 3,3-2-2,1-4-23,2-3-30,2-1-3,1-4-4,2-1-12,0 0-36,-1-6-26,0-2-45,-1-3-11,-1 0-48,1-2 68,-1-4 28,-1 2 34,-3-3 2,1 0 37,-3-2 2,-1 2-12,-1-2 77,-2 0 4,1 0 1,-4-1 1,0-3 14,-2 4 36,1-1-3,-2 2 39,0 4 19,0 2 56,0 1-16,0 6 93,0 0 13,0 3-74,0 2-63,0 1-31,0 0-34,0 0-18,0 0-33,0 0-20,0 1-9,0 7 29,0 1 13,0 4 68,-2 5-7,-1 0-19,3 1 29,-1 5-23,1-4 13,0 5 16,0-3-42,0 2-6,0-1-30,0-1 1,0-2 10,0-1-23,0-4 0,0-5-16,0 0 16,0-2 3,0-3-2,1-3-1,-1 0 0,2-2 1,-1 0 1,1 0 0,3 0-1,1-2 25,2-6-26,4 0-15,0-5-23,0-1-27,1 2-5,0-3 19,-1 1-11,-1-1-8,0 2-11,1 1 20,-3 1 38,1 2 23,-3 3-2,0 0-1,0 3 1,-2 2-2,-1 1-25,1 0 16,-1 0 0,-1 1 12,1 5-15,2 1 16,-5 1 15,2 4 1,-1 0 7,1 3-21,-1 0 14,0 0 33,1 0-23,-1 1-24,2-3 24,-1 1-26,2-3-1,1-1 1,1-4 25,3 2-14,0-4-9,3-1-1,1-2-1,0-1-34,3 0-82,1-5-117,1-2-185,-5 1-132,5-8-206</inkml:trace>
        </inkml:traceGroup>
        <inkml:traceGroup>
          <inkml:annotationXML>
            <emma:emma xmlns:emma="http://www.w3.org/2003/04/emma" version="1.0">
              <emma:interpretation id="{CEA8DBB5-3084-464D-867C-C0534297603A}" emma:medium="tactile" emma:mode="ink">
                <msink:context xmlns:msink="http://schemas.microsoft.com/ink/2010/main" type="inkWord" rotatedBoundingBox="24175,6621 25489,6676 25445,7719 24131,7664"/>
              </emma:interpretation>
              <emma:one-of disjunction-type="recognition" id="oneOf8">
                <emma:interpretation id="interp40" emma:lang="en-US" emma:confidence="0.5">
                  <emma:literal>word)</emma:literal>
                </emma:interpretation>
                <emma:interpretation id="interp41" emma:lang="en-US" emma:confidence="0.5">
                  <emma:literal>word )</emma:literal>
                </emma:interpretation>
                <emma:interpretation id="interp42" emma:lang="en-US" emma:confidence="0.5">
                  <emma:literal>wo rd)</emma:literal>
                </emma:interpretation>
                <emma:interpretation id="interp43" emma:lang="en-US" emma:confidence="0">
                  <emma:literal>word ,</emma:literal>
                </emma:interpretation>
                <emma:interpretation id="interp44" emma:lang="en-US" emma:confidence="0">
                  <emma:literal>worded)</emma:literal>
                </emma:interpretation>
              </emma:one-of>
            </emma:emma>
          </inkml:annotationXML>
          <inkml:trace contextRef="#ctx0" brushRef="#br0" timeOffset="24068.594">11331-139 124,'0'0'117,"0"0"-32,0 0 3,0 0 264,0 0-49,0 0-195,0 0-43,0 0 78,0 0 46,0 0-17,0 0-29,39-41 3,-36 38-6,0-1 2,-3 2-6,1 2-23,-1 0-22,0 0-21,0 0-25,0 0-45,0 0-15,0 0-7,0 0-7,0 4 6,0 3 23,0 6 65,0 2 15,-1 2-15,-1 1-1,-1 3 0,2-1-13,0-1-9,1 1-20,0-3-9,0 2 0,0-4-13,1 0-10,2-4 10,0-1 2,-2-1-1,5-4 0,-2-1 12,1-1 13,-1 0-25,3-3 12,-1 0 12,2 0-6,1 0-15,-1-4-1,3 0 19,0-3-9,0 1-13,-2-1-19,1-1 6,-2-1 0,-1 0-12,-1 2-1,-1-1 23,-1-1 0,-2 3-13,0 1 12,-1-1 2,-1 3 2,2 2 2,-2-1 2,0 2 15,0 0-19,0 0-19,0 0-7,0 0 4,0 0-17,0 0-28,0 3 3,0 1 50,-2 3 13,1 0 1,-1 1-3,2-1-13,0 1 12,0-2-15,2 0 19,3 0 19,0-2 17,0 1-33,2-3 10,-1 1 9,0-2 4,1-1-23,2 0 10,0 0 19,0-3-10,1 0-19,2-3 0,-4-3 16,1 3-8,-1-3-11,-1-1-13,-2-1-3,-3 2 0,1-3-26,-1 1-25,-2 0 3,0 0-30,0-3 1,-5 2 32,1 0-7,-3 0 16,2 2-6,-1-1 45,1 3 13,0 2-2,2 1-9,1 1 11,2 2 0,-1 0 0,1 0 0,0 2-48,0 0 9,0 0-3,5 0 19,1 0 14,2 0 9,0 0 2,1-1-2,-2 1-16,2 0 16,0 0 1,-1 0-1,-1 0-4,0 0 4,0 1 0,-3 1-10,1 2 6,-2-1 3,-1-2 0,0 4 0,1 0 1,-3-1 1,0 1 3,0 2 8,0 1-9,0 0 16,0 1 4,0 1-20,-1 0 10,-1 1 3,2 1 3,-1-1-19,1-1-3,0-1 3,0 3 0,0-1 0,1 1 13,4-3-12,1 3 0,0-3-1,3-1-15,0 0 15,3-1 8,0 0-8,0-2 0,1-2 0,0 0 1,-2-2 0,1-1 12,0 0 3,-5-4 0,2-2 7,-5 1-1,2-2 1,-4-1 13,0-3-34,-1 1 20,-1 1-5,0-2-14,-1-2-3,-3 2-9,-4-1 7,1-1 2,-2 2-42,0-4-32,-1 1-46,1 3-19,1-2-17,4 4-107,-1 2 88,0 3 41,5 3-81,0 0-228,0 1-352</inkml:trace>
          <inkml:trace contextRef="#ctx0" brushRef="#br0" timeOffset="25209.6838">11869 130 980,'0'0'1055,"0"0"-867,0 0-187,0 0 42,0 0-18,0 0-25,0 0-74,0 0 61,0 0 13,0 0 19,12 8 11,-5-8-1,3 0-7,-1-5 4,2-1-10,-3-1-13,3-1 0,-1-2 19,-1 1-2,1-2-1,-3 0 17,2-2 16,-2 1 19,0-2 3,0 1-29,-2-2 10,2-2-13,-1 2-14,-1-4-15,0 2-10,-2-1-3,0 0 0,-2 4 0,1 4 3,-2 0 0,0 2 29,0 3-19,0 3-13,-2 2-2,-1-1-17,3 1-10,-3 0-26,0 1-3,-2 4 6,0 1 23,3 2 4,0 0 12,0 0-7,2 2 7,0-2 12,0 0-12,4 1-16,1-3 16,2 3 12,-1 0-15,1-2-13,1 1 0,-2 0-3,0-1 12,1 4 4,-1-4 14,-1 2-1,-1 0 1,-3-1 2,-1 1 0,0 0 2,0 0 17,-2 0-3,-2 0-14,0-1 15,0 2-1,0-1-13,1-2 16,1 1-15,1-1 15,1 0-19,0 0 0,0-2-1,5 1-2,0-1-1,2-1 3,2 0 0,1-2-2,3 0 2,1-2-28,1 0-36,1-2-67,0-4-82,0 1-59,-1-2 61,2-1 92,-5-1 78,2 1 12,-3-3 7,1 0 23,-3 1 13,1-1 13,-3 1-7,-2 1 1,2 1 25,-6-1-25,2 3 32,-3-2-13,0 2 39,0 1 39,0 1-55,0-2 16,0 3 68,0 0 0,-3 0-10,2 3-36,-4-1-42,2-2-9,-1 2-14,-2 1-16,0 0-15,-1 0 12,0 0-14,-3 1 0,3 3 14,-2 1-4,2 0-12,-2 2 0,2 0 2,-1 1 27,2 0 3,-2 2-6,4-1 3,-1 2-13,0-1-15,1-1 0,4 1-1,0-2 0,0-1 0,0-2-12,2 1 12,3-1 2,-1-1-2,3-2 3,1 0 19,1-2 1,0 0-21,3-2 1,0-3 13,2-1-16,0-4-9,0 1-11,-3-2 18,-1 0-17,0 1 3,-1-2 14,-2 0 2,-3 0 0,1-1-1,0-1-12,-2 1 13,0-2 0,-2-3-67,0 2 22,-1-3 6,0-1-25,0 0-39,0 1-8,0 1 24,0 0 13,0 6 61,0 4 13,0 1 35,0 3 7,0 4-3,0 0-8,0 0-31,0 0-38,0 0-40,-1 5 33,-1 5 45,0 1-2,-1 4 1,1 0 1,-1 3 18,2-1 1,0 4-19,0 2 20,-2 0 15,2 2-2,-3-1-11,1 3-19,0-3 27,-1-1-17,2-1-13,0-1-4,1-5 4,1-2 0,0-4-12,0-4-26,3-2-37,1-4-77,4 0-157,-2-3-71,6-8-207</inkml:trace>
          <inkml:trace contextRef="#ctx0" brushRef="#br0" timeOffset="25600.5134">12443-504 1102,'0'0'758,"0"0"-549,0 0-207,0 0 12,0 0 54,0 0-57,0 0-10,0 0-1,0 0 23,0 0 19,68 19 16,-50-8 39,0 3-3,0 1-7,1 1-13,-2 3-3,-4 2 35,1 3-25,-4 2 28,-3 4-6,-2 5-20,-5 4 6,0 2-12,-3 4-7,-4 4-20,-3-1-27,-3 0-22,-1 1 0,-2-3 1,-1-2 7,-4-1-9,1 0 0,-2-2-1,-1-1-30,-3-5-1,0 1-45,-2-6-31,-2 0-52,1-4-16,-1-2-33,0-4-91,2-1-238,9-8-139</inkml:trace>
        </inkml:traceGroup>
      </inkml:traceGroup>
    </inkml:traceGroup>
  </inkml:traceGroup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</inkml:channelProperties>
      </inkml:inkSource>
      <inkml:timestamp xml:id="ts0" timeString="2024-03-15T14:35:31.920"/>
    </inkml:context>
    <inkml:brush xml:id="br0">
      <inkml:brushProperty name="width" value="0.07" units="cm"/>
      <inkml:brushProperty name="height" value="0.0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8FCD5F95-482F-49E4-9EE3-6CC240BAA5C0}" emma:medium="tactile" emma:mode="ink">
          <msink:context xmlns:msink="http://schemas.microsoft.com/ink/2010/main" type="inkDrawing" rotatedBoundingBox="5784,7319 9985,7225 9988,7333 5786,7428" shapeName="Other"/>
        </emma:interpretation>
      </emma:emma>
    </inkml:annotationXML>
    <inkml:trace contextRef="#ctx0" brushRef="#br0">23 174 130,'0'0'203,"0"0"31,0 0-139,0 0-43,0 0 39,0 0-16,0 0-36,0 0 17,0 0-24,0 0 4,0 0 0,-20-39-33,19 38 20,-1 1 55,2-1-6,-1 1-43,1-1 1,0-1 22,0 2 10,0 0-17,0 0 4,0 0-10,0 0-16,0 0-20,0 0 16,0 0-15,0 0-1,0 0-3,0 0-2,0 0-24,0 0-33,0-1-16,4 1-25,2 0 100,3 0 71,2 0-71,1 0-2,4 0 2,0 0 15,1 0-12,4 0 0,1-2 32,2-1-22,4 1 20,2-1-14,-1 1-15,1-1 12,2 3 20,-1-4-36,2 2 0,0 1 27,-1-2-27,4 1 3,-2-1 7,2-2-9,1 2 25,0-1 0,1 1-24,0-3 5,0 2 9,-1 0 16,-1-1-32,-1 2 0,-1 0-22,0-1 9,-2 2 12,-1-1 2,1 1-2,-4 1-18,1 0 19,-1-1 1,-2 2 1,1-1 18,-2 0-20,-1-1-1,1 2-1,-1-2-8,-1 2 10,2 0 0,-2 0-28,0 0 28,-2 0 22,4 0-22,-3 0-16,-1 0 14,3 0-8,-5 0 8,4 0 2,-3 0 0,0 2 3,-1-2 1,0 0-1,0 2-2,-2-1 0,2-1 2,0 0 10,-3 0-11,3 0 18,-2 0-17,1 0 13,-1 0-12,2-1-2,-1-1 0,1 0 10,0-1-12,-2 2-29,-1 0-3,2 1 32,-1-1 1,0 1 3,-1 0-4,1 0 0,-1 0-21,2 0 21,-2 0 0,2 0-2,-2 0-11,2 0 13,-2 0 1,2 0 1,-2 1-1,0-1 2,2 1-1,0-1 0,-2 0 18,3 0-20,-3 0-3,3 0-11,-2 0 14,1 0 19,0 0-17,0 0-2,-1 0 0,-1 0 0,1 0-2,-1 0-9,0 0-10,0 0 21,0 0 0,0 0 0,0 0 1,1 0 9,0 0-7,1 0 9,-1 0-12,0 0 0,2-1 11,0-1-11,0 0-2,0 0 2,0 0 0,0 0-4,-1 2-9,1-1 11,0-2 1,0 2-18,1 0 15,-1-1 2,0 1-11,2 0-10,-2-1-9,0 2 32,0-1 2,1-1-2,-2 2 0,1 0-1,0 0-12,-2-3-10,1 2 23,-1 1 0,0-1 0,-1 1-2,0 0-14,1 0 16,-1 0-1,0 0 1,3 0-3,-3 0 2,0 0 0,1 0-12,0 0 0,1 0 13,-2 0 2,1 1 0,0-1 12,1 1-14,-2-1-16,1 0 16,0 0 2,-1 0 11,2 0 3,-2 0-14,2-1-2,0 0 0,-1 0 0,1 0 0,-2 0-11,1 0 9,-3 1 0,3 0-14,-2 0-5,1 0 21,-1 0 11,1 0-11,-3 0-13,1 0 10,0 0-17,0 0-3,-1 0 20,1 0-13,1 1-14,-3 0 1,-1 0 3,0 0 23,1 0-10,0 2-10,-1-2 10,2 2-7,-1 0 4,0 0-10,1-1-23,-1 2 13,1-2-6,-1 1 6,1-2-29,0 1 42,-1 0 4,-1-1-30,2 2-16,0-2 26,-1-1 12,-1 0-2,1 2 27,1-2 2,-1 0 1,1 0 0,-1 0-1,1 0-13,-1 0 12,1 0-32,0 0 23,-1 0 10,-1 0 1,2-2 12,0 2 0,-1-1-11,-1-1 24,0 0-24,-1 2 14,0-1-12,0-1-4,0 2 0,-1-1-4,-1 1-9,3 0 13,-3 0 0,2 0 1,-1 0-1,-1 0 0,0 0 0,-2 0-13,1 0 11,-3 0-14,1 0-10,-1 0-118,-1 0-107</inkml:trace>
  </inkml:traceGroup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</inkml:channelProperties>
      </inkml:inkSource>
      <inkml:timestamp xml:id="ts0" timeString="2024-03-15T14:35:34.344"/>
    </inkml:context>
    <inkml:brush xml:id="br0">
      <inkml:brushProperty name="width" value="0.07" units="cm"/>
      <inkml:brushProperty name="height" value="0.07" units="cm"/>
      <inkml:brushProperty name="color" value="#ED1C24"/>
      <inkml:brushProperty name="fitToCurve" value="1"/>
    </inkml:brush>
    <inkml:brush xml:id="br1">
      <inkml:brushProperty name="width" value="0.1" units="cm"/>
      <inkml:brushProperty name="height" value="0.1" units="cm"/>
      <inkml:brushProperty name="fitToCurve" value="1"/>
    </inkml:brush>
  </inkml:definitions>
  <inkml:traceGroup>
    <inkml:annotationXML>
      <emma:emma xmlns:emma="http://www.w3.org/2003/04/emma" version="1.0">
        <emma:interpretation id="{5550F1CF-8E84-48EB-BB6B-F151310F20E7}" emma:medium="tactile" emma:mode="ink">
          <msink:context xmlns:msink="http://schemas.microsoft.com/ink/2010/main" type="writingRegion" rotatedBoundingBox="9570,6482 19374,7193 19175,9935 9371,9224"/>
        </emma:interpretation>
      </emma:emma>
    </inkml:annotationXML>
    <inkml:traceGroup>
      <inkml:annotationXML>
        <emma:emma xmlns:emma="http://www.w3.org/2003/04/emma" version="1.0">
          <emma:interpretation id="{103231BD-EB8B-4C00-AA48-A9278D18A19C}" emma:medium="tactile" emma:mode="ink">
            <msink:context xmlns:msink="http://schemas.microsoft.com/ink/2010/main" type="paragraph" rotatedBoundingBox="10423,6544 19374,7193 19282,8459 10331,7810" alignmentLevel="2"/>
          </emma:interpretation>
        </emma:emma>
      </inkml:annotationXML>
      <inkml:traceGroup>
        <inkml:annotationXML>
          <emma:emma xmlns:emma="http://www.w3.org/2003/04/emma" version="1.0">
            <emma:interpretation id="{E4928C60-AA80-467E-B26F-678C857CA96D}" emma:medium="tactile" emma:mode="ink">
              <msink:context xmlns:msink="http://schemas.microsoft.com/ink/2010/main" type="inkBullet" rotatedBoundingBox="10372,7249 11083,7301 11076,7397 10365,7345"/>
            </emma:interpretation>
            <emma:one-of disjunction-type="recognition" id="oneOf0">
              <emma:interpretation id="interp0" emma:lang="en-US" emma:confidence="0">
                <emma:literal>-</emma:literal>
              </emma:interpretation>
              <emma:interpretation id="interp1" emma:lang="en-US" emma:confidence="0">
                <emma:literal>_</emma:literal>
              </emma:interpretation>
              <emma:interpretation id="interp2" emma:lang="en-US" emma:confidence="0">
                <emma:literal>.</emma:literal>
              </emma:interpretation>
              <emma:interpretation id="interp3" emma:lang="en-US" emma:confidence="0">
                <emma:literal>~</emma:literal>
              </emma:interpretation>
              <emma:interpretation id="interp4" emma:lang="en-US" emma:confidence="0">
                <emma:literal>,</emma:literal>
              </emma:interpretation>
            </emma:one-of>
          </emma:emma>
        </inkml:annotationXML>
        <inkml:trace contextRef="#ctx0" brushRef="#br0">-2442 176 170,'0'0'84,"0"0"34,0 0 25,0 0 7,0 0 13,0 0-19,0 0-24,0 0-6,0 0-36,0 0 0,0 0-3,-17-21-3,17 19-7,0 2-10,0-2 1,-1 2-4,1-1-52,0 1-7,0 0 7,0 0 1,0 0-1,0 0-29,0 0-4,0 0 4,0 0-10,1 0 15,2 0 24,1 0 26,1 0 4,0 0-29,0 0 15,0 0-3,1 0-13,1 1-2,-1-1-11,2 0 12,-2 2 0,2-2-16,0 2 4,0-1 13,0 0 0,2 1 0,-1-1-1,2 0 1,0 1-13,1 0 9,0 0 4,2-1 16,2-1-14,-2 0-2,2 0 1,0 0-1,0 0 3,3 0-6,-2 0 3,2 0 0,0 0 1,0 0-1,-1-1 0,-1 1 10,1-2-10,-3 0-2,1 1 0,-2 1 0,-2-1-2,0 1-12,0-1 16,0 0 0,-1 0 13,0 0-13,0 0 1,2 0 19,-2-3-7,3 3-13,-3-2-3,2 1 1,0-1 2,-2 2-13,-1 0-9,0-1 21,-3 0-3,1 2-9,-2-1 10,2 1-13,-2 0 14,-1-2-11,1 2 9,1 0 1,-2-1 1,1 1 0,-1 0-21,-1 0 20,0 0 1,-1 0-11,0 0-7,-2 0 17,0 0 1,0 0-1,1-1 3,-2 1 3,0 0 19,0 0-10,0 0-12,0 0-2,0 0 1,0 0 0,0 0-12,0 0 0,0-1 10,0 1-20,-2 0-13,2 0-29,-1 0-29,1 0-40,0 0-42,-1 0-81,1 0-174,4 1 167</inkml:trace>
      </inkml:traceGroup>
      <inkml:traceGroup>
        <inkml:annotationXML>
          <emma:emma xmlns:emma="http://www.w3.org/2003/04/emma" version="1.0">
            <emma:interpretation id="{372DF0DE-E2D9-47BF-82C8-1120CFDBCD0E}" emma:medium="tactile" emma:mode="ink">
              <msink:context xmlns:msink="http://schemas.microsoft.com/ink/2010/main" type="line" rotatedBoundingBox="11038,6588 19374,7193 19282,8459 10946,7854"/>
            </emma:interpretation>
          </emma:emma>
        </inkml:annotationXML>
        <inkml:traceGroup>
          <inkml:annotationXML>
            <emma:emma xmlns:emma="http://www.w3.org/2003/04/emma" version="1.0">
              <emma:interpretation id="{B9C0A4DE-07DA-4007-8EE9-B436DA004042}" emma:medium="tactile" emma:mode="ink">
                <msink:context xmlns:msink="http://schemas.microsoft.com/ink/2010/main" type="inkWord" rotatedBoundingBox="11029,6717 12357,6813 12303,7561 10975,7465"/>
              </emma:interpretation>
              <emma:one-of disjunction-type="recognition" id="oneOf1">
                <emma:interpretation id="interp5" emma:lang="en-US" emma:confidence="0.5">
                  <emma:literal>00.</emma:literal>
                </emma:interpretation>
                <emma:interpretation id="interp6" emma:lang="en-US" emma:confidence="0">
                  <emma:literal>00</emma:literal>
                </emma:interpretation>
                <emma:interpretation id="interp7" emma:lang="en-US" emma:confidence="0">
                  <emma:literal>00,</emma:literal>
                </emma:interpretation>
                <emma:interpretation id="interp8" emma:lang="en-US" emma:confidence="0">
                  <emma:literal>0.</emma:literal>
                </emma:interpretation>
                <emma:interpretation id="interp9" emma:lang="en-US" emma:confidence="0">
                  <emma:literal>000</emma:literal>
                </emma:interpretation>
              </emma:one-of>
            </emma:emma>
          </inkml:annotationXML>
          <inkml:trace contextRef="#ctx0" brushRef="#br0" timeOffset="1267.4323">-686 290 85,'0'0'120,"0"0"14,0 0-20,0 0-26,0 0-26,0 0-16,0 0-28,0 0-18,0 0-16,0 0 0,0 0-4,-3 0-12,1 0-8,2 0 1,0 0 3,-1 0-6,-1 1-13,2 0-53,0 0-91</inkml:trace>
          <inkml:trace contextRef="#ctx0" brushRef="#br0" timeOffset="4806.4682">-1436-350 33,'0'0'169,"0"0"11,0 0-24,0 0-32,0 0-39,0 0-10,0 0 3,0 0-16,0 0 13,0 0-17,0 0-9,-11-20-6,8 17 2,2 2 7,-1-1-9,0 0-11,-1 0-9,1 1 3,-1-1-3,1 0 3,0-1-7,-1 3 1,1-1-1,-1-1-6,1 0 7,-3 1 9,2-1-27,0 0 15,-2 1 28,0-3 7,-1 2 13,3 1-23,-3-1-9,1 1-10,0 0-20,0 0 20,-1 0 25,2 0-38,-1 0-10,-2 1-49,1 0 33,1 0 14,0 0-11,-1 0 0,0 0 12,-1 1-1,3 1 0,-3-1 2,2-1 2,1 1-2,-2 0 0,2 1-3,-2-1 0,1 1 1,0-2-11,0 3 0,1-2 11,-1 0 0,2 1-11,-3 0 11,4-1 2,-3 1-4,-1 1-22,3 1 7,-2-1 18,0-1 0,-1 3-2,2-4-1,-1 3 3,1 0 0,-1 0-2,0-1 0,1 1-1,-1 0 2,1 0-14,1 1 14,-1-2 2,0 3 0,-1-3 0,2 2-22,0-1 22,0 0 0,-1 2 0,1-1-2,-2 1 0,1-1 2,0 2-13,0-1 10,1 0 3,-2 1 0,0 2 1,0 0-2,1-1 1,0 1-13,-2 0 11,3 2-11,0-2 11,0 2 2,1 2 0,0-3-1,-1 1 1,3-1-1,0 1 1,0-3-1,0 3 1,0-1 0,0 1 0,0-1-18,0 3 18,0-2 12,0 1-12,2 0-22,0 0 22,-1-1 2,4 1-2,-3 0-22,2-2 22,-1 3 20,1-2-20,0 0 0,-1 0 0,2-1-2,1 1 3,-2-1-1,2 2 0,-1-3 0,1 2-11,0-2 9,-1 1 2,2 0 1,-3-2-1,3 1-1,-1-1 1,0-1 1,1 1-1,0-2-2,-2-1 2,2 1 1,0-1-1,0 0-25,-1 0 25,0-2 10,2 0-10,0-1-17,0 0 17,1 0-1,0-1-15,1 1 0,-1-2-23,0 0 39,2 0 6,-1 0-6,1 0 0,1-2 1,-2 1-1,-1-2-13,2 2 13,-3-2 2,2 1-1,-1-1-1,-2 0 4,0-1 12,1-1 0,-1 0 0,-1-1 1,1-1 12,0 1-16,0-2 0,-1-1 0,0 0-10,1 0 1,0-1 9,-2 0-13,2 1 0,-3-2 1,3 1-1,-2 1 0,1-3 0,0 2 0,-1-2 12,-1 1-10,-1-1-2,1-2 0,-2 3-15,1-2 12,-2 1 2,1 2 0,-1-3-1,-1 3-1,2 0-10,-1 0-13,-1 0 13,0 0-7,0-1 18,0 1 2,0-1 0,0-1 1,-3 1 22,0-4-7,0 4-16,1-4 3,-2 0 0,0 1 0,0 1-1,-1-1-2,-2 0-2,0 0-1,0 3-20,-3 0 21,1-2-54,-1 3-9,1 1-16,0 1 13,-1-1 2,1 0 5,2 3-18,1 1-15,0 0-30,-1 1-52,3 3-108</inkml:trace>
          <inkml:trace contextRef="#ctx0" brushRef="#br0" timeOffset="6966.1602">-662-261 72,'0'0'182,"0"0"24,0 0 2,0 0-51,0 0-20,0 0-13,0 0-53,0 0 7,0 0 17,0 0 16,0 0-20,-18-49-3,16 45-1,-1-1 11,-1 0-36,1 1-30,-2 1-3,1-1-13,-1 1 1,0 0-1,1 0 20,-2 0-20,0-1-3,-1 1 3,-2-2 16,2 1-2,0 2-8,-1-2-18,1 2 25,-1 0-29,2-1 0,-2 1-16,0 1 14,1-1-11,0 1-6,-1 0-4,0 1 10,-1 0-6,1 0 3,-1 0 3,0 0 13,-1 1 0,1 1-4,-1-1 1,1 0-16,0 1 19,-1 0 0,3-1 0,-2 2-4,2-1 1,0 0-10,-2 0 10,3 1 0,-2-1-10,2 3 11,-1-3-2,1 1-9,0 2 0,0-1-3,1 0 14,0 1-14,0 1 13,-1-1 3,1 1-17,0-2 16,-1 1 0,3-1 1,-1 1-1,1-2 1,0 3-1,-1-3 1,0 3 0,-1 0-1,0 1 1,-1-1 3,-2 3 23,1-2-6,0 0-7,-2-1-13,4 0 1,0-1 0,-1-1 15,3 1-16,-2-1-13,0-2-3,2 4 15,2-2-1,-1-1-11,1-1 10,0 4-13,1-2 15,0 1-2,-1 1 0,1-2 0,0 3 3,0 1-2,0-3-10,0 4 11,0-3 1,0 3 0,0-3 0,0 4 1,0-3 0,0 2 12,0-2-13,0 1 1,0 1-1,0-1 3,1-1-1,0 2 0,0-1 1,2-1-3,-3 1 2,1-1-1,1 0 12,-2 0-13,3 0 2,-1 1-2,-2-1 2,2 1 0,-1-1-1,1 1 18,-2-1-16,1 1-3,-1-1-1,0 0 1,0 1 11,0 0-11,0 0 0,0 1 16,0-2-1,0 2-15,0 0 0,0 1 12,0 0-9,0-1 16,0 0-15,0 0-1,2-1 20,2 1-23,-2 0 3,2-1 13,0 0-14,1 0-2,0 1 0,-1-3 0,1 1 0,0 0-1,-2 0-1,3 0 2,-1-1-1,1 2 0,-1-1 1,0-1 2,3-1 15,-2 3-17,0-2 0,1 0 13,-1-2-10,2 1-2,-2-1 3,1-1 11,-1 1-14,2 0-2,1-2 2,-2 0 11,4 0-10,-2-2-2,1 1-1,1 1 1,-1-2 19,1 0-19,1 0 0,-1 0 1,2 0 2,-2 0-3,0-3 0,-1 3 0,0-2 10,-1 0-10,1 0-1,-3 0 1,2 0 23,-2 0-22,2-1-1,-2 0 3,2-1 14,-1 0-17,3 0-3,-1-2 3,0 2-1,-2-1 1,2-1-9,-1 1 9,-2 0 19,2 0-17,-2 0 0,-1 0 34,2 0-10,-2 1-26,-1-2-3,1 2 3,1-1 0,-1 1-13,0-2-1,1 1 14,0-1 1,-2 1-1,2-2 2,0 0 27,-2 1-10,0-1-16,1-1-1,-1 2 17,1-2 7,-3 1-26,2 1 0,-1-2 0,0 2 1,-1-2-1,3 2-19,-4-1 19,2 2 0,1-2-13,-3 0 2,3 1 11,0-2 16,-2 0-16,2 0 0,-1 0 11,-2 0-9,3-1-2,-4-1 0,2 0-1,-1 0 0,-1 1 1,-1-2-1,0 2 1,0-3 0,0 3 0,0-4-26,0 2 12,0-1 12,0 1-9,-3 0-5,0 0 14,0 1 2,0-1 0,-2 1-14,3-1 14,-4 3 13,0-3-13,0 1 0,0 1 2,0-2 20,-3 1-18,1-2-3,0 0 15,0 1-3,-3-3-13,0 3-1,0-3 1,0 2-1,0 0 1,-2 0-4,1 1 1,-2 0 0,-1 1-23,2 1 10,-4 0-16,4 3 6,-2 2-20,1 0-19,0 4-22,2 0-1,-1 0-58,1 4-30,1 1-2,0 0 5,1 3-62,4-2-113,-5 4-275</inkml:trace>
        </inkml:traceGroup>
        <inkml:traceGroup>
          <inkml:annotationXML>
            <emma:emma xmlns:emma="http://www.w3.org/2003/04/emma" version="1.0">
              <emma:interpretation id="{7CBD44FE-EF49-4BF0-8BFB-FEBCF3CD6182}" emma:medium="tactile" emma:mode="ink">
                <msink:context xmlns:msink="http://schemas.microsoft.com/ink/2010/main" type="inkWord" rotatedBoundingBox="12834,7070 14320,7177 14276,7790 12789,7682">
                  <msink:destinationLink direction="with" ref="{B5164827-28A7-4A6C-8688-E6A37F1E4F97}"/>
                </msink:context>
              </emma:interpretation>
              <emma:one-of disjunction-type="recognition" id="oneOf2">
                <emma:interpretation id="interp10" emma:lang="en-US" emma:confidence="0.5">
                  <emma:literal>-</emma:literal>
                </emma:interpretation>
                <emma:interpretation id="interp11" emma:lang="en-US" emma:confidence="0">
                  <emma:literal>_</emma:literal>
                </emma:interpretation>
                <emma:interpretation id="interp12" emma:lang="en-US" emma:confidence="0">
                  <emma:literal>,</emma:literal>
                </emma:interpretation>
                <emma:interpretation id="interp13" emma:lang="en-US" emma:confidence="0">
                  <emma:literal>=</emma:literal>
                </emma:interpretation>
                <emma:interpretation id="interp14" emma:lang="en-US" emma:confidence="0">
                  <emma:literal>;</emma:literal>
                </emma:interpretation>
              </emma:one-of>
            </emma:emma>
          </inkml:annotationXML>
          <inkml:trace contextRef="#ctx0" brushRef="#br1" timeOffset="-764817.3501">16 9 20,'0'0'29,"0"0"-10,0 0 96,0 0-50,0 0-39,0 0-10,0 0 1,0 0-1,0 0 10,0 0-7,0 0-16,-16-9-3,16 9-4,0 0-18,0 0 2,0 0 0,0 0 4,0 0 0,0 0 0,0 0-11,0 0-54,0 0-67</inkml:trace>
          <inkml:trace contextRef="#ctx0" brushRef="#br1" timeOffset="-763980.3314">16 9 78,'47'-3'69,"-48"3"107,-1 0 42,2-1-162,-3-1-11,3 0 1,0 2 16,-1-1-3,1-2-24,-2 2 8,1 0-4,1 0 0,-2-1 10,2-1 23,0 3-10,0-1-4,-2-1-6,2 2-6,-1 0 3,1 0 0,-2 0-1,2 0-2,0 0-7,0 0-23,0 0-16,0 0-2,0 0-21,0 0 4,0 0-11,0 0 1,0 0-10,0 0-3,-1 3-1,1 3 30,-1 2 12,1 5-2,0 4 1,0 4-1,0 0 2,-1 4 1,-1 0 2,2 0 1,-2 2 10,1-1-10,-2 0 17,2-1-20,-1-2 1,0 1 11,-1-3-12,1 0 0,1-2 0,-2 0 0,3-4 1,-1 0-1,0 0-1,0-1 0,-1-2 1,2-3 3,0-1-1,0-1-2,0-2 0,0-1 2,0-2 2,0 2-4,0-4 0,0 1 0,0 0 0,0 1-1,0-1-2,0-1 1,0 0-14,0 1 3,0-1 0,4 2 13,0-1 0,2 2 0,1 0-1,2 1 1,2-2 0,4 1 0,2 0 12,6 0 4,2-1-13,3 1 20,3-2-21,4-1 21,5 0-7,1 0 7,3 0-23,2-1 20,3-3-7,0 0-1,1 1-11,0-1 1,0-1 21,-1 1-23,2-1-12,-2 1 12,-1-1 3,1-1-1,0 1 11,0-2-13,-1 3 0,-3-3-1,1 2 1,-4 1 0,-2 0-1,-5-1-15,-4 4 12,-1-2-15,-6 3 6,-1 0 0,-3 0 13,-3 0-1,-4 0-1,0 0-15,-3 3 15,-1-3 2,-3 3 0,-1-2-2,-1 1 1,-2-2 0,0 1 1,-1 0-2,0-1-1,-1 2 2,0-2 0,0 0-15,0 1-13,0-1-76,0 1-103,0 2-85,-5 0-138</inkml:trace>
          <inkml:trace contextRef="#ctx0" brushRef="#br0" timeOffset="25167.7441">1246-4 434,'0'0'98,"0"0"-98,0 0-183,0 0 20,0 0 88,0 0 75,0 0 39,0 0 33,0 0 16,0 0-10,10-6-19,-8 6-14,-1 0-15,1 0-1,-1 0 17,-1 0 29,0 0 9,0 0-2,0 0-14,0 0-6,0 0 0,0 0-13,0 0-7,0 0-12,0 0-30,0 0-10,0 0-6,0 0-1,0 0 4,0 0-13,0 0-9,0 0 5,0 0 1,0 0-20,0 0-3,0 0 9,0 0 17,0 0 4,0 0 2,0 2-3,0-1-16,0 1-20,0-2-6,0 1 20,0-1 5,0 1 1,0 0 10,0-1 13,0 0 15,0 2-3,0-1 1,0-1 2,-3 1-15,2-1-4,-1 0-42,-1 2-32,2 0-34</inkml:trace>
        </inkml:traceGroup>
        <inkml:traceGroup>
          <inkml:annotationXML>
            <emma:emma xmlns:emma="http://www.w3.org/2003/04/emma" version="1.0">
              <emma:interpretation id="{AABF653C-7115-47FF-A46D-B2E6EF462BF9}" emma:medium="tactile" emma:mode="ink">
                <msink:context xmlns:msink="http://schemas.microsoft.com/ink/2010/main" type="inkWord" rotatedBoundingBox="14563,7363 15585,7437 15551,7905 14529,7831"/>
              </emma:interpretation>
              <emma:one-of disjunction-type="recognition" id="oneOf3">
                <emma:interpretation id="interp15" emma:lang="en-US" emma:confidence="0.5">
                  <emma:literal>No.</emma:literal>
                </emma:interpretation>
                <emma:interpretation id="interp16" emma:lang="en-US" emma:confidence="0">
                  <emma:literal>NO.</emma:literal>
                </emma:interpretation>
                <emma:interpretation id="interp17" emma:lang="en-US" emma:confidence="0">
                  <emma:literal>No</emma:literal>
                </emma:interpretation>
                <emma:interpretation id="interp18" emma:lang="en-US" emma:confidence="0">
                  <emma:literal>40</emma:literal>
                </emma:interpretation>
                <emma:interpretation id="interp19" emma:lang="en-US" emma:confidence="0">
                  <emma:literal>Nor</emma:literal>
                </emma:interpretation>
              </emma:one-of>
            </emma:emma>
          </inkml:annotationXML>
          <inkml:trace contextRef="#ctx0" brushRef="#br1" timeOffset="-751608.9211">1729 298 483,'0'0'404,"0"0"-215,0 0-85,0 0 26,0 0-6,33-59-13,-25 51-17,3 3-16,-3 0-16,3 3-39,-3 2-1,3 0-9,-1 5 7,-1 3 2,4 4 11,-2 1-14,2 2 24,-1 4-1,0 3 19,0 1-12,-3 2 6,1 1-32,1 1 3,-3-1-13,3 0 0,-3-4-13,1 0 0,-1-5-1,3 0 1,-3-2-1,3-3-11,-1-5 12,-1 0 1,1-6 0,-1-1 2,-1 0 13,1-1 10,0-8-10,-2-1 1,3-4 5,-2-1-2,1-1-19,-2-3 21,0 2-9,-2-1 7,-1-1-17,-1 2 13,-2-3 0,2 1-16,-3 0 0,0 0-3,2-3 1,-2 3 0,0 0-18,0 2 1,0 2 16,0 2-20,0 3-9,2 2-23,2 3-17,-1 2-109,1 3-111,1 0 9,2 1 6,-4 2-215,5 8-206</inkml:trace>
          <inkml:trace contextRef="#ctx0" brushRef="#br1" timeOffset="-752029.3542">1849 285 98,'0'0'518,"0"0"-293,0 0-160,0 0 40,0 0 2,0 0-12,0 0-33,0 0-14,0 0-5,0-32 22,2 26 16,-1 3-3,2 0 7,-2 0-14,0 0 11,-1 0 8,2 2 1,-2 1 0,0-1-3,0 1-14,0 0-12,0 0-20,0 0-10,0 0-6,0 0-7,0 0 4,0 0-10,0 0-11,0 0-1,0 0-1,0 4 0,-3 0 0,1 4 2,-3 3 11,1 3 3,-3 2-13,2 6 9,-2 0 1,0 2-10,-1 2-3,0 0-4,1 3 3,-2-4 0,2 2-2,0-3-16,-1 0 15,1-3 3,0-1-12,1-2 10,1-3 0,0-2 0,1-2-10,-1-2-10,2-1 4,1-3-10,0 0-36,2-5-65,-3 0-9,3 0-53,-1 0-64,-1-5 8,2-2-9,-3-1-105,2-2-74</inkml:trace>
          <inkml:trace contextRef="#ctx0" brushRef="#br1" timeOffset="-751161.2091">2454 365 992,'0'0'1135,"0"0"-1093,0 0-6,0 0-33,0 0 81,0 0-19,0 0-62,-63 22 0,58-14-3,0 0 12,0 2 24,-1-1 0,1 5-17,-2-3 17,3 3 22,-2 1-16,1 0-23,2 0-16,0 0 33,2 0-7,1 0-29,0 0 0,0 1 13,4-1-2,2-1-11,2-2-15,0-2 15,3-2 3,0-1-3,1-4 0,2-2 15,0-1 7,1 0-20,1-6 0,0-3 21,1-3-1,-1-1-22,0-2 0,-2-1 0,0-3 15,0-1-15,-2 0 0,-3 0 0,-1-1 14,-2 1-14,-3-1-1,-3 3 1,0-1 0,-7 3 0,-5-1-16,-2 1-3,-2 2-20,-1 2-25,0 1-4,1 6 0,2 0-12,3 5-40,3 0-26,4 2-71,1 4-79,3 0-26,0 3-88,3 3-314</inkml:trace>
          <inkml:trace contextRef="#ctx0" brushRef="#br1" timeOffset="-750918.2156">2735 527 1979,'0'0'291,"0"0"-290,0 0 33,0 0 31,0 0-15,0 0-50,0 0-39,0 0 37,0 0-2,0 0-18,-5 0 2,8 0-2,-1 0-17,-1 0-97,0-1-143,0 0-85,-1-1-138,2 1-488,-7 6 990</inkml:trace>
        </inkml:traceGroup>
        <inkml:traceGroup>
          <inkml:annotationXML>
            <emma:emma xmlns:emma="http://www.w3.org/2003/04/emma" version="1.0">
              <emma:interpretation id="{45129E44-FCF4-46C3-A48E-75AED8E138E3}" emma:medium="tactile" emma:mode="ink">
                <msink:context xmlns:msink="http://schemas.microsoft.com/ink/2010/main" type="inkWord" rotatedBoundingBox="16079,7359 16644,7400 16582,8263 16016,8222"/>
              </emma:interpretation>
              <emma:one-of disjunction-type="recognition" id="oneOf4">
                <emma:interpretation id="interp20" emma:lang="en-US" emma:confidence="0.5">
                  <emma:literal>of</emma:literal>
                </emma:interpretation>
                <emma:interpretation id="interp21" emma:lang="en-US" emma:confidence="0">
                  <emma:literal>off</emma:literal>
                </emma:interpretation>
                <emma:interpretation id="interp22" emma:lang="en-US" emma:confidence="0">
                  <emma:literal>oof</emma:literal>
                </emma:interpretation>
                <emma:interpretation id="interp23" emma:lang="en-US" emma:confidence="0">
                  <emma:literal>oft</emma:literal>
                </emma:interpretation>
                <emma:interpretation id="interp24" emma:lang="en-US" emma:confidence="0">
                  <emma:literal>oaf</emma:literal>
                </emma:interpretation>
              </emma:one-of>
            </emma:emma>
          </inkml:annotationXML>
          <inkml:trace contextRef="#ctx0" brushRef="#br1" timeOffset="-749976.399">3350 283 49,'0'0'1323,"0"0"-1222,0 0-65,0 0 29,0 0 107,0 0-58,0 0-72,0 0-9,0 0 22,0 0 10,0 0 3,-29-21 10,27 21 3,-2 0-13,-2 4 13,1 1 12,-2 0-2,0 2-30,-2 2 0,0 3 3,0 1-2,1 1-24,1 1-12,0 1 12,5 2-9,0 0-27,2 1 18,0-1-1,4-1-16,4-2-3,3 0-10,1 0 10,0-5 11,5-2-11,1-1-3,1-2 3,-1-5 3,3 0-3,-2 0 1,0-4 1,0-4 21,-1 0-23,-1-2 0,-3-2 15,0-1 1,-4-1-16,-1-3 1,-2 1 9,-3 1 11,-2-3-21,-2 3-1,0-1 1,-5 1 1,-3 0-1,-3 0-16,-3 1 14,-2 2-1,-1-1-32,-2 2-10,0 2 26,0 3-10,2 2-29,2 3-22,2 1 3,2 3-10,2 4-49,6 1-32,0 0-42,3 3-105,0-2-20,5 1 13,1-3-124,5 1-265</inkml:trace>
          <inkml:trace contextRef="#ctx0" brushRef="#br1" timeOffset="-749389.1958">3646 217 437,'0'0'1072,"0"0"-1007,0 0-65,0 0 81,0 0 95,0 0-76,0 0-70,0 0-4,0 0 58,0 0 36,0 0 6,-8 30 0,10-15-32,0 3-26,0 0 0,-2 1-4,2 4-3,-2 2 4,0 2-1,0 6 0,0 1-16,0 4 10,-3 0-1,1-1-2,1 3-7,-2 0-10,-1-1-6,1-2-13,-1-1 0,-3-3-6,2-2-13,0 0 0,-1-3-2,1-2-1,-2-2 0,2 0 1,0-4-1,3-1-10,-1-2 11,3-2-11,0-2-3,0-2 1,3-4-8,4 1 4,-1-2-3,4-3-1,-1-1-9,3-2 13,0 0-3,0-5-4,1-1 10,0-5 0,1-1 13,0-3-29,0 0 3,-1-1-19,-3-4 0,-2 3 0,-2-3-7,-1-1-9,-4 0-17,-1 1-3,-4-2 20,-5 0-4,-3-1 16,-4-1-3,-3 2 7,-1-1 18,-2 2-2,-4 2 32,1 0 0,1 3 2,1 4 34,0 0-10,3 2 16,2 3 36,4 1 9,5 0-16,2 3-10,4-2-13,3 2-48,2-2-6,7-2-26,6 0 19,3-2 10,4-1-1,4-1-38,4 0 10,2 3-42,4-3-49,2 0-78,1 1-120,-1 1-37,-8 1-97</inkml:trace>
        </inkml:traceGroup>
        <inkml:traceGroup>
          <inkml:annotationXML>
            <emma:emma xmlns:emma="http://www.w3.org/2003/04/emma" version="1.0">
              <emma:interpretation id="{23E52E19-0D03-4C8E-A0E7-633CDD4593AB}" emma:medium="tactile" emma:mode="ink">
                <msink:context xmlns:msink="http://schemas.microsoft.com/ink/2010/main" type="inkWord" rotatedBoundingBox="17069,7026 19374,7193 19320,7936 17015,7769"/>
              </emma:interpretation>
              <emma:one-of disjunction-type="recognition" id="oneOf5">
                <emma:interpretation id="interp25" emma:lang="en-US" emma:confidence="0.5">
                  <emma:literal>words</emma:literal>
                </emma:interpretation>
                <emma:interpretation id="interp26" emma:lang="en-US" emma:confidence="0">
                  <emma:literal>word</emma:literal>
                </emma:interpretation>
                <emma:interpretation id="interp27" emma:lang="en-US" emma:confidence="0">
                  <emma:literal>Words</emma:literal>
                </emma:interpretation>
                <emma:interpretation id="interp28" emma:lang="en-US" emma:confidence="0">
                  <emma:literal>worlds</emma:literal>
                </emma:interpretation>
                <emma:interpretation id="interp29" emma:lang="en-US" emma:confidence="0">
                  <emma:literal>wordy</emma:literal>
                </emma:interpretation>
              </emma:one-of>
            </emma:emma>
          </inkml:annotationXML>
          <inkml:trace contextRef="#ctx0" brushRef="#br1" timeOffset="-748038.8463">4284 310 635,'0'0'645,"0"0"-541,0 0-84,0 0 142,0 0 85,0 0-36,-28-59-84,25 52-33,1 1-13,0 0-13,0 4 16,0-1 10,1 2-14,-1-1-25,1 2-10,-1 0 19,0 3-22,-2 4-39,1 5 23,-2 3 35,0 5 10,-1 6-17,1 3-15,3 1 18,-2 2-18,3 1-27,1-5-11,0-2 22,0 0-3,5-7-20,4 1-17,1-5 17,3-3 0,-1-3-1,2 0-28,1-6 28,0 0 1,3-3-13,0-1-3,-1-6 16,1 0 0,-2-5-51,1 1 50,-1-1 1,-1-1 0,-2 1-29,-1-2 4,0 1 9,-3-1 0,-1 3-16,-1 2 3,-3-1 16,0 2 0,-3 2-8,-1 5 21,0-2 13,0 3-13,0 0-11,-1 0 8,-3 0-20,1 3 4,-1 3-4,0 0 20,0 4 3,3 1 2,1 1-2,0 0 0,0 1 4,4-2 11,3 0-15,2-1 0,1-1 0,2-3 3,0 0-1,2-2-2,1 0 2,-1-4 0,0 0-2,-2 0-1,2-3 0,-3-3-1,1 0-11,-2-5 11,-1 2-17,-1-2 3,-1-2 14,-3-2-62,-1 3-36,-3-3 55,0 0 29,-4 0-3,-3 0 16,-4-1-13,2-1 14,-2 2 2,-1 0 0,2 3 3,0-1 14,1 4-5,2 2 14,1 1-10,3 1-12,1 1 9,2 2-13,0-1-1,3 2-25,5-3 10,3 0 14,3 2 2,2-2 0,0 1 0,3 0 0,-1-1-1,1 3-2,-2-2 1,0 3-17,-2 0 19,0 0-20,-4 4 19,4-1-2,-4 1 3,0 0 4,-2 1-4,-1 1 0,-4 1 0,0 0 16,-2-2 7,-2 5 6,0-1 16,0 1 10,0 1 19,-5 4 3,3-2-26,-2 4 1,0-2-11,2 0-2,1 3-7,1-1-10,0 0 4,0-1-13,1-1-13,5-1-4,2-1-8,1-3 10,2 0 1,2-1-3,1-3 1,0-2 1,0 0 0,2-4 1,1 0-1,-1 0 2,0-5 2,2-3 17,0-1-19,-3-1-2,-1-1 2,-3-2-1,-2-1 0,-4-1 1,-1 0 2,-3 0 1,-1-3 0,-3 3 0,-4-2 8,-5-1-11,-1 3-22,-6 0-4,-3 0-15,0 4-1,0-1-6,-2 3 25,4 1-2,2 4-1,3 3-3,3 1-22,5 0-49,2 5-68,3 2-94,2 1-179,2 0-33,7 6-158</inkml:trace>
          <inkml:trace contextRef="#ctx0" brushRef="#br1" timeOffset="-747438.2466">5212 607 1649,'0'0'425,"0"0"-383,0 0 10,0 0 104,0 0-53,0 0-80,0 0-22,0 0 22,0 0 2,0 0-2,-2-26-22,10 16 15,-1-2 7,1-2 9,-1 1-19,1-1 3,0-2 10,0-1 6,1-1-29,0-1 23,1-1 10,-3-1-4,-1 1-10,2-2-6,-2-1 17,-1 2-4,0 0-27,0 0 0,-4 2 20,2 1-18,-3 6-3,0 1 0,0 3 24,-4 3 11,-1 3-35,0 0 2,-2 2 13,0 0-16,1 2-26,-1 3-9,-1 2 19,2 1-3,-2 3-30,3 1 17,-1 1 19,1 1-6,2-1-13,1 1-16,2 0 15,0-1-34,0-1-43,7-1-16,-1 2-10,5-2-42,0-2-40,3-1 43,0 2 35,0-5 39,1-1 36,1 2 22,0-1 37,3-2 6,-3 1 65,0-1-64,-1 2 25,-2-1-3,-5 3 19,-2 0 69,0 3 29,-2-2 29,-3 1 19,0 4-16,0-2-17,-1 0-29,2 1-55,-2 1-26,2 1-3,0-3-29,3 2-13,2-2-22,3-2 20,1-2-10,4-3-24,3-2 7,3 0-3,2-2-46,2-2-90,2-1-17,1-6-9,-2 3-8,2-4-9,0-3-46,-1 2-46,-7 2-147,11-5-61</inkml:trace>
          <inkml:trace contextRef="#ctx0" brushRef="#br1" timeOffset="-746571.1843">6069 381 232,'0'0'401,"0"0"140,0 0-252,0 0-77,0 0 31,0 0 14,0 0-50,0 0-58,0 0-40,0 0-2,0 0-17,-30-49-19,19 49-27,-2 0-2,-2 3 22,-1 2-9,-2 1-10,2-1-7,-2 5-9,0 1-4,2-2-22,1 5 10,0-2 3,4 3-15,0-2 2,5-1-2,0 2 0,5 1-1,1-3-1,0 0-15,2 3 14,7-3 0,3-2-11,0 0 1,4-1 11,1-6-2,2 0-13,1-3-3,1-1 19,3-5-12,-3-5-1,2-1-16,-4-2 3,0-2-2,-3-2 12,-3 0 13,-2-4 1,-1 0 2,-2 0 0,-1-2 0,-2-2 2,0-3 0,-2 0-1,-1 1-1,-2-4 0,0 1-20,-3-1-12,-2-2-13,-2 4 17,-2 0-5,2 6 27,-2 3 6,1 3 29,2 7-10,-1 4 16,1 2 4,2 4-12,-1 1-27,2 3-48,-1 6 12,2 1 36,-2 4 12,2 3 7,1 2 10,-1 5-6,2-1-4,0 4-6,0 0 6,0 3 3,0 3 13,0 0-3,0 2-29,0 1 23,0-2 16,0 3-7,3-4-13,3 0-3,1-3 3,4-4 1,2 0-21,1-3 17,2-4-17,3-1-1,3-4-1,0-4 0,2-1 0,-1-7-3,3-2-10,-2 0 10,1-4-10,-1-4 10,-1-3-19,-2-2-4,-2-2 1,0 0-4,-2-4-3,-1 2 0,-2-2 7,-1-2 2,-1-1 1,-3 2 9,-1-1-3,-4 1 0,0-1-13,-1 0-25,-3 0-10,0 2 12,-3 1 1,-3 3 35,0 4 16,-2 1 29,1 5-10,0 1 0,-1 4-18,0 0-1,0 0-15,2 4-14,-2 3 4,4 1 9,-3 3-4,2 0 4,0 3 3,3-2 0,-1 3-3,2 0 4,1 0 12,0 0-2,4 2 1,3-2 1,2 0 1,1 0 22,1 0-4,-1 0-6,-1 0 10,1 0-1,-2 0 4,-2 0 13,-1-1 5,-2 1 17,-2 0-25,-1-2 12,-2 2-3,-8 0-13,-2 0-29,-1 0-2,-6 0-1,-2-1-13,-1-3-41,-3-1-39,-5 0-116,-4-1-107,8-3-349,-27-2-383</inkml:trace>
        </inkml:traceGroup>
      </inkml:traceGroup>
    </inkml:traceGroup>
    <inkml:traceGroup>
      <inkml:annotationXML>
        <emma:emma xmlns:emma="http://www.w3.org/2003/04/emma" version="1.0">
          <emma:interpretation id="{A625ED38-FCBA-4012-B237-BB7D0E384224}" emma:medium="tactile" emma:mode="ink">
            <msink:context xmlns:msink="http://schemas.microsoft.com/ink/2010/main" type="paragraph" rotatedBoundingBox="9372,9206 10870,9175 10871,9194 9373,9225" alignmentLevel="1"/>
          </emma:interpretation>
        </emma:emma>
      </inkml:annotationXML>
      <inkml:traceGroup>
        <inkml:annotationXML>
          <emma:emma xmlns:emma="http://www.w3.org/2003/04/emma" version="1.0">
            <emma:interpretation id="{975559E1-DA41-4EE7-B999-B7CD4320F226}" emma:medium="tactile" emma:mode="ink">
              <msink:context xmlns:msink="http://schemas.microsoft.com/ink/2010/main" type="inkBullet" rotatedBoundingBox="9372,9206 9378,9205 9379,9224 9373,9225"/>
            </emma:interpretation>
            <emma:one-of disjunction-type="recognition" id="oneOf6">
              <emma:interpretation id="interp30" emma:lang="en-US" emma:confidence="1">
                <emma:literal>.</emma:literal>
              </emma:interpretation>
              <emma:interpretation id="interp31" emma:lang="en-US" emma:confidence="0">
                <emma:literal>P</emma:literal>
              </emma:interpretation>
              <emma:interpretation id="interp32" emma:lang="en-US" emma:confidence="0">
                <emma:literal>9</emma:literal>
              </emma:interpretation>
              <emma:interpretation id="interp33" emma:lang="en-US" emma:confidence="0">
                <emma:literal>p</emma:literal>
              </emma:interpretation>
              <emma:interpretation id="interp34" emma:lang="en-US" emma:confidence="0">
                <emma:literal>7</emma:literal>
              </emma:interpretation>
            </emma:one-of>
          </emma:emma>
        </inkml:annotationXML>
        <inkml:trace contextRef="#ctx0" brushRef="#br0" timeOffset="20156.1148">-3453 2054 127,'0'0'134,"0"0"-62,0 0-4,0 0 4,0 0-13,0 0 2,0 0-2,0 0 13,0 0 0,0 0-7,-1-15-16,1 14-7,0 0-19,0-1-23,0 2-26,0 0-26,0 0-33,0 0-29,3 0-36,0 0-114,-8 19-19</inkml:trace>
      </inkml:traceGroup>
      <inkml:traceGroup>
        <inkml:annotationXML>
          <emma:emma xmlns:emma="http://www.w3.org/2003/04/emma" version="1.0">
            <emma:interpretation id="{7CF82D94-E884-4F4B-89C1-373DF3B19C4A}" emma:medium="tactile" emma:mode="ink">
              <msink:context xmlns:msink="http://schemas.microsoft.com/ink/2010/main" type="line" rotatedBoundingBox="10855,9176 10870,9175 10871,9190 10856,9191"/>
            </emma:interpretation>
          </emma:emma>
        </inkml:annotationXML>
        <inkml:traceGroup>
          <inkml:annotationXML>
            <emma:emma xmlns:emma="http://www.w3.org/2003/04/emma" version="1.0">
              <emma:interpretation id="{809D21A0-8078-43BD-9367-79EE03E0BAD4}" emma:medium="tactile" emma:mode="ink">
                <msink:context xmlns:msink="http://schemas.microsoft.com/ink/2010/main" type="inkWord" rotatedBoundingBox="10855,9176 10870,9175 10871,9190 10856,9191"/>
              </emma:interpretation>
              <emma:one-of disjunction-type="recognition" id="oneOf7">
                <emma:interpretation id="interp35" emma:lang="en-US" emma:confidence="0.5">
                  <emma:literal>.</emma:literal>
                </emma:interpretation>
                <emma:interpretation id="interp36" emma:lang="en-US" emma:confidence="0">
                  <emma:literal>r</emma:literal>
                </emma:interpretation>
                <emma:interpretation id="interp37" emma:lang="en-US" emma:confidence="0">
                  <emma:literal>s</emma:literal>
                </emma:interpretation>
                <emma:interpretation id="interp38" emma:lang="en-US" emma:confidence="0">
                  <emma:literal>-</emma:literal>
                </emma:interpretation>
                <emma:interpretation id="interp39" emma:lang="en-US" emma:confidence="0">
                  <emma:literal>5</emma:literal>
                </emma:interpretation>
              </emma:one-of>
            </emma:emma>
          </inkml:annotationXML>
          <inkml:trace contextRef="#ctx0" brushRef="#br0" timeOffset="21029.5307">-1971 2020 75,'0'0'98,"0"0"16,0 0-10,0 0-25,0 0-31,0 0-25,0 0-21,0 0 1,0 0 13,0 0 30,0 0 6,2 0 3,-2 0-3,2 0 0,-2 0-3,0 0-10,0 0 10,0 0 20,0 0 6,0 0 6,0 0-3,0 0 7,0 0 3,0 0-20,0-1-22,0 0-7,0-1 6,0 1-15,0 0-27,0-1-1,0 2 1,0-1-2,0 1-1,0-2-1,0 2-1,0-1-17,0 0-11,0 1-9,0-2-6,0 2 2,0 0-2,0 0 3,1 0 3,1 0-36,-1 0-39,1 0-36,0 0-42,-1 0-30,0 0-52,0 0-62,-12 2 336</inkml:trace>
        </inkml:traceGroup>
      </inkml:traceGroup>
    </inkml:traceGroup>
  </inkml:traceGroup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</inkml:channelProperties>
      </inkml:inkSource>
      <inkml:timestamp xml:id="ts0" timeString="2024-03-15T14:35:49.136"/>
    </inkml:context>
    <inkml:brush xml:id="br0">
      <inkml:brushProperty name="width" value="0.07" units="cm"/>
      <inkml:brushProperty name="height" value="0.0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40F214B2-91A4-40F0-B30E-A67FAA69C151}" emma:medium="tactile" emma:mode="ink">
          <msink:context xmlns:msink="http://schemas.microsoft.com/ink/2010/main" type="inkDrawing" rotatedBoundingBox="2522,7392 6109,7371 6110,7493 2523,7514" shapeName="Other"/>
        </emma:interpretation>
      </emma:emma>
    </inkml:annotationXML>
    <inkml:trace contextRef="#ctx0" brushRef="#br0">10 132 189,'0'0'225,"0"0"-124,0 0 7,0 0-49,0 0-27,0 0 4,0 0 45,0 0 40,0 0-17,0 0-22,-9-17-17,9 14-16,0 2-20,0-3-16,0 3 13,0-2 13,3 0-19,-3 0-17,4 2-2,1-1-1,-1 0-26,1 0 6,2-2 9,1 3 9,3-3 4,5 0 41,0 2-40,1-2-3,4 0 0,1 1-16,3 0 15,1 0-28,2 1 29,3 1 0,-1 0 0,2-1-27,-1 2 27,0 0 22,1 0-20,-3 0-2,0 0-35,0 2 31,-1-1-58,2 0 62,0-1 26,2 0 20,0 0-4,1 0-29,1 0-13,0 0-13,0 0 13,0-2 19,-1-1-19,0 1-3,0 0 3,0-1 6,-1 0-3,1-1-3,-1 2 0,0-1-21,1 0 21,-3 0 1,3-1 18,0 2-15,-1-2-1,1 1-3,0 0-7,1 0-6,-1 2 2,0 0 11,-3 0 0,1-1 3,0 2-3,-1 0-3,0 0-16,-3 0 19,3 0 19,-2 0-19,-1 3-18,2-1 18,-3 1-2,0 1-21,-1-1 23,-1 1-20,-2-1 20,0 1-3,2-1 3,-5 1 0,3-3 1,0 2 22,0-2-21,-3 2-2,2-2 2,-1 1-1,-1-1-2,1-1 0,-1 0 1,1 0-1,-1 0 1,3 0-2,-3 0-21,2 0 20,-1 0-17,1 0 4,-1 0-3,1 0 2,-1 0 17,-1-1 0,-1-1 0,1 1-3,1 1 2,-4-2-2,3 2-14,-2-1 14,-1 1 0,0 0-10,0 0-3,-2 0-10,1 0 0,0 1 6,0 1 4,0-1-20,1 1 23,0-1 12,1 1-18,-1-1 18,1 0 0,-1 0 1,0-1 1,2 2 2,0-1-3,-2 0 0,0-1 0,1 0-17,-1 2 15,0-2-1,3 2 3,-1-1 2,0-1-1,0 0-1,1 0 0,-2 0-10,1 0 10,-1 0 2,-1 0-2,1 0 0,-1-1 4,0-1 9,-2 0-12,0 2-1,0-1 2,0 0 1,0-1-3,-2 2 1,1 0-1,0 0 0,-2 0-13,1 0 13,1 0-19,0 0 9,-1 0 8,1 2 2,-2-1 1,3 0 1,-1-1-2,1 0 15,-3 0-14,3 0 18,-1 0-19,0 0-13,-2 0 13,3 0 21,-1 0-20,-1 0 22,1-2 0,0 0-23,1 0-3,-1-1 1,1 3 1,0-1-2,0-1-26,-1 2 26,1-1-4,0 1-6,0 0 7,-1 0 5,0 0-3,-1 0 3,-2 0-1,0 0-11,0 0 12,0 0-28,-1-2 9,-2 2 19,-1 0-28,1 0 28,-1 0-19,0-1 20,-1 1 2,0 0 21,-2-1-21,1 1 14,-2-2-12,0 2-1,-1 0 0,1 0 17,-2 0-18,0 0-2,0 0-20,0 0-12,0 0-11,0 0-97,0 0-55,0 0-99</inkml:trace>
  </inkml:traceGroup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</inkml:channelProperties>
      </inkml:inkSource>
      <inkml:timestamp xml:id="ts0" timeString="2024-03-15T14:23:44.098"/>
    </inkml:context>
    <inkml:brush xml:id="br0">
      <inkml:brushProperty name="width" value="0.1" units="cm"/>
      <inkml:brushProperty name="height" value="0.1" units="cm"/>
      <inkml:brushProperty name="fitToCurve" value="1"/>
    </inkml:brush>
  </inkml:definitions>
  <inkml:traceGroup>
    <inkml:annotationXML>
      <emma:emma xmlns:emma="http://www.w3.org/2003/04/emma" version="1.0">
        <emma:interpretation id="{8612C844-5FEC-46CD-83CE-5FF802DB4845}" emma:medium="tactile" emma:mode="ink">
          <msink:context xmlns:msink="http://schemas.microsoft.com/ink/2010/main" type="inkDrawing" rotatedBoundingBox="9269,9705 11280,9714 11279,9872 9268,9864" shapeName="Other"/>
        </emma:interpretation>
      </emma:emma>
    </inkml:annotationXML>
    <inkml:trace contextRef="#ctx0" brushRef="#br0">-3524 2564 825,'0'0'368,"0"0"-212,0 0-145,0 0-9,0 0 42,0 0 44,0 0 71,0 0-45,0 0-43,0 0-32,-33-24 0,33 22 16,0 2 7,-1 0 0,1-1-10,0 1-4,0 0-2,0 0-17,0 0-13,0 0-3,0 0 0,0 0-10,0 0-1,0 0 0,0 0-2,0 0-1,0 0-18,0 0-10,0 0 6,0-2 4,0 2-7,0 0 0,0 0-3,0 0-10,0 0 0,0 0-7,0 0 7,1 0-6,2 0-2,2 0 47,4 0 2,1 2-1,4 1-2,1-1-10,2 2 10,3 0-11,3 2 9,0-1 0,2 4 2,-1-3-2,0 4 3,1-2 0,-1 1 0,-2 0 2,0 0-2,-1 1 1,-3 0 3,1-3-3,-1 1 0,-2 0-1,2-1 13,-1-2-13,0-1 1,2 0-1,-3-1 3,1 1 10,-1-3-10,0 1 0,0 0 10,2-2-10,-1 0 0,0 0-1,0 0 1,1 0 10,2 0-13,-1 0 0,0 0-1,0 0 0,0 0 2,0 0-1,-1 0 0,-1-1 2,1 1-2,-2 0 0,1 0-2,-4 0 2,1 0 1,-2 0-1,1 0 0,-2 0 1,0 0 0,1-1-1,0 1 0,0-1 2,-2 0-1,1 1-1,0 0 0,0-1 0,2 1-4,-1 0-15,-2 0 17,3 0 1,1 0 0,-2 0-2,1 0 0,1 0 1,2-1 2,-1 1-3,2-1-12,-3 1 15,2-2 0,-2 1-4,0 1 1,2 0-10,-3 0 13,4-2 0,-1-2 0,2 3 3,3-2 10,2-2-12,2-1 2,4-2 0,1 1 7,1-1-10,2 1-3,-1 1 1,-2-2 2,2 4-16,-4-1 16,0 2 0,-2 0 0,-1 1-2,-2 1-17,-1-1 19,-3 2 3,-2 0-3,-1 0-3,-4 0 3,-2 0 0,-1 0-1,-3 0-2,0 0 1,0 0 2,-2 1-3,1 1-12,-1-1 15,0 0 1,-2 1-1,2 0 0,1 0 0,-2 0 0,1-1 0,0 0 0,1 1 0,2 0 12,-3-1-12,3-1 0,-1 3 1,0-3 14,2 2-15,0-2 0,-2 1 1,2-1 11,-2 0-12,1 0 0,-1 0 15,-1 0-14,0 0 0,0 0-1,-1 0 13,1 0-13,-2 0 0,1 0 0,1 0 1,-3 0 10,3 0-11,-2-1-1,0 1 1,0-2 11,0 2-11,1-1 0,-1 1 12,-1-2-10,-1 2-2,2 0 0,-3 0 11,0 0 0,3 0-11,-3 0 0,0 0 17,0 0 2,0 0-16,0 0 10,0 0 17,0 0-11,0 0-17,0 0 0,0 0 15,0 0-17,0 0-85,0 0-158,0 0-14,0 0-69,0-1-244,0 2-41</inkml:trace>
  </inkml:traceGroup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</inkml:channelProperties>
      </inkml:inkSource>
      <inkml:timestamp xml:id="ts0" timeString="2024-03-15T14:35:51.690"/>
    </inkml:context>
    <inkml:brush xml:id="br0">
      <inkml:brushProperty name="width" value="0.07" units="cm"/>
      <inkml:brushProperty name="height" value="0.0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EC05FF0E-9185-40F9-8170-EB8542315CE9}" emma:medium="tactile" emma:mode="ink">
          <msink:context xmlns:msink="http://schemas.microsoft.com/ink/2010/main" type="inkDrawing" rotatedBoundingBox="3554,9627 6917,9371 6929,9518 3566,9775" shapeName="Other"/>
        </emma:interpretation>
      </emma:emma>
    </inkml:annotationXML>
    <inkml:trace contextRef="#ctx0" brushRef="#br0">2 311 82,'0'0'143,"0"0"-45,0 0 3,0 0-3,0 0-23,0 0 6,0 0 11,0 0 22,0 0-20,0 0-29,-1-33-22,1 30 2,0-1-6,0 1 17,1 2-1,0-2 7,0 0-23,1 0-23,1 1-16,0-1-16,5 0 16,0-1 12,5-1 11,2 1 6,4 0 4,1-1 6,4 0-36,2 1-2,2-1-1,1 2-2,1 0 2,2 0 7,1-1-7,-1 1-16,2 1 14,0 0 2,2 0 0,-1-1 23,1-2-23,0 2-17,2-1 1,-3-2 13,2 2-8,-1 1 11,2-2 39,-2 2-39,-1-1-14,1 1 14,-3 1 2,2-3-2,-3 2 0,1 1-13,2-1 13,-3 0 0,1-1 2,0 0 5,0 1 6,2-1-26,0-1 26,-1-1-7,1 1-5,0-1-1,0 1 0,1 0 0,-2-1 0,0 1 4,-3 0-3,0 1 2,-2 2-3,-1-1-16,-1 1 3,0 0 9,-2 0 8,-1 1 3,-1-2-6,3 2-2,-2-1 2,1-1 3,-1 1-4,-1-1-8,1-1 8,0 2 0,-1 1-14,0-2 14,-3 1 0,2-1 15,-1-1-14,1 2-1,-1-1 1,2 1 14,-3 0-15,0 0-21,2 0 21,-3-1 0,0 2 0,0 1-1,0-1-12,0 1 11,0-2-15,0 2 4,0-1 13,-2 1 13,2 0-9,0 0 2,0 0-4,-1 0-4,-1 0-9,2 0 11,-1 0 1,0 0 26,0 0-27,-2 0 0,0 0 0,1 0 0,-3 0 0,3 1-6,-1 1 6,0-1 19,1-1-19,-1 0 0,0 0-1,1 0 1,1 0-2,-1 1-1,-1-1-10,2 0 26,0 0-26,-2 0 15,2 0-2,-1 0 15,1 1-15,-1-1-13,2 0 13,-2 0-18,1 2 18,-2-1 2,0 0-2,2-1 0,-2 2 0,0 0-3,0-1 2,0 2-12,1-2-4,0 1 17,1 1 2,1-2 10,-2 2-12,2-2-1,0 1-2,1 0-10,0 0-13,0-1-16,-1 2 6,2-2 23,-2 1-7,0 0 1,0-1-4,1 2-10,-1-2-6,-1 0-19,2 2-73,-1-2-48,-4 0-91,8 2-118</inkml:trace>
  </inkml:traceGroup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</inkml:channelProperties>
      </inkml:inkSource>
      <inkml:timestamp xml:id="ts0" timeString="2024-03-15T14:36:23.613"/>
    </inkml:context>
    <inkml:brush xml:id="br0">
      <inkml:brushProperty name="width" value="0.07" units="cm"/>
      <inkml:brushProperty name="height" value="0.0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E628822D-54E7-4FEB-BFC5-C8DF69CDC25E}" emma:medium="tactile" emma:mode="ink">
          <msink:context xmlns:msink="http://schemas.microsoft.com/ink/2010/main" type="inkDrawing" rotatedBoundingBox="19860,9578 20310,9561 20311,9594 19862,9611" shapeName="Other"/>
        </emma:interpretation>
      </emma:emma>
    </inkml:annotationXML>
    <inkml:trace contextRef="#ctx0" brushRef="#br0">7035 2436 20,'0'0'71,"0"0"43,0 0 30,0 0-10,0 0-33,0 0-7,0 0-16,0 0-35,0 0-30,0 0 10,0 0-20,0 0 39,5-18-12,-3 15 103,0 2-84,-2-1-29,1 1-17,0 0 20,-1 1 9,0 0 17,0 0 55,0-2 20,0 2-26,0 0-37,0-1-15,0 1 6,0 0 0,0 0-26,1 0 7,0 0 12,2 1 13,-1 2 30,3 2-42,-1 1-24,1-2 20,0-1-2,0-2-40,-1-1-35,3 1 18,2-1-2,3 2 16,0-2 3,0 1 1,3-1-1,0 0 0,1 0 13,3 0 0,-1-4-12,1 2-1,1 0 16,0-1-2,0-1-14,0 0 0,-1 2-1,0 0 0,-3 1-22,1-1 4,-4 0 19,2 2 0,-4-2-2,-1 2-18,-3 0 5,1 0 14,-2 0-14,-1 0-1,0 0 12,-1 0-9,1 0-9,-2 0-17,-1 0 0,0 0-16,0 0-27,-2 0 1,0 0-55,0 0-21,0 0 4,0 0-49,0 0-55,0 0-275</inkml:trace>
  </inkml:traceGroup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</inkml:channelProperties>
      </inkml:inkSource>
      <inkml:timestamp xml:id="ts0" timeString="2024-03-15T14:36:01.062"/>
    </inkml:context>
    <inkml:brush xml:id="br0">
      <inkml:brushProperty name="width" value="0.07" units="cm"/>
      <inkml:brushProperty name="height" value="0.0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B5164827-28A7-4A6C-8688-E6A37F1E4F97}" emma:medium="tactile" emma:mode="ink">
          <msink:context xmlns:msink="http://schemas.microsoft.com/ink/2010/main" type="inkDrawing" rotatedBoundingBox="12886,7236 14502,7272 14501,7308 12885,7273" semanticType="strikethrough" shapeName="Other">
            <msink:sourceLink direction="with" ref="{7CBD44FE-EF49-4BF0-8BFB-FEBCF3CD6182}"/>
          </msink:context>
        </emma:interpretation>
      </emma:emma>
    </inkml:annotationXML>
    <inkml:trace contextRef="#ctx0" brushRef="#br0">59 100 88,'0'0'72,"0"0"-70,0 0-2,0 0 0,0 0-3,0 0 3,0 0 1,0 0 35,0 0 39,0 0 9,0 0-2,8-10 13,-1 7-14,1 2-19,-2-1-16,1 0 16,3 1-4,-2-1 1,1 1 9,1 1-9,2-2-7,1 2-19,1 0-31,4 0-1,-1 0-2,3 0-1,4 0-2,-1 0 1,3 0-13,1 0-4,3 2 20,0-1-3,0 2-16,2-2 19,-2 1 11,2 0-11,-4 2-13,2-4-1,-5 5 14,0-3 3,-2 1-3,-2-2 0,0 3 10,0-4-9,-2 2-1,0 1-1,0-2 0,-1 0 1,1 1 1,0-1 0,-1 0 3,1 0-4,2-1 0,-1 0 0,1 0 3,1 0 9,0 0-12,-1 0-3,0 0-11,0 0 14,0 0 0,0 0-2,-1 0 2,-1 0 0,0 0-2,-2 0-10,1 0 12,-2 0 3,0 0-3,-2 2 2,2-1 11,-2-1-10,0 2 0,0 0-3,1-2 0,0 1-1,0 0 1,-1-1 0,2 1 0,-2 1 2,0-2-1,0 1-1,0-1 3,-2 1-1,0-1 0,1 0-2,-2 0 13,0 1-11,0-1-2,0 0 0,0 0 0,-1 0 13,1 0-12,0 0 1,1-1 18,0-1-7,-1 0-13,-2 0-1,2-1 1,-1 1 0,-1-1-1,1 2-1,-2 0 2,1-1 3,-1 0-3,0 1 0,-1 0 0,-1-1 1,-1 2-1,-1-2-12,0 2 12,0 0 3,-1 0-2,-1 0 0,0 0 12,-1 0 4,1 0-15,-2 0 1,0-1 17,0 1-1,1-2 1,-1 2-1,0 0 27,0 0 16,0 0-30,0-1-12,0 0-7,0 1 3,0 0-16,0 0-2,-1 0 0,1 0-11,0 0-3,0 0-4,0 0 17,0 0-13,0 0-4,0 0-6,0 0 6,0 0 4,0 0-3,-2 0-11,2 0 4,-1 0-26,0 0-52,-2 0-17,1 0-6,-2 1 7,-1 0-40,2 1-65,-5-1-26</inkml:trace>
  </inkml:traceGroup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</inkml:channelProperties>
      </inkml:inkSource>
      <inkml:timestamp xml:id="ts0" timeString="2024-03-15T14:36:09.369"/>
    </inkml:context>
    <inkml:brush xml:id="br0">
      <inkml:brushProperty name="width" value="0.07" units="cm"/>
      <inkml:brushProperty name="height" value="0.0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384F61B2-B250-4937-8CFB-E0327FEF5F48}" emma:medium="tactile" emma:mode="ink">
          <msink:context xmlns:msink="http://schemas.microsoft.com/ink/2010/main" type="inkDrawing" rotatedBoundingBox="18575,9584 20028,9525 20030,9579 18578,9638" shapeName="Other"/>
        </emma:interpretation>
      </emma:emma>
    </inkml:annotationXML>
    <inkml:trace contextRef="#ctx0" brushRef="#br0">5762 2467 137,'0'0'183,"0"0"-40,0 0-26,0 0-2,0 0-5,0 0 11,0 0-10,0 0-17,0 0 7,0 0-13,0 0 16,-2-19-26,2 16-22,0 3-1,0-1 4,0 1-20,0-1-7,0 0 10,0 0-6,0 1-20,0 0-15,0 0 3,0 0-4,0 0-11,0 0-22,-2 0 30,0 0-13,1 0-10,0 0 5,0 0 21,-1 0 16,1 0-14,1 0 1,0 0 20,0 0-7,0 0-16,0-1 0,0 1 12,0 0 4,0 0 3,0 0 4,3 0 13,-1 0 0,3 0-4,-1-1-6,-1 1 10,4-2-4,-1 1-16,2 1 1,1-2 2,3 2 1,0-3-19,2 2-1,3 0 1,-1 0 12,2-1-11,-1 1-1,2-3 15,0 2 0,1-1-13,-1 2-1,0-1 17,-1 0 4,-1 1-23,2 1 0,-1 0 1,-1 0 18,0 0-17,1 0-2,-1-2 20,-1 2 2,1-1-22,-1 0 13,2 1 26,-2-2 0,1-1 3,0 1-9,1 0-11,-1 0 2,1 2-24,-1 0-23,0 0 23,-1-2 1,0 2-1,1 0-1,-2 0 1,0 0 2,-1 0-2,1-1-10,1 0 10,-3 1 3,1-2-1,1 2-2,-1-1 1,-1-2-1,0 3-13,0-2 13,-1 1 2,2-1 24,-2 2-26,-1-1 0,-1 0-13,0 1 12,-1 0-12,0 0 13,0 0-1,-2 0 1,2 0-3,0 0-10,-1 0 13,0 0 3,0 0-1,2 0-1,-1 0-1,-2 0 0,2 0 2,-1 0-2,0 0 0,0 0 0,1 0 0,-2 0 0,2 0-3,-1 0 3,-1 0-1,0 0-1,3 0 2,-3 0 0,0-1 0,2 0 0,-1 1-1,-1 0-1,1-2 0,2 2-1,-3 0-20,2 0 23,1 0-1,1 0-1,-2 0-1,1 0 1,-1 0-14,1 2 13,-1-2-9,0 0 12,1 1 1,0 0-1,1 0-2,-2-1 2,1 1 0,2 0-1,-2 0-2,0 0 0,0 0 1,2 0-10,-3-1 12,0 1 2,1-1-1,0 0-1,1 2 0,-2-2 2,1 0-2,-2 0 0,0 0-1,-1 0 0,1 0 1,-2 0-1,-1 0-1,0 0 1,-1 0-1,0 0-14,-3 0 0,1 0 0,-2 0-17,0 0-9,0 0 13,0 0 26,0 0-10,0 0-13,0 0-26,0 0-32,0 0-17,0 1-32,-1 1-75,-1 0-20,-2 0-55,3-2-40,-5 1-172,20-9 239</inkml:trace>
  </inkml:traceGroup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</inkml:channelProperties>
      </inkml:inkSource>
      <inkml:timestamp xml:id="ts0" timeString="2024-03-15T14:36:17.433"/>
    </inkml:context>
    <inkml:brush xml:id="br0">
      <inkml:brushProperty name="width" value="0.07" units="cm"/>
      <inkml:brushProperty name="height" value="0.0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6295FC1F-B45C-4010-872C-C2F62530F8A2}" emma:medium="tactile" emma:mode="ink">
          <msink:context xmlns:msink="http://schemas.microsoft.com/ink/2010/main" type="writingRegion" rotatedBoundingBox="14499,9739 16227,9562 16244,9728 14516,9905"/>
        </emma:interpretation>
      </emma:emma>
    </inkml:annotationXML>
    <inkml:traceGroup>
      <inkml:annotationXML>
        <emma:emma xmlns:emma="http://www.w3.org/2003/04/emma" version="1.0">
          <emma:interpretation id="{E05990B0-0673-41DE-B705-FA023D32A149}" emma:medium="tactile" emma:mode="ink">
            <msink:context xmlns:msink="http://schemas.microsoft.com/ink/2010/main" type="paragraph" rotatedBoundingBox="14499,9739 16227,9562 16244,9728 14516,9905" alignmentLevel="1"/>
          </emma:interpretation>
        </emma:emma>
      </inkml:annotationXML>
      <inkml:traceGroup>
        <inkml:annotationXML>
          <emma:emma xmlns:emma="http://www.w3.org/2003/04/emma" version="1.0">
            <emma:interpretation id="{8260477C-1EDF-49E3-9FED-870B7CEA10F5}" emma:medium="tactile" emma:mode="ink">
              <msink:context xmlns:msink="http://schemas.microsoft.com/ink/2010/main" type="line" rotatedBoundingBox="14499,9739 16227,9562 16244,9728 14516,9905"/>
            </emma:interpretation>
          </emma:emma>
        </inkml:annotationXML>
        <inkml:traceGroup>
          <inkml:annotationXML>
            <emma:emma xmlns:emma="http://www.w3.org/2003/04/emma" version="1.0">
              <emma:interpretation id="{3D2C1A40-2990-4509-92DE-495EF6986C54}" emma:medium="tactile" emma:mode="ink">
                <msink:context xmlns:msink="http://schemas.microsoft.com/ink/2010/main" type="inkWord" rotatedBoundingBox="14499,9739 16227,9562 16244,9728 14516,9905"/>
              </emma:interpretation>
              <emma:one-of disjunction-type="recognition" id="oneOf0">
                <emma:interpretation id="interp0" emma:lang="en-US" emma:confidence="0.5">
                  <emma:literal>rose</emma:literal>
                </emma:interpretation>
                <emma:interpretation id="interp1" emma:lang="en-US" emma:confidence="0">
                  <emma:literal>rise</emma:literal>
                </emma:interpretation>
                <emma:interpretation id="interp2" emma:lang="en-US" emma:confidence="0">
                  <emma:literal>see</emma:literal>
                </emma:interpretation>
                <emma:interpretation id="interp3" emma:lang="en-US" emma:confidence="0">
                  <emma:literal>ruse</emma:literal>
                </emma:interpretation>
                <emma:interpretation id="interp4" emma:lang="en-US" emma:confidence="0">
                  <emma:literal>nose</emma:literal>
                </emma:interpretation>
              </emma:one-of>
            </emma:emma>
          </inkml:annotationXML>
          <inkml:trace contextRef="#ctx0" brushRef="#br0">3165 2511 329,'0'0'225,"0"0"-32,0 0-14,0 0-26,0 0-49,0 0 101,0 0-35,0 0-37,0 0-26,0 0 0,0 0-16,-36-16-32,34 14-30,2 2-10,0-2-9,0 1-10,0 1-58,2 0-23,1 0 78,5 0 3,1 1 4,2 1-4,0 1 0,2-2-13,1 1-3,1-2 14,1 0 2,2 0 3,0 0-2,-2-3 0,1 0 12,-1 0 0,-2-1 3,0 2-16,-2-2 2,-1 0 21,-1 2-21,-2-1-2,-2 2 3,-1 0-2,-1 1-1,-1-2 1,-3 1 0,2 1 12,-2 0-10,0 0 13,0 0 13,0-2 10,0 2-29,-2-1-10,-1 1-1,-1-2 0,-1 1-11,-2 0 8,0 0-9,-2-1 12,-1 2-15,0-1 14,-2 1 0,-1 0 0,-1 0-1,0 0 3,-2 0 19,-1 0-16,1 1-3,0 2-18,-1 1 18,0 0 2,3-1-2,1 0 2,1-1 14,5 1-14,0 0-2,4-3-1,3 3-15,0-3-46,0 2 59,5-1 3,3 2 36,2-2-18,2 3-18,2-3-22,1 2-8,0-3-5,1 0 6,0 0 25,1 0 4,-2 0 1,0-3-1,-2 0 0,1 0 15,-3 2 11,0-2-9,0 1 9,-2-1 13,1 0-4,-2-1-12,-1 1 13,-1-1 25,-1 0 1,-2 2-33,0 0-27,-3 1 17,0 1 7,0-1-26,-3 1-16,-2 0 16,-3 0-2,1 0-21,-2 0-6,-1 0 16,-1 1 12,-1 1-15,0 1 2,-1 0 14,-1 0 19,1 0-19,0 0 1,2 0 22,0 0 3,2-2-25,2 1-1,3-2 16,1 1-6,1-1-10,2 1-49,2-1 47,3 0-20,2 0 19,3 1 3,-1 0 1,4-1 3,-1 0-4,3 0-4,-2 0 4,-1-2 4,1 0-4,-2-1 1,1 2 25,-4-3-9,-1 3-17,-2 0-16,-1 0 15,-2 1-12,-1-1-23,-1 1-29,0 0-113,0 0-88,0 0-141,-2 0-75</inkml:trace>
          <inkml:trace contextRef="#ctx0" brushRef="#br0" timeOffset="-1192.4731">3358 2481 82,'0'0'198,"0"0"-38,0 0-23,0 0-3,0 0-1,0 0-35,0 0-23,0 0 10,0 0-10,0 0-23,-27-6-20,24 5 112,2 1-43,0-1-43,-2-1 7,1 2 20,1-1-10,-2 0-51,2 1-24,0-2 0,0 2-1,-1 0 1,2 0-12,0 0 12,0 0 0,-1-1-16,1 1-7,0 0 10,0 0 10,0 0-23,0 0-3,0 0 9,0 0-2,0 0-14,0 0 0,0 0 7,0 0 9,0 0-12,0 0 2,0 0 17,0 0 13,0 0-1,0 0 1,0 0 0,0 0 4,0 0-4,0 1-4,0 1 2,0-2-11,0 1-23,0 1-55,1 1-49,-1 0-39,0 0-72,0 0-75,-1-21-86</inkml:trace>
          <inkml:trace contextRef="#ctx0" brushRef="#br0" timeOffset="-9914.0094">1784 2725 29,'0'0'98,"0"0"-16,0 0 9,0 0 10,0 0-6,0 0-14,0 0-9,0 0-4,0 0-15,-16-17 8,13 15 8,0 0-10,0-1-20,1 1-3,-4-1-10,4 2-13,-2-1-12,-2 0 12,2 1 3,-2 0 0,1-2 23,0 1 10,1-2 3,-1 3-19,0-2 3,2 1-10,-2-1 3,3-3-6,0 5 71,-1-2-35,1-2 19,0 3 6,-1-2 1,1 2-4,2 0 3,0-2-25,0 0-10,0 1 15,0 0-5,0 0-17,0 0-10,2-2 4,5 2 9,0 0-6,4-2 0,2 1 16,3-1-4,4-2-2,1 0-4,4 0-16,3 0 10,3-1-26,1 2-11,2-1 17,1 0-19,3 2 0,0-2-3,0 3 1,2-2 2,0 3-4,-3-1-28,1 2 32,-1-1 0,-1 2-16,-3-1 13,0 2 1,-1 0 2,-2 0-1,-2 0-10,1 0 11,-2 0 14,-1 0-14,0 3-10,-2-3 10,-1 1 17,-1 1-17,-2-2-3,1 1 3,-2-1-3,-1 0 3,-1 0 0,2 0 3,-3 0 12,1-1-15,1-2-3,-2 0 3,0 0 12,1 0-12,-1 0-21,-1 0 21,0 2 10,-1-3-10,0 2-21,-1 0 21,-1 0 2,1 1-2,-1-2 0,1 2 0,-1-1 15,0 0-15,-1 1-10,-2 0 10,-2 0 14,1-1-14,-2 2-26,-2 0 24,-1 0 2,-1 0-19,1 0-4,-3 0 21,0 0 0,0 0-14,0 0 4,0 0 11,0 0 0,-2 0-44,1 0-33,-1 0-22,-3 2-43,3 0-122,-1 3-106,2-3-55,-5 2-106,28-19-97</inkml:trace>
        </inkml:traceGroup>
      </inkml:traceGroup>
    </inkml:traceGroup>
  </inkml:traceGroup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</inkml:channelProperties>
      </inkml:inkSource>
      <inkml:timestamp xml:id="ts0" timeString="2024-03-15T14:36:38.117"/>
    </inkml:context>
    <inkml:brush xml:id="br0">
      <inkml:brushProperty name="width" value="0.07" units="cm"/>
      <inkml:brushProperty name="height" value="0.0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C2D8A927-5404-40A9-83D0-B3403DDFBF30}" emma:medium="tactile" emma:mode="ink">
          <msink:context xmlns:msink="http://schemas.microsoft.com/ink/2010/main" type="writingRegion" rotatedBoundingBox="7660,8969 16284,12707 15804,13814 7180,10077"/>
        </emma:interpretation>
      </emma:emma>
    </inkml:annotationXML>
    <inkml:traceGroup>
      <inkml:annotationXML>
        <emma:emma xmlns:emma="http://www.w3.org/2003/04/emma" version="1.0">
          <emma:interpretation id="{AC51498A-5ACD-4694-ABEB-2CFDA6743696}" emma:medium="tactile" emma:mode="ink">
            <msink:context xmlns:msink="http://schemas.microsoft.com/ink/2010/main" type="paragraph" rotatedBoundingBox="7660,8969 16284,12707 15804,13814 7180,10077" alignmentLevel="1"/>
          </emma:interpretation>
        </emma:emma>
      </inkml:annotationXML>
      <inkml:traceGroup>
        <inkml:annotationXML>
          <emma:emma xmlns:emma="http://www.w3.org/2003/04/emma" version="1.0">
            <emma:interpretation id="{5BC287CD-7C1C-46A1-B5F2-ADFC3F3571D1}" emma:medium="tactile" emma:mode="ink">
              <msink:context xmlns:msink="http://schemas.microsoft.com/ink/2010/main" type="line" rotatedBoundingBox="7660,8969 16284,12707 15804,13814 7180,10077"/>
            </emma:interpretation>
          </emma:emma>
        </inkml:annotationXML>
        <inkml:traceGroup>
          <inkml:annotationXML>
            <emma:emma xmlns:emma="http://www.w3.org/2003/04/emma" version="1.0">
              <emma:interpretation id="{24790523-6D8B-4C0D-80A6-1D6371046E90}" emma:medium="tactile" emma:mode="ink">
                <msink:context xmlns:msink="http://schemas.microsoft.com/ink/2010/main" type="inkWord" rotatedBoundingBox="7575,9166 9424,9967 9029,10878 7180,10077"/>
              </emma:interpretation>
              <emma:one-of disjunction-type="recognition" id="oneOf0">
                <emma:interpretation id="interp0" emma:lang="en-US" emma:confidence="0.5">
                  <emma:literal>*</emma:literal>
                </emma:interpretation>
                <emma:interpretation id="interp1" emma:lang="en-US" emma:confidence="0">
                  <emma:literal>T</emma:literal>
                </emma:interpretation>
                <emma:interpretation id="interp2" emma:lang="en-US" emma:confidence="0">
                  <emma:literal>.</emma:literal>
                </emma:interpretation>
                <emma:interpretation id="interp3" emma:lang="en-US" emma:confidence="0">
                  <emma:literal>5</emma:literal>
                </emma:interpretation>
                <emma:interpretation id="interp4" emma:lang="en-US" emma:confidence="0">
                  <emma:literal>3</emma:literal>
                </emma:interpretation>
              </emma:one-of>
            </emma:emma>
          </inkml:annotationXML>
          <inkml:trace contextRef="#ctx0" brushRef="#br0">7123-2395 98,'0'0'235,"0"0"208,0 0-290,0 0-71,0 0 12,0 0 111,-33-55 13,28 53-94,3 2 149,-1-2-10,2 2-127,0 0-127,1 0-9,-1 0-25,-1 2-1,1 2-107,1 3-3,0 3 136,-1 5 35,-1 9 30,-2 6-42,-2 5 22,-1 5-29,0 1-16,-2-1-29,1-1 20,1-3 5,1-7-9,0-2-8,1-7 20,3-4-15,1-3-16,-2-2 30,2-6 1,1-1 0,0-2 1,0-1 13,0-1 61,0 0 17,0 0 0,-1-4-10,-2-4-68,-1-7-13,0-2-56,2-6 34,-1-2 22,1-5 10,2-1-9,0-3 0,0-1 14,4-1-15,1-1-13,4 0-20,0-3 17,6 2-6,1 0-37,1 1 1,6 2 26,1 2 2,3 3 5,0 3-5,1 3 21,-4 5 9,2 7 0,-3 3-33,-4 5 1,-1 4-7,-4 5-26,-3 7 65,-4 6 16,-2 2 19,-5 6-35,-1 4-15,-10 3 13,-3 4-26,-4-2-1,-1 1-7,-3-3 36,0-4 23,0-4-7,1-3-16,-1-4 39,3-4 10,0-3-23,0-4 16,2-2 42,3-2-32,-2-2 3,6-1 20,1 0-17,2 0 4,1-4-23,5 4-14,1-3-21,0 1-4,0 1-43,0 0-51,6-2-42,2 2 25,4-3 40,3 2 29,2 1 16,4 1-7,0 0 30,3 5-55,1 3 32,1 2-2,0 5 27,0 0-11,-2 4-24,1 1 35,-1-1-27,-2-2 28,2 2 0,-3-2 0,1-4-35,0-2-59,-2-3-53,0-6-90,-5 1-93,7-5-119</inkml:trace>
          <inkml:trace contextRef="#ctx0" brushRef="#br0" timeOffset="-45123.8638">5712-3003 225,'0'0'205,"0"0"-15,0 0 5,0 0 4,0 0-46,0 0-42,0 0-36,0 0-49,0 0-7,0 0 14,0 0-10,24-16-7,-15 14-3,1 0 0,3-1-13,1 2 1,2-1 15,2-1 7,2 1-10,4 0 3,0 0 33,0-2-26,3-1 17,1 2-38,1 0 32,1-1-21,0-1 6,0 1-17,0-1-3,0 0 2,0 1-2,-3 2 0,2-2 0,-4 1-15,0 0-4,-1 1 18,-2 0-1,0 2-23,0 0 24,-1 0-18,-2 0 20,2 0 0,-4 0-6,3 0-20,-1 0 26,-3 0 12,3 0-12,-2 0 13,-1 0 9,0-1 4,1 0-23,-2-2-2,1 0-1,-2 0 13,0 1-13,0 0-26,-1 1 22,-2 1-25,0-2 16,0 1-3,0 0 13,0 1 1,-3 0-1,3-2-6,-1 2 9,-1-1 19,-1-1-18,2 1 15,-2 0 14,0 0-11,-2-1-18,2 1 1,-2 1-2,1-2 0,-1 0-1,0 2-31,-1-2 29,-2 2-1,2-1-22,-3-1 0,-1 2 10,-1 0 16,1 0 0,1 0 0,-2 0 3,0 0 27,0 0-14,0 0-16,0 0-3,0 0-20,2 0-10,-1 0 4,2 0-4,-1 0 7,1 0-19,-1 0-49,2 0-17,-2 0 0,1 0-49,0 0-64,-2 2-116,-27-4-64</inkml:trace>
        </inkml:traceGroup>
        <inkml:traceGroup>
          <inkml:annotationXML>
            <emma:emma xmlns:emma="http://www.w3.org/2003/04/emma" version="1.0">
              <emma:interpretation id="{DD681988-8FDC-4E6F-B007-DB5EEC20E2BF}" emma:medium="tactile" emma:mode="ink">
                <msink:context xmlns:msink="http://schemas.microsoft.com/ink/2010/main" type="inkWord" rotatedBoundingBox="9517,9774 10737,10303 10418,11038 9198,10509"/>
              </emma:interpretation>
              <emma:one-of disjunction-type="recognition" id="oneOf1">
                <emma:interpretation id="interp5" emma:lang="en-US" emma:confidence="0.5">
                  <emma:literal>NM</emma:literal>
                </emma:interpretation>
                <emma:interpretation id="interp6" emma:lang="en-US" emma:confidence="0">
                  <emma:literal>Not</emma:literal>
                </emma:interpretation>
                <emma:interpretation id="interp7" emma:lang="en-US" emma:confidence="0">
                  <emma:literal>NTM</emma:literal>
                </emma:interpretation>
                <emma:interpretation id="interp8" emma:lang="en-US" emma:confidence="0">
                  <emma:literal>NH</emma:literal>
                </emma:interpretation>
                <emma:interpretation id="interp9" emma:lang="en-US" emma:confidence="0">
                  <emma:literal>T*</emma:literal>
                </emma:interpretation>
              </emma:one-of>
            </emma:emma>
          </inkml:annotationXML>
          <inkml:trace contextRef="#ctx0" brushRef="#br0" timeOffset="1475.9055">8317-2384 284,'0'0'192,"0"0"190,0 0-193,0 0 3,0 0 23,0 0 9,0 0 16,0 0-42,0 0-36,0 0-32,0 0-71,-25-11-59,25 11-71,0 1-36,0 3-39,0 4 117,0 3 26,-3 5 3,1 3 28,0 2 11,1 3-39,-2 2-22,2-1 22,-3 0 11,4-1-11,-2-3-23,2 0 20,0-4-13,0-4-3,0-5 15,0-3 3,0-1-15,0-4 16,0 0 55,0 0 46,0 0 2,0-2-2,0-5 8,0-4-107,0-3-2,0-5-45,0 1 36,0-3 9,0 0 31,0 0-30,0 0 14,0 1-2,0-1 19,0 0-19,0 1 0,0-1 13,0 4-25,0 0-1,0 4-26,0 2 26,0 4 0,0 3-20,2 2-35,-2 2-29,1 0-52,2 0-62,-1 3 137,2 3 58,2 2 1,0 1 0,2 4 2,1 1 3,1 1 23,1 2-26,1 1-3,1 0 3,3 2 2,0 0-2,0-1-2,3-3 0,1-1 2,1-1 26,0-5 6,2-3-19,-1-2 29,2-3 26,1-1 46,-2-5-11,1-4-19,0-1-23,-3-1-12,0-4-4,-3 0-6,0-4-17,-3 2 4,-1-1 6,-2-2 0,-1 0-6,0 2-10,-4 0 6,-1 0 1,1 0-1,-3 2-6,-1 0 16,-1 0-16,1 1 4,-3 2-19,0 1 0,2 5 7,-2-1-8,0 5-22,0 1-20,0 2-28,0 0-23,0 0-27,0 2-12,0 3-10,0 5 100,0 4 42,0 5 2,0 6 29,-2 3-30,0 4-1,-2 6 3,-1 2-2,2 4 0,-2 4-1,0 1-16,-1 3 15,4 0-22,-2 1 7,2-1 3,0 0-6,1-6-82,1-2-58,0-5-55,3-4-85,0-10-65,2 5-203</inkml:trace>
          <inkml:trace contextRef="#ctx0" brushRef="#br0" timeOffset="554.7354">7733-2577 398,'0'0'1300,"0"0"-1119,0 0-150,0 0-31,0 0-88,0 0-68,0 0 62,0 0 68,0 0 26,-7 59 27,8-36-25,2 3 12,-1 3 12,-2 3-13,0 1-1,0 0-11,-2-1 1,-3-2 2,-1 0 22,0-6 97,-1-3-12,1-3-50,0-6 1,1-1 6,2-3 0,0-5-6,1-1 22,1-2 26,-1 0 0,0-1-17,-1-5-54,0-3 19,0-3 0,0-3-58,1-3-42,1 0 42,1-2 0,0 1 16,0 0-13,0 0 0,0 1 7,0-2-9,0 2-2,3 0-11,0-2 12,3 1-19,1 2 3,0-2 14,2 2-17,1 2-1,-1 0 4,2 3 1,-1 1 14,2 1-20,-3 5-2,2-1-9,-1 1-1,-1 3-22,-2 2-22,0 0 22,1 0 0,1 6 16,0 1 10,0 2 19,2 5 8,0 3 4,-1 3-2,1 3 29,1 6-25,-2 1-4,1 3-18,0 1 18,1 0 0,0 1-1,-3-2-34,1-1 18,-1-1-5,0-4-11,-2 2-15,1-5-79,0-4-126,-2-2-53,-1-3-3,-2-6 45,0 2-128</inkml:trace>
          <inkml:trace contextRef="#ctx0" brushRef="#br0" timeOffset="758.1389">7770-2193 916,'0'0'583,"0"0"-329,0 0-53,0 0 17,0 0-180,0 0-38,0 0-77,0 0 77,74-63 19,-34 46-6,2 0-13,4 1-91,0 2 7,-2 3 16,-1 2-56,-4 1-38,-4 2-226,-9 3 14,4-1-34</inkml:trace>
        </inkml:traceGroup>
        <inkml:traceGroup>
          <inkml:annotationXML>
            <emma:emma xmlns:emma="http://www.w3.org/2003/04/emma" version="1.0">
              <emma:interpretation id="{212502F9-DC12-4267-81A8-B4247ACA0619}" emma:medium="tactile" emma:mode="ink">
                <msink:context xmlns:msink="http://schemas.microsoft.com/ink/2010/main" type="inkWord" rotatedBoundingBox="12783,11684 13648,12059 13439,12541 12574,12166"/>
              </emma:interpretation>
              <emma:one-of disjunction-type="recognition" id="oneOf2">
                <emma:interpretation id="interp10" emma:lang="en-US" emma:confidence="0.5">
                  <emma:literal>.</emma:literal>
                </emma:interpretation>
                <emma:interpretation id="interp11" emma:lang="en-US" emma:confidence="0">
                  <emma:literal>-</emma:literal>
                </emma:interpretation>
                <emma:interpretation id="interp12" emma:lang="en-US" emma:confidence="0">
                  <emma:literal>r</emma:literal>
                </emma:interpretation>
                <emma:interpretation id="interp13" emma:lang="en-US" emma:confidence="0">
                  <emma:literal>,</emma:literal>
                </emma:interpretation>
                <emma:interpretation id="interp14" emma:lang="en-US" emma:confidence="0">
                  <emma:literal>:</emma:literal>
                </emma:interpretation>
              </emma:one-of>
            </emma:emma>
          </inkml:annotationXML>
          <inkml:trace contextRef="#ctx0" brushRef="#br0" timeOffset="4964.0082">10990-529 202,'0'0'75,"0"0"404,0 0-332,0 0-62,0 0 6,0 0 20,0 0-20,0 0-10,0 0 14,0 0-20,0 0 9,-44-12 11,44 10-11,0 2 10,0 0-3,0 0 3,0 0-13,0 0-29,0 0-16,0 0-1,0 0-28,0 0-7,0 0-33,0 0 1,0 0-7,0 0-13,0 0-6,0-1 6,0 1-10,0 0-22,0 0-4,7-1 88,-1-1 4,4 1 44,2-3-31,2 1-4,2 0-10,1 0-3,2 0 0,0 0 0,3-2 3,0 1-3,1 1 0,0 0 0,1 0 0,-1 0-12,0 1-7,-1 0 19,1 1-1,-2 1-11,1 0 2,-1 0 8,-1 0 2,1 0-20,-1 0 17,-2 0 3,1 0 1,0 0-1,0 1-9,0-1 9,0 0 33,0 0-33,-2 0 0,1 0 3,0 0-2,-2-1-1,3 0-16,-3 0 16,2-1-1,-1 2 1,0-3-16,1 3 16,-4-3 0,3 1-25,-1 0 25,0-1 3,-2 1 39,1-1-40,-1 1-2,-1 0 0,-1-1 1,0 2-1,0-1-16,0 0 16,-1 0 2,1 1-2,-3-2-19,3 2 19,0 0 16,-3-1-16,1 1-2,-1 0 2,1-1 10,-4 1-10,1 1-13,-1-2 13,-2 2 22,-2 0-19,1 0 0,-1 0 20,-2 0-7,0 0-16,0 0-19,2 0 19,-1 0 0,0 0-16,1 0 0,1 0 16,0-1 23,-1 1-23,1 0-10,-1-2 10,1 1 14,-2 1-14,1 0 0,-2 0 22,0 0 20,0 0-10,0 0 4,0 0 29,0 0 3,0-1-32,0 1-7,0 0 16,0 0-9,0 0-36,0 0-2,0 0 2,0 0 0,0 0-17,0 0-13,0 0 30,0 0 0,0 0-18,0 0-14,0 0 28,0 0 1,0 0-36,0 0-9,0 0 9,0 0-59,0 0-77,0 0-89,0 0-51,-2 0-230,4 0-70</inkml:trace>
        </inkml:traceGroup>
        <inkml:traceGroup>
          <inkml:annotationXML>
            <emma:emma xmlns:emma="http://www.w3.org/2003/04/emma" version="1.0">
              <emma:interpretation id="{6DCA073E-4B64-4C7A-A397-2C178B26552F}" emma:medium="tactile" emma:mode="ink">
                <msink:context xmlns:msink="http://schemas.microsoft.com/ink/2010/main" type="inkWord" rotatedBoundingBox="15900,13074 16090,13156 16030,13293 15841,13211"/>
              </emma:interpretation>
              <emma:one-of disjunction-type="recognition" id="oneOf3">
                <emma:interpretation id="interp15" emma:lang="en-US" emma:confidence="0.5">
                  <emma:literal>.</emma:literal>
                </emma:interpretation>
                <emma:interpretation id="interp16" emma:lang="en-US" emma:confidence="0">
                  <emma:literal>-</emma:literal>
                </emma:interpretation>
                <emma:interpretation id="interp17" emma:lang="en-US" emma:confidence="0">
                  <emma:literal>/</emma:literal>
                </emma:interpretation>
                <emma:interpretation id="interp18" emma:lang="en-US" emma:confidence="0">
                  <emma:literal>,</emma:literal>
                </emma:interpretation>
                <emma:interpretation id="interp19" emma:lang="en-US" emma:confidence="0">
                  <emma:literal>r</emma:literal>
                </emma:interpretation>
              </emma:one-of>
            </emma:emma>
          </inkml:annotationXML>
          <inkml:trace contextRef="#ctx0" brushRef="#br0" timeOffset="20276.7964">14211 504 1132,'0'0'1628,"0"0"-1323,0 0-305,0 0-116,0 0 97,0 0 19,0 0 0,85-36-22,-57 30-33,2-1-38,0 1-82,-1 5-170,-1 1-217,-9 0-27</inkml:trace>
        </inkml:traceGroup>
      </inkml:traceGroup>
    </inkml:traceGroup>
  </inkml:traceGroup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</inkml:channelProperties>
      </inkml:inkSource>
      <inkml:timestamp xml:id="ts0" timeString="2024-03-15T14:37:41.209"/>
    </inkml:context>
    <inkml:brush xml:id="br0">
      <inkml:brushProperty name="width" value="0.07" units="cm"/>
      <inkml:brushProperty name="height" value="0.0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732CD598-240A-4CA3-92D8-3CC553A2F431}" emma:medium="tactile" emma:mode="ink">
          <msink:context xmlns:msink="http://schemas.microsoft.com/ink/2010/main" type="writingRegion" rotatedBoundingBox="1188,12239 8205,12543 8130,14273 1113,13968"/>
        </emma:interpretation>
      </emma:emma>
    </inkml:annotationXML>
    <inkml:traceGroup>
      <inkml:annotationXML>
        <emma:emma xmlns:emma="http://www.w3.org/2003/04/emma" version="1.0">
          <emma:interpretation id="{AC2A4C88-AAEB-46ED-ACF2-BB032080F17C}" emma:medium="tactile" emma:mode="ink">
            <msink:context xmlns:msink="http://schemas.microsoft.com/ink/2010/main" type="paragraph" rotatedBoundingBox="1188,12239 8205,12543 8130,14273 1113,13968" alignmentLevel="1"/>
          </emma:interpretation>
        </emma:emma>
      </inkml:annotationXML>
      <inkml:traceGroup>
        <inkml:annotationXML>
          <emma:emma xmlns:emma="http://www.w3.org/2003/04/emma" version="1.0">
            <emma:interpretation id="{E321ABD3-2B71-4452-970B-BBFE86F5602A}" emma:medium="tactile" emma:mode="ink">
              <msink:context xmlns:msink="http://schemas.microsoft.com/ink/2010/main" type="line" rotatedBoundingBox="1188,12239 8205,12543 8130,14273 1113,13968"/>
            </emma:interpretation>
          </emma:emma>
        </inkml:annotationXML>
        <inkml:traceGroup>
          <inkml:annotationXML>
            <emma:emma xmlns:emma="http://www.w3.org/2003/04/emma" version="1.0">
              <emma:interpretation id="{5C546F16-E6C6-4367-8C5E-4EC952970EE3}" emma:medium="tactile" emma:mode="ink">
                <msink:context xmlns:msink="http://schemas.microsoft.com/ink/2010/main" type="inkWord" rotatedBoundingBox="1160,12824 1199,12312 1671,12348 1632,12860"/>
              </emma:interpretation>
              <emma:one-of disjunction-type="recognition" id="oneOf0">
                <emma:interpretation id="interp0" emma:lang="en-US" emma:confidence="0.5">
                  <emma:literal>R</emma:literal>
                </emma:interpretation>
                <emma:interpretation id="interp1" emma:lang="en-US" emma:confidence="0">
                  <emma:literal>B</emma:literal>
                </emma:interpretation>
                <emma:interpretation id="interp2" emma:lang="en-US" emma:confidence="0">
                  <emma:literal>k</emma:literal>
                </emma:interpretation>
                <emma:interpretation id="interp3" emma:lang="en-US" emma:confidence="0">
                  <emma:literal>D</emma:literal>
                </emma:interpretation>
                <emma:interpretation id="interp4" emma:lang="en-US" emma:confidence="0">
                  <emma:literal>A</emma:literal>
                </emma:interpretation>
              </emma:one-of>
            </emma:emma>
          </inkml:annotationXML>
          <inkml:trace contextRef="#ctx0" brushRef="#br0">-344-374 95,'0'0'81,"0"0"203,0 0 61,0 0-224,0 0-30,0 0 17,0 0 25,0 0 46,0 0-58,0 0-24,-32-17 30,29 16-17,1 1-64,1 0-46,1 0-20,-2 0-44,1 4-79,1 7 9,-2 7 115,2 3 15,0 4 8,0 5 12,0 1-16,0 5 23,1 2-10,0 1-13,2-1-22,-2 1 21,1-3-14,-2-4 13,0-5 2,0-2 0,0-5 1,0-5 1,0-3-4,0-4-9,0-2 11,0-3 23,0-2 6,0-1 10,0 0 26,0 0 26,-3 0 6,1-4-97,-1-4-3,0-2-16,0-3 6,-1 0-32,0-2 45,-1-2 4,2 0 47,0-1-51,-1-2-19,0-2-20,4 0 37,-2-2-21,2-1 20,0-1-23,5-3 23,1 3-23,0-1 15,3-2 11,0 3 2,2 1-2,-1 3 2,4-1-2,-3 7-23,2 2 22,-2 5-1,0 3-56,0 6-50,0 0 66,0 8 19,0 2 0,0 2-6,0 6 29,-3 3 2,-2 0 11,-2 4 46,-3 1-33,-1 3-25,-4-2 18,-5 1 1,0-1-20,-5-3 13,0 0-13,-2-2 1,-1-2 22,0-1-10,1-3 0,-1-2-13,3-4-19,-2 0 19,4-2 19,1-4 10,1-1 0,1-1-3,1-2 0,2 0 7,1 0-7,0-2-13,1-1 10,2 1-20,0-1-3,0 1 0,1 0 0,1-1 0,-2 2-2,2 1-21,0-1-19,0 1-65,4 0-50,3 0 89,5 0 68,2 0-10,2 1 27,2 3-4,2-2 20,1 2-31,2-2 3,1 1-2,-1-3-3,1 1 16,-2-1-14,0 0-1,2 0 15,-2-2-16,0-2-23,-1 0 21,1-1-21,-3-1 7,0-1-20,0-2 3,0-1-9,-2-2-248,-6 2-120,4-5-161</inkml:trace>
        </inkml:traceGroup>
        <inkml:traceGroup>
          <inkml:annotationXML>
            <emma:emma xmlns:emma="http://www.w3.org/2003/04/emma" version="1.0">
              <emma:interpretation id="{B4AAA935-63B6-4BDB-94AF-00096B4D2CD4}" emma:medium="tactile" emma:mode="ink">
                <msink:context xmlns:msink="http://schemas.microsoft.com/ink/2010/main" type="inkWord" rotatedBoundingBox="1286,12162 4650,12562 4464,14124 1101,13724"/>
              </emma:interpretation>
              <emma:one-of disjunction-type="recognition" id="oneOf1">
                <emma:interpretation id="interp5" emma:lang="en-US" emma:confidence="0.5">
                  <emma:literal>564.18)</emma:literal>
                </emma:interpretation>
                <emma:interpretation id="interp6" emma:lang="en-US" emma:confidence="0">
                  <emma:literal>564×918</emma:literal>
                </emma:interpretation>
                <emma:interpretation id="interp7" emma:lang="en-US" emma:confidence="0">
                  <emma:literal>564×918)</emma:literal>
                </emma:interpretation>
                <emma:interpretation id="interp8" emma:lang="en-US" emma:confidence="0">
                  <emma:literal>564×948)</emma:literal>
                </emma:interpretation>
                <emma:interpretation id="interp9" emma:lang="en-US" emma:confidence="0">
                  <emma:literal>EFTSXS:</emma:literal>
                </emma:interpretation>
              </emma:one-of>
            </emma:emma>
          </inkml:annotationXML>
          <inkml:trace contextRef="#ctx0" brushRef="#br0" timeOffset="-1418.9255">-105 1017 658,'0'0'440,"0"0"-343,0 0-96,0 0 35,0 0-3,0 0-31,0 0-2,0 0 0,0 0 18,0 0 5,0 0-21,-7-8-1,7 8 16,0 0-17,0-1 0,3 1 0,4-3 36,1 2 51,3 0-28,2 1-56,2-1 59,4-2 10,0 1-30,3 1 7,4-2-4,0 0-22,3-1-20,1 0 49,2 0-52,-1-3 0,2 1 0,-2 0-2,2 1 2,0 0 0,-3 1 0,2 0-44,-4 0 44,0 2 0,0 0-23,0 1 1,-3-1 22,2 0 17,0 2-17,0-2-13,1 1-6,-2 0 22,1 1-3,-2 0 0,0 0-29,-1 0 9,0 0-6,-1 0-26,-2 0 52,-1 1 0,1 0 0,-2 1-39,0 0 30,0 1 9,0-1 0,-1 0 3,-1-2 16,0 3-19,-1-2-10,0 1-10,0-1 20,-1 0 20,-2-1-20,4 0 3,-4 0 16,0 2 19,1-2-38,0 0 0,0 0 7,-1 0 22,1 0-29,2-3-18,-3 2 15,1-2-10,0 0 13,1 1 33,0 1-33,0-1-16,1-1 16,-1 0 26,1 1-23,-1 0-3,2-1 0,-1 1-26,-1 0 0,1 0 19,0 2-28,1-3 15,-1 1 20,0 1 0,0 0 0,1-1 16,1-2-16,-1 3 17,0-3-1,-1 1-15,2 1-1,-1 0-16,0-1 13,-2 2-11,2 1 14,-1-1-1,0-1-1,1 1-21,-1 1 4,0 0 9,0-2 8,-2 2 2,2 0 0,-2 0-1,0-1 1,-1 1-13,1 0 11,-1 0 0,-1 0 0,1 0-13,-2 0 2,2 0 13,-1 0 1,1 0-1,0 0 0,-1 0 0,2 1-16,-2 1 14,2 1 2,0-2 0,0 0 0,0 2-11,-2-1 8,1 0 2,1 1 1,-3 0-23,0-2 23,2 3 14,-1-2-13,-1 0-2,0-2 2,0 3 12,-1-2-11,2 1-4,-1-1-12,0 0 13,1 1-1,0-1 1,-1-1 1,1 1 1,0-1 12,-1 0-13,-3 0-25,3 0 25,-3 1 0,1-1 3,0 0-2,-2 0-1,1 0 21,0 0-21,-1 0 0,-1 0 0,3 0 0,-1 0 0,0 0 0,-1 0 27,0 0-26,1-2-1,0-1 3,0 1-2,0 0-1,0-1 3,-2 2-2,1-1 31,1 0-32,-1-2-19,0 3 19,0-2 2,1 0-2,-1 2 0,2-2 0,-1-1 1,2 0 1,-1 0-4,-2 0 0,2 1 1,1-3 0,0 4-1,-3-2-7,4 1 9,-3-3 0,3 3-17,-2-3 7,2 2 10,-4 0 0,4-2 0,-3 2-16,0 1 16,1-1 12,-2-1-12,0 0-22,1 4 20,0-2 0,-1 1-15,-1-1-3,0 0 20,2 0 11,-3 1-11,3 0-9,-2 0 9,-1-1 26,1 2-26,-1-4 0,0 4 16,-2-2-2,2 0-14,1 1-23,-2-2 23,1 2 0,0 0-15,0-1 1,1-1 14,-1 2 0,0 0-15,-2 0-11,3 1 14,-1-1 11,-2 1-11,0-1-6,3 1 18,-5-1 0,2 0-21,-1 0 14,1 0 7,-2-1 29,2 0 1,-3 0 2,3-1 14,-3-1-7,0 0-16,2-2-20,-2 2 46,0-3-46,0 1-3,0-2 0,0 0 25,0 0-25,0-1-2,-2-1 2,1 0 19,-1 0-19,-1-1-41,2-1 21,-1 1 4,0-1 18,-1-1-4,2 2 4,0 0-2,-2 2 46,2-1-46,-1 0 0,1-1 1,-1 2 22,-1-2-23,1 1 0,-1-1 40,0 1-39,0-2 38,0 1-26,-2 1 7,3-2 15,-4 0-9,2 0-24,-1 0 28,1-1 9,-1 2-10,1 0 26,1 0-52,-1 1 27,-2-2-30,3 2 1,-2 2 2,0-3 32,0 1-34,0-2 14,-2 2-2,1-2-2,1-1-9,-1 1 15,-2-1-1,1-1-16,-2 0 1,0 0 10,1 0 54,-2 2-29,4-1 15,-1 1 1,1 0 7,0 0-34,1 2-21,0 1-3,2 0 44,-1 2-16,0-1 2,1 1-30,-3-1 34,4 0-13,-2 0-19,0 2-2,1-1 15,0 0 23,0-1-30,0 1 7,0 1-9,-1-2 15,1 1 4,0 0-26,0-1 2,0 1 2,-1 1 21,0 2 1,1-1 3,0 1-27,-1 1 24,1-1-14,-2 4-11,2-3-2,-1 3-12,0-2 0,-2 0-19,0 2 9,-2-1 7,0 1-13,-4 0 16,0-2 13,-1 3 1,-1 0 1,-2 0-1,-1 0 2,0 0-1,-1 0 0,-1 0 17,0 0-15,0 0-1,-1 0 10,1 0-12,1 0 2,-2 3 11,-2-2-14,1-1-2,-2 0 1,-1 1 0,0 1 1,0-2 0,-1 3-2,1-2 3,-1 1-1,1-1 1,0 0 0,0 2 21,1-2-22,-1 0 0,-1 1 2,1 1-1,-1 0 2,1-2 10,-1 0-10,0 2-1,1-2 20,0 0-22,-1 1-1,1 0 1,-1 0-16,1 0 15,0 0 1,-1 1 0,4-2-2,-1 0-9,0 1 11,0 1 0,1-2 0,-2 1 0,2 0 0,-1 0 0,1 0-1,-3-1-12,1 1 13,2 1-1,-3 0 0,1-2-2,-2 0-13,1 2 16,-1-2-19,0 2 19,-1 0-2,1 0-26,-2 1 5,0 0 23,0-1 0,0 1 13,2-2-13,-2 1-19,2-2 19,1 1 7,-1-2-7,2 0-13,-1 0 13,3 1 0,-1-1 0,2 0-2,0 0 2,2 0-3,1 0-20,-2 0 20,2 0 3,-2 0-1,3 0-1,0 0-2,-1 0 4,-1 0-22,1 0-1,1 0 4,-3 0-13,3 2 19,-3 2-10,1-2 1,-1 2 3,1-1 18,-1 3-17,0 0-5,0 0 20,0-1 1,0 1-18,-1 2-6,-1-1 26,3 0 17,-4 1-17,2-1-20,0 0 20,0 0 0,0-1 2,-1 0-2,2-1 36,-1-1-35,-2 1 0,2-2-1,-3 1 13,4-1-11,0-1-2,1 3 0,0-3 0,0 1 13,2-1-32,0 1 28,-1 0-9,3-1 0,-2 1-9,2-1 6,1 0 3,-1 1 0,0 1-13,-1-2-7,1 2 14,0 1 4,1-2 2,1 0-20,-1 1 19,2 1-1,1-2-1,-2 0-20,4 0 23,-1 0-1,2 0 1,-1-1-2,0 1-11,2-1-3,-2 3-33,0-2 23,2 1 13,-2 0 11,-1 0 2,2 1-23,-1 0 7,2 2-20,-2-1 14,2 3 2,-1-3 17,1 4 1,1-2-21,2 0-9,0 2-1,0-1-6,3 1-22,0 4-30,0 0 91,3 2 23,2 1-23,1 3 0,0 3 17,1 0-15,-1 1 15,0 0-16,2-1-1,-2 0 0,1-2-13,-1 0 13,2-3 0,-2 0 0,-1 0 10,1-3-10,-1 3 0,0-1 20,1 0 0,-1 0-20,-1 0 0,1 0 15,-3-2-2,3 0 5,-2 0-18,0-2 0,-1 1-13,2-1 13,-2 0 2,0-1 26,1 0-27,-3-2-1,3 1 11,0 0-11,-3 0-2,2-2 2,-1 1 0,1 0-3,-1-1 3,0 2-32,2 0 1,-1 0 31,-1-2 17,2 3-17,0-3-20,0-1 20,-1 0 1,0-1 1,-1-1-2,2-2-2,-1-1 0,1 1-20,0-2 9,0 0 12,0-2-61,4 1-26,-1-1 88,5 0 2,1 0-1,6 0 63,3 0 21,3-5-46,5 0-33,3-1-6,0-3-2,4 3 1,0-2-24,-1 1-1,-1 0 11,-1-1 14,-5 2-17,-1 2 17,-5 0-27,-3 1-56,-5 2-17,-2-1-33,-3 2-84,-1 0 104,-4 0-104,0 0-193</inkml:trace>
          <inkml:trace contextRef="#ctx0" brushRef="#br0" timeOffset="464.7236">21-165 7,'0'0'202,"0"0"176,0 0-68,0 0-131,0 0-39,0 0 10,0 0-27,0 0-74,0 0-49,0 0-65,0 0-62,-22-8 29,28 8 98,4-2 43,2-1 12,1 1 7,1-2 6,2-2-9,3-1 3,-3-1-7,3-1 10,-2-2 0,1-2-39,-3 1-13,-1-2 20,-2 2-19,0 0-14,-5-2-7,1 3 7,-4 0 16,-2 0-15,-2 3 2,0-2 32,0 4-28,-2-1-7,-4 1-10,0 1 10,1 2 0,-3 0-3,2-1 3,-4 3-1,1 1 0,-1 0-58,-2 1 20,-1 3 13,-1 5-23,-4-1 23,0 4-19,-1 0 42,3 2 3,0 1-20,2 0-12,1 1 6,4-1 25,2 2-32,4-1-16,3-1-16,0-1 42,4 1-19,6-2 6,3 0 17,3-3 15,3-3-22,3-1-3,3-3 26,2-3-53,3 0-61,0-5-91,-6 0-69,12-10-79</inkml:trace>
          <inkml:trace contextRef="#ctx0" brushRef="#br0" timeOffset="996.8483">570-425 209,'0'0'339,"0"0"261,0 0-363,0 0-97,0 0 33,0 0-138,0 0 8,0 0-23,0 0-20,0 0-45,0 0 32,-68 1-23,56 8 7,-2 2 19,2 1 10,-2 3 29,1 0 0,3 0-29,3 2 0,0-2-26,4-2-3,2 1 10,1-3-4,1-1-36,6-1 19,-1-1 38,5-3-9,-2-3 11,4-1 46,0-1-7,1-3-10,-1-4 30,4-1-7,-3-4-33,2 1 7,-1-4-24,-1 1-2,-2-1 0,-2 2 12,-1 0-9,-1 2 10,0 1-9,-3 1 12,-2 3 3,0 0 4,-3 3 0,2 1 6,-2 0-15,0 2-14,0 0-45,1 0-40,2 0-77,-1 4 58,3 5 78,1 3 26,2 3 18,3 5-18,2 5-52,4 2 52,-1 2 0,3 1-40,-2 2 40,1-2 2,-4-3 11,0-1-13,-1-6-23,-5-3 23,1-4 3,-4-3 22,0-5-24,-2-2 41,-2-1-26,-1-2 62,0 0 62,1 0 26,-1-4-33,3-4-78,0-3-53,3-5 10,1 0-11,2-5 9,1 0-9,1 0-1,1-2 1,0 1-1,0-1-2,-1 2 2,1-1-1,0 3-28,-3 0-6,-1 4-1,0 1-13,-3 5-45,0 2-19,-2 3-24,-1 1-52,-1 3-267</inkml:trace>
          <inkml:trace contextRef="#ctx0" brushRef="#br0" timeOffset="-25813.1634">323 86 212,'0'0'121,"0"0"-102,0 0 40,0 0 26,0 0-27,0 0-9,0 0 3,0 0-25,0 0-14,0 0 0,-12-8-13,12 8-17,0 0-12,0 0-7,0 0-3,0 0 0,-1 0-7,0 0-9,1 0 6,-2 0 16,1 0 7,0 3-10,0-1 36,-2-1 0,0 1 0,1-1 2,-2 0 21,2 1-6,-1-2 9,1 2 0,-1-1-3,1-1 19,1 0 7,-2 0-3,1 0-4,-1 0 0,2 0 10,-1 0 17,0 0 22,-1 0-39,0 0-9,0 0 19,1 0 0,-1 0-33,2 0 10,-1 0-10,-3 0-28,3 0 25,-2-1-26,2-1 3,-3 0-1,1 1 47,-1-2 45,0 2-58,0-2-7,-1 0-9,0-1 28,1 0-2,-1 1-4,3 0 30,-2 0 12,5-1-84,0 1-48,0 0 48,0-1 162,0 0-133,0 0-29,2-1-16,2 2-46,3-2 7,1-1 23,2 2-4,0-1 34,3 1 1,1 1-57,0 1 35,2 2 23,0 0-1,1 0 1,0 6-15,1 3 15,-1 2 2,-3 3 15,1 2 15,-2 2-12,-4 3-18,2 2 21,-5 0 45,-2 3-55,-3 3-12,-1 2 2,-5 2 46,-5 2-49,-3 1 24,-2-2-22,-2 0 18,-2-2 0,0-2-18,-3-1-2,1-2 1,-4-3 27,3 1-28,-5-2 0,3-2 0,-1-3 33,0-1-30,1-6 20,0 0 32,2-4-16,3-4-13,5-2 13,0-1-17,4-3 11,1-4-20,4-1-10,1-1 42,3-1-19,1-1-26,0-1-26,0-2-32,5 1 19,3-2-3,0 1-7,3 2 14,0 0 5,1 3 5,1 2-11,2 1 36,1 4-36,2 0-35,-1 2 48,4 4 23,-3 3 13,4 2 16,-1 2-29,-1 1 1,0-1 17</inkml:trace>
          <inkml:trace contextRef="#ctx0" brushRef="#br0" timeOffset="-25744.6302">280 579 1863,'18'12'7,"3"-1"-4,-1 0 0,0-2 13,1 0-32,0-1 16,1-1-3,0-1-20,3-1-16,-1-3-45,1-2-134,-1 0-59,-7-3-26,9-9-55</inkml:trace>
          <inkml:trace contextRef="#ctx0" brushRef="#br0" timeOffset="-25249.7418">668 319 2023,'0'18'-42,"0"-1"-23,3-1 7,5-3 45,5 0 13,-1-2-16,4-3 16,2 0 34,2-2-33,1-1 24,1 1 30,0-2-53,2 0 17,-2 0 13,0-3-30,0 1-1,-3 1-1,-3-1 0,0 0 0,-4 3 0,-2-2 0,-2 3 20,-3 1-17,-2-1 40,-3 2-17,0 1 22,0 3 17,-2 0-26,-4 3-13,-4-1 3,1 1-23,-5 3 7,0-2-12,-2 0 2,-1-1 33,0-2-36,3-1 13,-3-4-13,4 0 26,2-4-26,3-1-87,0-2-79,3-1-61,-1-2-68,3-3-128,2-9-255</inkml:trace>
          <inkml:trace contextRef="#ctx0" brushRef="#br0" timeOffset="-24958.2337">877 192 29,'0'0'183,"0"0"-10,0 0-4,0 0-74,72-10-59,-45 5-10,0 1-26,2 0-36,3 3 16,-9 0-87,4 1-421</inkml:trace>
          <inkml:trace contextRef="#ctx0" brushRef="#br0" timeOffset="-23479.3824">1502 128 947,'0'0'192,"0"0"-153,0 0 36,0 0 143,0 0 3,0 0-140,0 0-48,0 0 12,0 0 14,0 0 35,-27-29 13,25 29 55,1-1-33,-1 1-32,1 0-3,1 0-4,-1 0-3,1 0-29,-1 0-19,1 0-20,-2 0 0,2 0-19,-1 0-15,1 0-14,-2 0-12,2 1-8,-3 3-21,-2 3-8,0 3 10,-4 5 36,1 2-13,0 3 26,-3 4 6,3 0 13,-3 3-17,2 0 1,-1 2 14,-1 1 0,1 1-48,1 1 48,1 0-12,0 0-2,2-1 16,3-3-19,1-2 15,2-3-54,0-4 0,3-1 42,3-3-36,1-4 0,2 0 10,1-3 40,1-2 2,0-1-19,2-2 19,-1-2 0,1-1 34,0 0-19,1-2-14,0-3 37,-1-2-12,-2-1-23,0-1 45,0-3-12,0 0-10,-4-1 6,-1-1-9,0 0 13,0-1 22,-4 0-19,0 0 16,-2 2-20,0 0-19,0 3 0,-3 1 17,-2 3-4,0 1-3,-3 1-26,-2 3-39,-1 1-116,-6 0 32,-2 4-88,-3 3 95,0 2 44,0 5 40,1 1 6,4 0-46,1 3 7,5 1-42,1-1 39,4 1-40,3-4-22,3 0-101,0-5-53,6 2-228</inkml:trace>
          <inkml:trace contextRef="#ctx0" brushRef="#br0" timeOffset="-23072.7311">1801 369 1467,'0'0'270,"0"0"-147,0 0 75,0 0 103,0 0-133,0 0-42,0 0-29,0 0-33,0 0-64,0 0-19,0 0-97,-26-37-45,26 37-49,2 0-89,9 0 173,0 4 87,5 3 39,4 1-20,2 5 1,0 0 19,4 1-1,-1 2 7,1 2-25,2 0 19,-1 2-2,1 2 2,-2 1-49,-3-1 33,0 2 3,-3-4-78,-2 1-23,-4-4-39,-2-3-62,-4-3-7,-2-4 14,-1-1-167</inkml:trace>
          <inkml:trace contextRef="#ctx0" brushRef="#br0" timeOffset="-23014.6447">2182 542 1,'0'-27'0,"0"-3"0,0 1 0,0 1 0,0-2 0,1 2 0,-1 2 0,0 3 0,-3 1 0</inkml:trace>
          <inkml:trace contextRef="#ctx0" brushRef="#br0" timeOffset="-22851.3985">2133 232 1334,'0'0'231,"0"0"23,0 0 93,0 0 35,0 0-173,0 0-122,0 0-87,0 0-38,0 0-56,0 0 20,-54 34 47,43-12 27,-2 3 13,-1 5 3,-3 1-13,1 3-3,-2-1 0,1 0 0,0 0-10,1-2-6,2-1-20,0-2 17,5-4-20,0-3-16,4-4-74,3-2-140,2-4-244,0-4-41,4-1-140</inkml:trace>
          <inkml:trace contextRef="#ctx0" brushRef="#br0" timeOffset="-22140.2598">2362 381 1611,'0'0'257,"0"0"-257,0 0-134,0 0 37,0 0 35,0 0-16,0 0 6,0 0 72,0 0 52,0 0 13,0 0-19,52-8-10,-42 4-7,3-1-13,-2 0 14,1 0-4,-1-1 19,3-2 23,-2 1 27,0-4-1,1 2-10,-2-3 33,1 0-30,-2-3-22,0 2-20,-1-2 16,-1 1-12,-3 0-4,-1 2-6,1 0 25,-3 1 17,-1 1-1,-1-1 13,0 2 1,0-1-18,-1 5-40,-4-5-36,0 5 54,-3-2-54,-1 1-13,-2 1-19,-2 0 10,0 3-1,-5 1-31,-1 1 32,-2 2-23,-1 6 45,3 1-84,-3 3 20,1 2 35,3 2-3,0 2 3,2 2-10,2 0 4,0 2 22,4-2-16,2 1-4,1-2 8,5 0 5,0-3-18,2 0-30,2-2 52,5-3-7,2 2-42,3-2 7,2-1 56,2 0-27,3 1 28,0-2 1,2 1 0,-1 0 33,2 0-33,0-1 0,-1-1 36,1 1-20,-1 1-15,1-1-2,-5 2 2,1 2 9,-3 0-10,-4 2 3,-1 0 0,-4 2 60,-2-1-63,-4 2 0,0-1 42,-5 0 25,-5-1-37,-2 1-8,-4-2 23,0-2-3,0-1-16,-1-4 29,1-2 28,0-3-2,-1-2-17,4-1 13,-1-1 25,1-6 17,2-2-72,0-5-21,3-5 15,0-3-41,2-3-92,3-5 38,3-2-13,0-2-23,9 0-9,5-2-23,4-1 54,2 0-35,5-1 6,3 0-54,0 2-102,-6 8-172,8-8-311</inkml:trace>
          <inkml:trace contextRef="#ctx0" brushRef="#br0" timeOffset="12265.4749">2571 714 170,'0'0'71,"0"0"-71,0 0-23,0 0 10,0 0 10,0 0-36,0 0 3,0 0-32,0 0 22</inkml:trace>
          <inkml:trace contextRef="#ctx0" brushRef="#br0" timeOffset="13309.4031">2697 1400 4,'0'0'157,"0"0"-82,0 0-10,0 0-32,0 0-17,0 0 7,0 0 45,0 0 255,0 0-131,0 0-91,59-19-39,-50 12 20,-1-1 19,0 0-10,2-3 13,-1 0 10,1-2-10,-2 0 0,0 0-39,-1 0-33,1-1 23,-3 1 14,1 0 2,-2 0 26,-1-4 13,-2 1-19,1-2-30,-2-1-12,0-2 38,0-1-29,0-1-35,0-1 6,0 0 16,0-1 0,-2-3-45,-1 1 1,0-1 26,-2 0-15,2 1 21,-2 0-33,-1 0 2,1 1 5,-2 4-5,1-1-2,0 5 26,-2 0-7,-1 0-19,1 3-42,-3-2 29,1 1 0,-1-1 12,-3 0-54,0 0 52,1 0 1,-3 0-24,1 2 0,0 0 26,0 3 0,2 0-6,2 2 6,1 4 0,4 1 15,0 1-15,2 2-42,0 1 29,2 1 10,0-1-20,1 1-35,1 0 10,0 0-30,0 0-35,0 0-10,0 0-23,0 0 7,1 0 6,1 0 0,-2 0 51,0 0 20,2 0 4,1 0 12,-1 0-51,-1 0-170,2 0-160,-1 1-193,-18-2 569</inkml:trace>
          <inkml:trace contextRef="#ctx0" brushRef="#br0" timeOffset="39272.0323">2213 623 23,'0'0'173,"0"0"19,0 0-9,0 0-33,0 0-79,0 0-58,0 0 7,0 0 3,0 0 52,0 0-4,0 0-18,-20-1-24,18 0 10,2 0-13,-1 0-26,-1-1 0,2 2 1,-2-1 1,1 1-2,1 0 0,0 0-2,0 0 0,0 0-1,0 0-1,0 0 2,0 0 2,0 0-1,0 0-1,0 0-1,0 0 1,0 0-2,0 0-12,0 0 13,-2 0-14,2 0-9,0 0 0,0 0 10,0 0 13,0 0-10,0 0 12,0 0 1,0 0 2,0 0 1,0 0 10,0 0 0,0 0-10,0 0 0,-1 0-3,1 0-4,-2 0-18,2 0-18,-1 0 21,1 0 19,-2 0 12,2 0-12,-2 0-20,1 0-19,-2 0 26,3 0 10,-2 0-23,0 0-23,1 0 26,-1 0 4,-1 1 5,2-1-5,-1 0 19,0 2 2,1-2 1,-2 0 9,1 1-12,1-1 0,-1 0 1,1 1-1,-1 0 20,0-1-14,1 1-6,0-1-26,-2 0 26,2 0 0,1 1 0,0-1-1,0 0-15,0 0-17,0 1-51,0-1-50,0 0-71,0 0-37</inkml:trace>
        </inkml:traceGroup>
        <inkml:traceGroup>
          <inkml:annotationXML>
            <emma:emma xmlns:emma="http://www.w3.org/2003/04/emma" version="1.0">
              <emma:interpretation id="{8F8EEF4F-58E9-4447-A95D-8FD4FC8F3966}" emma:medium="tactile" emma:mode="ink">
                <msink:context xmlns:msink="http://schemas.microsoft.com/ink/2010/main" type="inkWord" rotatedBoundingBox="4656,12850 6232,12808 6248,13390 4671,13431"/>
              </emma:interpretation>
              <emma:one-of disjunction-type="recognition" id="oneOf2">
                <emma:interpretation id="interp10" emma:lang="en-US" emma:confidence="0.5">
                  <emma:literal>RAM</emma:literal>
                </emma:interpretation>
                <emma:interpretation id="interp11" emma:lang="en-US" emma:confidence="0">
                  <emma:literal>Ram</emma:literal>
                </emma:interpretation>
                <emma:interpretation id="interp12" emma:lang="en-US" emma:confidence="0">
                  <emma:literal>ram</emma:literal>
                </emma:interpretation>
                <emma:interpretation id="interp13" emma:lang="en-US" emma:confidence="0">
                  <emma:literal>Ream</emma:literal>
                </emma:interpretation>
                <emma:interpretation id="interp14" emma:lang="en-US" emma:confidence="0">
                  <emma:literal>ream</emma:literal>
                </emma:interpretation>
              </emma:one-of>
            </emma:emma>
          </inkml:annotationXML>
          <inkml:trace contextRef="#ctx0" brushRef="#br0" timeOffset="-18650.2045">3543 503 1512,'0'0'1004,"0"0"-895,0 0-99,0 0-10,0 0-171,0 0-4,0 0 159,67-35 16,-29 15 0,3 1-36,5-2-51,1 2 9,-2 4-107,1 0-231,-13 7-95,8-6-295</inkml:trace>
          <inkml:trace contextRef="#ctx0" brushRef="#br0" timeOffset="-19450.6181">3128 279 696,'0'0'462,"0"0"-344,0 0-70,0 0 164,0 0 25,0 0 17,0 0-99,0 0-54,0 0-1,0 0-68,0 0-32,-32-29-68,32 30 55,0 2 13,0 4 56,0 3 31,0 3 39,0 6-91,0 3-35,-1 2-164,-1-1 164,-3-1 3,2 1-3,-3 0-32,-1 1 32,1 4 0,-2 0-13,3-3-39,-1-2 32,4-4 4,-1-7-26,2-3-29,-1-4-10,2-4-7,0 1-35,0-2 120,0 0 3,0-3 0,0-3-46,5-4 11,-3-4 9,2-3-39,1-2-127,-2-1-62,3 0 104,-3 1-91,2 1 68,-1 0 30,0-1 71,-2 0-62,2-2 30,-2 1 23,0-1 81,-2 3 34,0-2 84,0 4 51,-2-1 73,2 2 22,0 2-160,0-1-68,0 2 29,7 1-33,-1 0-12,5 2 6,-2-1 26,4 0 7,1 2-33,1 0-10,2 1 3,-3 1 14,3 1-20,-2 1-13,-1 3-1,-2 1-28,0 0-10,-3 1-1,1 4 40,-3 5 10,-2 1 14,-1 4-22,-4 4 38,0 4-4,-2 3-36,-9 1-13,-2 1-13,0-2 10,-4-3 16,1-2 1,0-2 38,-2-3-23,2-1 17,-2-3-4,2-2-6,1-1 9,2-3 27,3-3-10,1-1 29,1-2 0,3 0-1,2 0-44,0 0 38,2 0-19,0-2-10,0 0-26,1 0-14,-2-1-2,2 1-20,0 2-19,0-1-29,0 1-32,0 0-4,0 0-36,4 0-36,2 0 85,3 0 88,2 1-20,2 1-26,3 5 20,-2-1 29,3 3 3,-1 1 15,2 0-18,-2 0-3,1 2-31,-3-1 34,2-2 0,-2 2-12,-1-2-92,-2-3-128,0 1-276</inkml:trace>
          <inkml:trace contextRef="#ctx0" brushRef="#br0" timeOffset="-18883.9125">3601 188 1079,'0'0'1120,"0"0"-1036,0 0-84,0 0-123,0 0 6,0 0-6,0 0 6,0 0 26,0 0 52,0 0 6,-8 65 1,6-45 32,0 1 2,1 3-1,-1 1 0,-2 2 1,0 2 69,-1 0-70,1-2-1,1-3 16,0-1-16,-1-5 0,3-4-17,-1-6 17,2-2 20,0-4-18,0-1 12,0-1 64,0 0 20,0 0-24,0-1 30,0-4 120,0-2-75,0-4-118,0-4-30,0-1 14,0-3 1,0 1-15,0-1-1,2-2 13,1 2-13,-1-2-3,2 0 3,0-3 18,0 3 31,2 0-47,-1 1 14,0-1 16,3 1-6,-2 2-26,0 2 0,-1 2 10,0 3-10,-2 4-39,0 4-51,0 2-17,-2 1 0,0 0-38,1 0 2,1 1 85,2 4 25,4 1 46,0 7-13,3 2 29,-1 2-27,1 4-2,1 4-16,1 2-3,-1 1 16,-1 2 3,0 2 0,1 1 15,-1 0-14,-1-1-2,-1 0-43,0-4 15,-1-2 10,0-4-20,-2-4-101,0-3-98,-2-4-94,1-3-251</inkml:trace>
          <inkml:trace contextRef="#ctx0" brushRef="#br0" timeOffset="-17959.1728">4219 262 564,'0'0'56,"0"0"680,0 0-271,0 0-183,0 0-35,0 0-28,0 0-48,0 0-71,0 0-71,0 0-27,0 0-1,0-1-1,0 2-51,0 5-33,-2 3 55,-1 6 28,-2 3-1,-1 4-10,0 0 12,0 2 0,1 0-16,0 0-1,0-1 17,1-1 13,0-2 0,-1-3-12,3-3 11,0-3-12,0-5-1,1-1-2,1-2 3,0-3 14,0 0 5,0 0 7,-2 0 16,2-2-7,0-6-35,0-3-3,0-4-19,0-3-1,0-1 7,0 0 16,0 1-2,2-2-9,1 2 11,-1-2 20,-1 2-17,2-1 32,-1-1-32,-1 2 26,2 2-27,-2 2 21,0 2-23,2 4-16,-1 2-7,-2 5-18,0 0-46,0 1-17,0 0-5,2 0-21,-1 1-77,4 5 145,0 3 62,1 3 52,2 1-16,1 2-17,-1 1-6,3 0-26,2-1 4,0 0-4,1 0 0,0-5-7,0 1 1,-1-3-6,3-1 25,-1-3 23,1 0-4,0-4 10,1 0 10,-1 0-3,0-4 22,0-2-16,-3-3 26,0-2-19,-1-1-7,-3 0-7,0 0 20,-2-2 3,0-1-19,-2 0-13,-1 1 22,-2 1 3,1-1-23,0 0-27,-3 0 59,3 2-28,-1 0-29,-1 1 0,-1 3 23,0 1-26,2 1-16,-2 5 0,0 1-38,0 0-27,0 0-41,1 0-17,2 0 4,-2 5-56,2 4 191,0 3 13,0 6 32,0 2-4,0 3-41,1 5 0,-1 2 10,0 1-10,0 2-1,2 4-25,-1 0 9,1 2-12,-2 0-35,2-1-37,2-4-116,-1-5-122,0-10-64,1-5-187</inkml:trace>
        </inkml:traceGroup>
        <inkml:traceGroup>
          <inkml:annotationXML>
            <emma:emma xmlns:emma="http://www.w3.org/2003/04/emma" version="1.0">
              <emma:interpretation id="{CFF5E302-9BEB-417A-9849-38694F2DC06C}" emma:medium="tactile" emma:mode="ink">
                <msink:context xmlns:msink="http://schemas.microsoft.com/ink/2010/main" type="inkWord" rotatedBoundingBox="6650,12704 8195,12771 8156,13667 6611,13600"/>
              </emma:interpretation>
              <emma:one-of disjunction-type="recognition" id="oneOf3">
                <emma:interpretation id="interp15" emma:lang="en-US" emma:confidence="0.5">
                  <emma:literal>chip</emma:literal>
                </emma:interpretation>
                <emma:interpretation id="interp16" emma:lang="en-US" emma:confidence="0">
                  <emma:literal>Chip</emma:literal>
                </emma:interpretation>
                <emma:interpretation id="interp17" emma:lang="en-US" emma:confidence="0">
                  <emma:literal>chop</emma:literal>
                </emma:interpretation>
                <emma:interpretation id="interp18" emma:lang="en-US" emma:confidence="0">
                  <emma:literal>chap</emma:literal>
                </emma:interpretation>
                <emma:interpretation id="interp19" emma:lang="en-US" emma:confidence="0">
                  <emma:literal>chirp</emma:literal>
                </emma:interpretation>
              </emma:one-of>
            </emma:emma>
          </inkml:annotationXML>
          <inkml:trace contextRef="#ctx0" brushRef="#br0" timeOffset="-17566.8652">5253 201 673,'0'0'664,"0"0"-257,0 0-163,0 0-4,0 0-36,0 0-7,0 0-4,0 0-61,0 0-20,0 0 19,0 0 0,-34-13-13,22 13-87,-2 0-29,-1 0 40,-1 2-42,-2 5-13,1 2-47,-2 3 37,1 2 4,0 2-28,2 4-4,2 1 38,1 1 11,3 1-75,1 1 4,6-1 34,-1-1 17,4-2-42,0 0-13,5-4 41,5-1-12,2-4-61,4 0-17,3-5 10,5-4-49,1-2-68,5 0-121,0-7 64,-6-1-55,12-7-382</inkml:trace>
          <inkml:trace contextRef="#ctx0" brushRef="#br0" timeOffset="-16356.4708">5570 69 434,'0'0'1614,"0"0"-1306,0 0-56,0 0 15,0 0 3,0 0-12,0 0-39,0 0-58,0 0-32,0 0-10,0 0-46,-43-51-73,43 51-31,0 0 5,0 1-5,-2 7-48,-2 4-2,-1 5 24,2 5 35,-2 8 0,-1 0-10,3 4 32,-1 0-1,3 2 1,1-1-16,0 1 1,0-2 15,1-3-2,3-5-15,0-4-12,1-7 10,2-3 0,-1-3-9,0-4 12,-1-2-13,-2-3 7,2 0-35,0 0 41,1-2 16,0-3 51,1-3-16,0-3-17,4-1-18,-1-5-26,-1 1-24,2-2-1,0 1 25,-1 1 10,-1 2-22,0 1-16,-2 3 3,0 3 25,-3 2-12,-2 4-20,1 1-18,-2 0-8,1 0-22,0 5 87,3 3 19,-2 3 58,5 4-20,0 3-38,-1 0 0,2 0-1,0-1-31,-1 0 32,3-2 3,-2-2-3,2-2-1,0-1-2,-1-3 3,0-3 0,2-1 1,-1-3 11,2 0 23,0-5 10,2-4-42,1-3-3,1-3 0,-1 0-51,0-4-62,0-1-31,-2 1-37,-1 3 3,0-2 32,-3 3 36,-1 3 68,-3 1 40,-2 1-21,0 5 23,-1 1 0,-3 0 42,0 4-6,0 0-36,0 0-46,0 0-15,0 7-40,0-1 46,0 6 40,0 3 14,0 0 1,1 2-26,3 2 22,2-1-15,0 1 3,2-1 16,0 0 11,3-1 35,1-2-10,2-3 12,1-3 21,1-5-21,3 0-25,0-4 19,3 0 13,-1-7 7,1-2-39,0-3-23,0-1-1,-1-3-2,-1-1-26,-1 0 3,-1-2 13,-4 1 10,0 0-26,0-1 29,-5 2 26,1 2 19,-3 0-9,-1 2 6,-3 0 36,1 3 12,-3-2-31,2 1-18,-3 5 24,0-3 9,0 4-32,0 3 7,0 0 18,0 0 4,0 2-55,0 0-14,0 0-4,0 2-25,-1 2-92,-2 6 13,1 0 51,-1 7 26,1 4 0,-1 3-9,1 3 38,1 8 39,-1 1-7,1 8 13,1 4 71,0 2-9,0 4-59,0-1-29,0 0 26,0-4 3,1-5-37,2-3-9,-1-8 31,2-6 6,-2-5-38,1-5-1,-1-5 29,0-3-13,-1-4-16,0-4-4,0-1 4,-1 0 64,0-5-19,1-4-7,2-6 10,-3-5-41,0-5-7,2-2-63,-2-3 62,0 0-11,0-5-20,0 2-16,0-2 35,0-6-18,-3 0-59,-2-4-74,0-2 61,0-2-36,-1 3-6,2 2 55,2 3 90,2 7 29,0 5-26,2 5 26,4 6 26,2 7 16,-2 3-32,2 2-26,-1 2 13,0 4-24,3 0-1,-1 4 14,2 5 75,2 3 23,0 3-49,-1 6-45,-1 3 26,-3 2-3,-3 4-42,0 2-68,-5 1 66,0 1-33,-3-1-33,-5-2 11,0-3 37,-3-4-22,-2 0-80,1-3-30,-4-4-52,-2-1-217,3-5-100,-13-2-475</inkml:trace>
          <inkml:trace contextRef="#ctx0" brushRef="#br0" timeOffset="-16166.9194">5970 138 1691,'0'0'1313,"0"0"-1272,0 0-41,0 0-19,0 0 6,0 0-67,0 0-171,0 0-75,0 0 96,0 0-192,6-10-340</inkml:trace>
        </inkml:traceGroup>
      </inkml:traceGroup>
    </inkml:traceGroup>
  </inkml:traceGroup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</inkml:channelProperties>
      </inkml:inkSource>
      <inkml:timestamp xml:id="ts0" timeString="2024-03-15T14:37:53.615"/>
    </inkml:context>
    <inkml:brush xml:id="br0">
      <inkml:brushProperty name="width" value="0.07" units="cm"/>
      <inkml:brushProperty name="height" value="0.07" units="cm"/>
      <inkml:brushProperty name="color" value="#ED1C24"/>
      <inkml:brushProperty name="fitToCurve" value="1"/>
    </inkml:brush>
  </inkml:definitions>
  <inkml:trace contextRef="#ctx0" brushRef="#br0">2 1 41,'-3'-2'137,"3"2"-39,0 0-46,0 0-13,0 0-9,0 0 22,0 0 163,0 0-78,-2 0-56,2 0-32,0 0-19,0 0-1,0 0-29,0 0-3,0 0-43,0 0-13,0 0-42,0 0-114,5 0-209,-8 0 283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</inkml:channelProperties>
      </inkml:inkSource>
      <inkml:timestamp xml:id="ts0" timeString="2024-03-15T14:36:44.774"/>
    </inkml:context>
    <inkml:brush xml:id="br0">
      <inkml:brushProperty name="width" value="0.07" units="cm"/>
      <inkml:brushProperty name="height" value="0.0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64782B14-285E-494C-97CD-ECB4A1273D9C}" emma:medium="tactile" emma:mode="ink">
          <msink:context xmlns:msink="http://schemas.microsoft.com/ink/2010/main" type="writingRegion" rotatedBoundingBox="85,13868 24660,11762 24862,14123 288,16230"/>
        </emma:interpretation>
      </emma:emma>
    </inkml:annotationXML>
    <inkml:traceGroup>
      <inkml:annotationXML>
        <emma:emma xmlns:emma="http://www.w3.org/2003/04/emma" version="1.0">
          <emma:interpretation id="{9E673F2C-6663-42BB-92E6-2FE1FB797D1A}" emma:medium="tactile" emma:mode="ink">
            <msink:context xmlns:msink="http://schemas.microsoft.com/ink/2010/main" type="paragraph" rotatedBoundingBox="85,13868 17902,12341 18035,13890 218,15417" alignmentLevel="1"/>
          </emma:interpretation>
        </emma:emma>
      </inkml:annotationXML>
      <inkml:traceGroup>
        <inkml:annotationXML>
          <emma:emma xmlns:emma="http://www.w3.org/2003/04/emma" version="1.0">
            <emma:interpretation id="{29A3DD4D-BEB8-4E9F-83C2-8EF5FE51C50C}" emma:medium="tactile" emma:mode="ink">
              <msink:context xmlns:msink="http://schemas.microsoft.com/ink/2010/main" type="line" rotatedBoundingBox="85,13868 17902,12341 18035,13890 218,15417"/>
            </emma:interpretation>
          </emma:emma>
        </inkml:annotationXML>
        <inkml:traceGroup>
          <inkml:annotationXML>
            <emma:emma xmlns:emma="http://www.w3.org/2003/04/emma" version="1.0">
              <emma:interpretation id="{B29F0965-DCF2-4AE9-9B5F-6A190A477515}" emma:medium="tactile" emma:mode="ink">
                <msink:context xmlns:msink="http://schemas.microsoft.com/ink/2010/main" type="inkWord" rotatedBoundingBox="124,14324 866,14261 913,14813 172,14877"/>
              </emma:interpretation>
              <emma:one-of disjunction-type="recognition" id="oneOf0">
                <emma:interpretation id="interp0" emma:lang="en-US" emma:confidence="0.5">
                  <emma:literal>AV</emma:literal>
                </emma:interpretation>
                <emma:interpretation id="interp1" emma:lang="en-US" emma:confidence="0">
                  <emma:literal>An</emma:literal>
                </emma:interpretation>
                <emma:interpretation id="interp2" emma:lang="en-US" emma:confidence="0">
                  <emma:literal>Ave</emma:literal>
                </emma:interpretation>
                <emma:interpretation id="interp3" emma:lang="en-US" emma:confidence="0">
                  <emma:literal>AN</emma:literal>
                </emma:interpretation>
                <emma:interpretation id="interp4" emma:lang="en-US" emma:confidence="0">
                  <emma:literal>Are</emma:literal>
                </emma:interpretation>
              </emma:one-of>
            </emma:emma>
          </inkml:annotationXML>
          <inkml:trace contextRef="#ctx0" brushRef="#br0">8515 357 68,'0'0'1115,"0"0"-926,0 0-98,0 0-6,0 0 13,0 0-1,0 0 14,0 0 2,0 0-19,0 0-3,1-5 3,-1 5-10,0 0-32,0 0-29,0 0-23,0 0-32,3 3-39,-3 6 71,2 3 52,1 5 19,-1 7-29,0 0-13,-1 5-13,2 3 0,-3 1-14,3 3 8,-3-1-10,2 1-12,-2 1 11,0-3-14,0 0-1,0-1 5,0-4 11,-2-1 1,2-3-1,-1-3-3,-1-4-10,2-2-16,0-4-16,0-1-33,0-3-64,0-3-85,0-1-4,0-4-26,0 0 36,-3 0-59,3-6-177,-3-11-45</inkml:trace>
          <inkml:trace contextRef="#ctx0" brushRef="#br0" timeOffset="323.0277">8481 314 1087,'0'0'345,"0"0"-215,0 0-130,0 0 20,0 0 77,0 0-16,76-19 4,-56 18-59,1 1 0,3 0-13,-3 1-10,4 6-3,-3 0 26,-1 2-6,-2 1 18,0 2 1,-2 2-36,-4 1 42,-4 1-19,-2 1-10,-5 0 26,-2 2-3,-2 1 10,-8-1-10,-1 1-17,-3-2 14,-2 1-1,-3-2-18,2-2-15,-2 0 11,0-1-13,1 0-10,-1-1-16,3-1 0,2-2-16,2 0-42,2-3-33,2 0-25,4 0-86,3-2-107,1-1-160,0 2-294</inkml:trace>
        </inkml:traceGroup>
        <inkml:traceGroup>
          <inkml:annotationXML>
            <emma:emma xmlns:emma="http://www.w3.org/2003/04/emma" version="1.0">
              <emma:interpretation id="{A1FE1BA1-63A9-4F09-8FB0-F4265923F990}" emma:medium="tactile" emma:mode="ink">
                <msink:context xmlns:msink="http://schemas.microsoft.com/ink/2010/main" type="inkWord" rotatedBoundingBox="1341,14035 4440,13769 4517,14673 1419,14938"/>
              </emma:interpretation>
              <emma:one-of disjunction-type="recognition" id="oneOf1">
                <emma:interpretation id="interp5" emma:lang="en-US" emma:confidence="0.5">
                  <emma:literal>1256th</emma:literal>
                </emma:interpretation>
                <emma:interpretation id="interp6" emma:lang="en-US" emma:confidence="0">
                  <emma:literal>12564th</emma:literal>
                </emma:interpretation>
                <emma:interpretation id="interp7" emma:lang="en-US" emma:confidence="0">
                  <emma:literal>1256th,</emma:literal>
                </emma:interpretation>
                <emma:interpretation id="interp8" emma:lang="en-US" emma:confidence="0">
                  <emma:literal>12564th,</emma:literal>
                </emma:interpretation>
                <emma:interpretation id="interp9" emma:lang="en-US" emma:confidence="0">
                  <emma:literal>125644th</emma:literal>
                </emma:interpretation>
              </emma:one-of>
            </emma:emma>
          </inkml:annotationXML>
          <inkml:trace contextRef="#ctx0" brushRef="#br0" timeOffset="537.372">9007 545 42,'0'0'2305,"0"0"-1998,0 0-307,0 0-32,0 0-71,0 0-1,0 0 4,0 0 56,0 0 44,0 0 1,69-8-1,-43 3 0,-1 2-58,0 0-33,0 1-130,-2 2-140,-7 0-65,2 3-252</inkml:trace>
          <inkml:trace contextRef="#ctx0" brushRef="#br0" timeOffset="707.3234">9135 714 1030,'0'0'1063,"0"0"-892,0 0-67,0 0-4,0 0-100,0 0-22,0 0-75,0 0-49,0 0 146,0 0 55,0 0 13,75-12-68,-41 3-7,4 0-86,1 0-216,-8 2-243,14-4-730</inkml:trace>
          <inkml:trace contextRef="#ctx0" brushRef="#br0" timeOffset="1610.915">10257 417 904,'0'0'411,"0"0"-138,0 0-185,0 0-20,0 0-19,0 0 78,0 0 51,0 0 29,0 0-51,-4-55-59,6 52-36,-2 3-22,0 0-38,0 0-1,1 0-13,0 0-10,-1 2-12,0 3 35,1 8 19,0 4 46,-1 4-33,0 6-13,0 3-19,-2 1 3,-2 1 1,-2-1-4,-1 0 1,0-2 15,0-4 0,1-2-14,-1-5 17,1-6-3,3-2 4,0-3-7,1-5 9,1-1 17,1-1-7,-2 0-13,2 0 23,0-1 22,0-7 13,0-4-55,0-7-20,0-3 17,0-5-19,0-3-1,0-2 1,2 1 7,1-2 5,0-1-12,3 1-1,1 2 1,2 1 20,1 4-1,1 2-6,0 4-13,0 5-45,-2 5-10,0 1-15,-2 6 3,1 1-13,1 2-1,1 0 20,3 7 46,1 4 15,0 4 16,4 6 16,0 2 0,2 4-22,0 1-10,2 2-3,-1 0-10,1 0 10,-1 0 3,-1-4-16,0 0 16,-1-3 13,0-5-13,-1-3-15,-2-3 15,-1-4 40,-2-4 28,-1-1 22,0-3 3,-1 0 12,-3-5 35,1-2 23,-2-4-24,0-3-19,-2-5-57,2-3-32,-3-4-18,1-1-12,0 1-1,0-1-25,-4 2 22,2 1-10,0 0-41,-2 3 4,0 1-32,-1 1-61,2 6-79,-1 1-18,0 6-43,2 0-188,-1 5-142,3 1-100</inkml:trace>
          <inkml:trace contextRef="#ctx0" brushRef="#br0" timeOffset="1909.5327">11093 84 2629,'0'0'440,"0"0"-363,0 0-10,0 0 38,0 0-35,0 0-63,0 0-7,0 0-61,0 0-3,0 0 0,0 0 64,1 17 55,1 1 2,2 4-25,-2 4 0,1 3-3,-1 2-29,-2 0-19,0 0 19,0 2 0,2-3-44,-1 1-1,1-5-3,0 1-22,1-4-141,1-3-162,-1-6-223,-2 0-403</inkml:trace>
          <inkml:trace contextRef="#ctx0" brushRef="#br0" timeOffset="16340.146">16184 123 313,'0'0'1095,"0"0"-273,0 0-554,0 0-113,0 0-42,0 0-16,0 0-36,0 0-58,0 0-3,0 0-16,0 0-11,5 11 27,-1 1 125,1 4-9,-1 5-72,0 3-42,0 1-1,-2 1-1,0 0 0,-2 3-47,0-2 8,0 2-83,0 0-87,-1 1-42,-2-2-115,-1-6-134,-4 8-96</inkml:trace>
          <inkml:trace contextRef="#ctx0" brushRef="#br0" timeOffset="19248.978">16202 349 1003,'0'0'723,"0"0"-476,0 0-247,0 0 16,0 0-6,0 0 51,0 0 33,0 0-10,0 0-41,0 0-43,0 0 0,-14-30 17,14 30 9,0 0 0,-1 3 6,0 4-32,-1 4 0,-1 3-36,3 4 4,-2 2 32,2-1 0,0-1-6,0-2-37,5-2 30,0-3 1,3-2 8,0-1-16,1-3 20,-1-3 45,2-2-19,-1 0 0,1-3 35,-1-5 1,-1-2-23,-1-3-26,0-2 16,-2-1 0,0 0-29,-2-1 1,0 0 0,-3 1 24,0 0-25,0-2-18,0 3 18,-3 0 13,-3 0-13,-2 3-26,-2-2 23,0 3-23,-2 2-35,1 2-49,-1 4 65,0 3-10,1 0-36,1 7-23,-2 5 79,4 5 33,0 5-28,3-1 14,1 5 15,2-1 1,2-2-13,0 2 0,6-2 10,2 0 3,3-5 26,-1 0 10,3-4 15,-1-4 50,2-2-72,-1-4-6,1-2-4,-1-2 27,-1-2-4,0-5-13,-1-3 6,-2-1 4,-1-2-13,-1-2-10,-3 0 1,-1 0 12,-1-1-4,-2-2-21,0 1 12,0 2 0,-2-3-14,-3 1 11,-2 2-10,-4 0-3,0 0 0,-3 0-40,-1 2-5,0 2-39,0 2 0,0 4 6,0 5 1,-1 2-11,2 5 4,1 7 28,1 4 21,0 4 35,0 1 0,6 1-1,-2 4-16,5-3-5,1-1 5,2 1 2,0-5 15,2-1 39,3-3 29,2-4-6,1-3 3,2-3-39,-1-3-3,2-3-10,-1 0 22,-1-6 33,1-4 0,1-4-22,-3-2-24,0-3-2,-1 1-1,1-3-18,-4 0 1,-1 1 2,0-1 18,-2 0-2,-1 0-17,0 0 16,-3 1 4,-1-1-23,-6-1 0,1 2-16,-2-1 0,-1 1-20,-2 2-6,0 5 3,3 2-19,1 5 40,1 5 16,1 1-19,3 7-76,2 7-4,0 4 39,2 7 40,1 4 19,3 2-27,4 2 21,3 0 6,1 0 3,2-2-13,-1 0 11,3-1-11,-1 0-91,-1-2-166,-3-8-185,-2 6-588</inkml:trace>
          <inkml:trace contextRef="#ctx0" brushRef="#br0" timeOffset="18260.3174">15812 160 729,'0'0'1034,"0"0"-836,0 0-169,0 0-29,0 0-49,0 0-3,0 0 4,0 0-24,0 0 72,0 0 94,0 0 98,20 58-27,-15-32-77,-1 2-53,-1-1 14,0 2-17,1 0-32,0-2-22,-1 0 21,0 0-25,1-2-54,-2 1-160,1-2-98,-1-5-46,2 2-267</inkml:trace>
          <inkml:trace contextRef="#ctx0" brushRef="#br0" timeOffset="13407.0304">13487 523 36,'0'0'124,"0"0"-39,0 0-40,0 0-2,0 0 442,0 0-178,0 0-109,0 0-38,0 0 6,0 0 26,0 0-11,0 0-6,-1 0-48,1-1-24,-1 0-9,0 0-26,-2-2-42,0-2-23,1 0-3,-3 0 32,1-1-19,-1-2 22,0 1-15,-2-1-7,-1-1-10,0 0 13,-3 1 23,0-1-20,-2 3 0,-1-3 0,-1 3 30,0 0-20,-3 1-1,2 1-5,-1 2-1,-1 2 7,-1 0-29,-1 0 0,3 4-1,-2 5-21,2 1-10,1 3 6,1 3-9,2 2 3,-1 4 12,3 3-12,0 2 31,5 1-12,1 1-13,0-1-9,5 2 12,0-2 7,0-1-13,3-1 0,4-3 4,2-2 2,0-3-16,4-3 10,-1-3 23,2-2 6,3-3 19,0-3 0,2-4-15,2 0 18,2-3-19,2-7 1,-1-5 28,2-4-32,-2 0-1,1-6-18,-3 1 19,-1 0 11,-2-3-11,-1 4 4,-1-3 31,-4 2-3,-1 2-19,-2 0 13,-3 4 6,-2 4-3,-2 3-13,-1 5 4,-2 1 8,2 4 11,-2 0-20,0 1-6,0 0 13,0 0-1,0 0-25,0 0-35,2 4-23,-1 5-16,0 5 74,3 7 3,-1 2 16,2 3-19,0 3-7,0 2-22,2 0 28,-1 5 1,0 1-2,1 1-14,-1 2 16,2 0 1,-2-2 2,1-1 43,0 0 18,0-7-26,1-4-2,-2-4-20,0-4 16,0-4-22,-1-4-10,0-5-44,-1-2 44,0-3-2,-1 0 2,4-3 58,0-8 64,1-2-4,0-7-73,4-4-44,-2-3 11,3-3-12,0-3-9,0 1-26,1 0 34,0 1-22,0 0-44,-2 1-19,1 1-45,0 2-91,-2 2-94,4 3-125,-1 3 6,-5 4 15,8 0-291</inkml:trace>
          <inkml:trace contextRef="#ctx0" brushRef="#br0" timeOffset="13795.6101">14352 744 2433,'0'0'461,"0"0"-461,0 0-42,0 0-180,0 0 128,0 0 58,0 0-22,88-4-87,-57-3-157,-4 3-205,10-4-245</inkml:trace>
          <inkml:trace contextRef="#ctx0" brushRef="#br0" timeOffset="14846.8148">15265 417 104,'0'0'1184,"0"0"-944,0 0-90,0 0 32,0 0 29,0 0-4,0 0-54,0 0-18,0 0-51,0 0-39,0 0 16,-16 6-6,12 8-55,-1 2 0,2 6 39,-1 0 54,0 2 0,1 0-55,1 2-36,1-1 18,1 1-4,0 0-15,0-2 12,0-2 19,3-3-7,4-3-25,2-2 0,0-3 12,1-3-12,1-1-27,0-4-14,0-2 21,1-1 19,-1 0-25,2-4 26,-3-4 45,1-3-7,-2 0-19,-1-2-18,-1-2 31,0-1-6,-2 1-26,0 0 0,-2 2 0,0 1 0,-2 0-4,1 3-17,-2 1 20,0 4 1,0 1-26,0 0 6,0 3 20,0 0 0,0 0-30,2 0-30,-2 0-17,1 0-58,1 0-23,1 7 148,3 1 10,2 1 55,1 2-55,0-1-2,3 0 2,0-1-1,2-2 1,-1 1 0,2-2 0,1-1 35,-2-1 4,2-1 22,-2-2 19,-1 1 4,0-2-36,-2 0 16,-2 0 22,-1-2 22,-1 0-3,-1-2 3,0-3 13,-1-1-5,-2-3-69,1-3-25,0-2 16,-2-2-19,-1-2-19,1-1-23,-1 0 23,-1 1 0,0 0-9,0 0-42,0 1 35,0 3-21,-1 1-77,-1 1-41,2 6 37,-1 1 1,1 4-62,0 2-84,0 1-186,1 0-105,4 0 43,1 5-277</inkml:trace>
          <inkml:trace contextRef="#ctx0" brushRef="#br0" timeOffset="2496.7443">9922 1149 42,'0'0'731,"0"0"-28,0 0-355,0 0-150,0 0-39,0 0-10,0 0-7,0 0-22,0 0-59,0 0 17,0 0 54,45-48-23,-18 39-106,4-3 10,4 3-13,5 1 0,5 1-7,4 0-16,2 2 23,4 0 0,0 0-2,1 1-24,1 0 26,0 4 0,-2-2 0,-1 2-16,-2 0-3,-3 2 18,-3 4-25,-4-4-29,-4 3 20,-4-3-10,-4 4-52,-3-4-13,-8 2-25,-1-1-86,-5 0-84,-6 0-52,-2-2-21,-3 4-225</inkml:trace>
        </inkml:traceGroup>
        <inkml:traceGroup>
          <inkml:annotationXML>
            <emma:emma xmlns:emma="http://www.w3.org/2003/04/emma" version="1.0">
              <emma:interpretation id="{CE888A49-88D9-487C-8915-7394AB20F494}" emma:medium="tactile" emma:mode="ink">
                <msink:context xmlns:msink="http://schemas.microsoft.com/ink/2010/main" type="inkWord" rotatedBoundingBox="4963,13850 6520,13745 6562,14364 5004,14469"/>
              </emma:interpretation>
              <emma:one-of disjunction-type="recognition" id="oneOf2">
                <emma:interpretation id="interp10" emma:lang="en-US" emma:confidence="0.5">
                  <emma:literal>RAM</emma:literal>
                </emma:interpretation>
                <emma:interpretation id="interp11" emma:lang="en-US" emma:confidence="0">
                  <emma:literal>RAMA</emma:literal>
                </emma:interpretation>
                <emma:interpretation id="interp12" emma:lang="en-US" emma:confidence="0">
                  <emma:literal>RMAM</emma:literal>
                </emma:interpretation>
                <emma:interpretation id="interp13" emma:lang="en-US" emma:confidence="0">
                  <emma:literal>RAAM</emma:literal>
                </emma:interpretation>
                <emma:interpretation id="interp14" emma:lang="en-US" emma:confidence="0">
                  <emma:literal>RAMM</emma:literal>
                </emma:interpretation>
              </emma:one-of>
            </emma:emma>
          </inkml:annotationXML>
          <inkml:trace contextRef="#ctx0" brushRef="#br0" timeOffset="3383.1218">10313 1355 1420,'0'0'416,"0"0"-221,0 0-98,0 0-74,0 0-23,0 0 42,0 0 46,0 0 22,0 0-55,0 0 19,48 4-22,-33 2 12,-1 2-3,4 2 13,-1 0-12,2 3-43,0 0-19,0 1 32,2 1-16,-3 0-13,1 0-1,-1 0 18,0 0 7,-2 0-27,0 0-25,1 0 25,-4-1 29,1-1-29,-2-2-20,0 1 20,-2-5 14,-2 1-14,0-2 0,-3-1 30,0-1 2,-1-3-32,-1 0 13,-2 0 22,0-1 20,2 0-23,-2-2 22,2-4 58,-1-4-4,2-3-73,-1-3-33,0-2 20,-1-1 2,0-2-24,-1 0 0,-1-1 0,0-3 0,0-1 0,0-1-19,-3 0 19,-2-1 0,3-1-24,-3 1-39,1 0 12,1 1-13,0 3-51,1 3-26,0 4 48,2 4-45,0 3-91,2 4-139,1 0-116,1 3-144</inkml:trace>
          <inkml:trace contextRef="#ctx0" brushRef="#br0" timeOffset="41815.9542">-4 1417 535,'0'0'306,"0"0"4,0 0-138,0 0-51,0 0-20,0 0 35,0 0-12,0 0-20,0 0 9,0 0-2,0 0-11,-14-28-48,14 28-52,0 0 0,0 0-68,0 0-62,2 0-35,5-1 48,5 0 55,2 0 30,3 1 32,0 0 6,-1 2-3,3 3 40,-3 4 9,1 1 9,-4 3-25,-1 2-23,-3 1 16,-5 5-9,-2 2-19,-2 3-1,-2 1 22,-4-1-23,-4-2 1,1 0-16,-4-3 14,-1-4-1,0-1-1,-1-1 3,-2-2 1,3-3 4,-3-1 31,1-3-22,1-2 20,1-3-17,0-1 23,4 0-26,0 0 36,2-4 9,1 0-26,2-2 36,1 0 7,0 0-48,1-2-25,2 2 19,1-2-21,0 0-58,0-1 10,6-1-37,5 0-18,0 0 38,4 1 49,2 1-56,3 2 7,1 3 20,4 3 25,-1 0-32,3 0-16,0 6 6,0 1 62,-1 3 22,0 0-22,-1 2-64,1-2 15,-3 1-9,-1-2 22,-1-1 7,0-2-20,-3 0-39,3-5 16,-2 1-42,0-2-91,0-3 3,-5-3-98,9-9-151</inkml:trace>
          <inkml:trace contextRef="#ctx0" brushRef="#br0" timeOffset="42226.3099">711 1300 463,'0'0'1087,"0"0"-1032,0 0-29,0 0 36,0 0 81,0 0-107,0 0-13,0 0-23,0 0-7,-62 12-45,54-3 3,-1 0 49,3 3 7,-1 1 12,1-2-7,1 3-12,0-1-1,2 2-2,0-1-36,3 1 16,0-3-22,0 2-33,3-2 58,2-3-38,3 0-7,1 2 65,4-3 3,-1 0-3,3-1 0,-1 0-20,4-1 20,-1-2 64,0 1-64,2-1 4,0 1 18,-3-2 11,0 3-66,-2 0 1,-1-1-50,-4 2 82,-2 1-9,-1 2 28,-5 1 27,1 3 19,-2 1-29,-3 2-17,-5 1-3,-3-2 1,-1 0-17,-2 0-17,-3-2-5,1 0-1,-3-2 13,-1-1-42,1-3-10,1 0 62,-1-5-16,2-1-26,3-2-102,1 0-123,0-10-310</inkml:trace>
          <inkml:trace contextRef="#ctx0" brushRef="#br0" timeOffset="42417.3533">799 1283 1045,'0'0'554,"0"0"-541,0 0 32,0 0-9,0 0 36,0 0-17,78-16 33,-56 13-72,6 0-10,3-3-6,3 3-26,4-2-13,0 1-55,3 1 16,-3 2-16,0 1-62,-9 0-193,7 5-436</inkml:trace>
        </inkml:traceGroup>
        <inkml:traceGroup>
          <inkml:annotationXML>
            <emma:emma xmlns:emma="http://www.w3.org/2003/04/emma" version="1.0">
              <emma:interpretation id="{75234AAC-8FA2-4AB2-B2B7-3FA018A0287C}" emma:medium="tactile" emma:mode="ink">
                <msink:context xmlns:msink="http://schemas.microsoft.com/ink/2010/main" type="inkWord" rotatedBoundingBox="7051,13729 8480,13873 8406,14600 6978,14455"/>
              </emma:interpretation>
              <emma:one-of disjunction-type="recognition" id="oneOf3">
                <emma:interpretation id="interp15" emma:lang="en-US" emma:confidence="0.5">
                  <emma:literal>chip</emma:literal>
                </emma:interpretation>
                <emma:interpretation id="interp16" emma:lang="en-US" emma:confidence="0">
                  <emma:literal>Chip</emma:literal>
                </emma:interpretation>
                <emma:interpretation id="interp17" emma:lang="en-US" emma:confidence="0">
                  <emma:literal>chips</emma:literal>
                </emma:interpretation>
                <emma:interpretation id="interp18" emma:lang="en-US" emma:confidence="0">
                  <emma:literal>Chirp</emma:literal>
                </emma:interpretation>
                <emma:interpretation id="interp19" emma:lang="en-US" emma:confidence="0">
                  <emma:literal>Chimp</emma:literal>
                </emma:interpretation>
              </emma:one-of>
            </emma:emma>
          </inkml:annotationXML>
          <inkml:trace contextRef="#ctx0" brushRef="#br0" timeOffset="42991.0943">1489 1175 196,'0'0'225,"0"0"397,0 0-169,0 0-170,0 0-79,0 0-48,0 0-43,0 0-45,0 0-32,0 0-36,0 0-13,-8 8 13,3 2 0,2 5 78,-3 3-20,-1 6-6,3 2-4,-3 2-22,1 4-26,1 3-10,-1 2-3,0 2 12,4-1-12,-2 0-2,3-2 14,1-2-20,0-6-5,2-3 10,2-5-7,3-2 4,0-6-40,3-2-47,0-5 57,3-2 20,2-3-23,0 0 52,1-7 10,2-2 9,-2-5 24,0-1-43,0-1-45,-2-3 16,-3 1 6,-3 0 23,-1 0 2,-3 1 47,-4-1 19,0 3-29,0 1 39,-3 3-33,-3 1 10,-2 4-29,0 1 3,-3 1-29,-2 2-62,-3 2-6,0 0 17,-1 3 5,-4 4-25,1 2 13,0 1 55,1 2 1,3-2-23,2 2-21,2 0-6,6 0-16,3-1-39,3 1-33,0 1-55,6-2-75,4 0-134,-1-4 71</inkml:trace>
          <inkml:trace contextRef="#ctx0" brushRef="#br0" timeOffset="43263.203">1938 1300 1087,'0'0'1413,"0"0"-1164,0 0-140,0 0 45,0 0-29,0 0-125,0 0-37,0 0 8,0 0-32,0 0-115,0 0-69,18 3 64,-8 5 181,4 2 39,4 5-17,3 2 30,1 4-52,2 3-39,2 3 4,-2 3 14,2 1 19,-2 2-99,-1-2 78,-1-2-3,-1-4-107,-4-4-146,-1-3-69,-3-7 72,-4-2-57,-1-6-237</inkml:trace>
          <inkml:trace contextRef="#ctx0" brushRef="#br0" timeOffset="43518.2025">2281 1285 760,'0'0'1068,"0"0"-870,0 0 3,0 0 90,0 0 12,0 0-111,0 0-150,0 0-42,-67-28-13,60 35-32,-2 3-16,-1 5-6,1 5 9,-1 1 58,-1 7-3,-1 1 4,0 1-1,1 2 0,0 3 6,0 1-6,2 0-51,-1-1 28,5-2 21,0-3-36,1-5-66,4-3 33,0-6-94,0-4-282,4-3-47,1-2-21</inkml:trace>
        </inkml:traceGroup>
        <inkml:traceGroup>
          <inkml:annotationXML>
            <emma:emma xmlns:emma="http://www.w3.org/2003/04/emma" version="1.0">
              <emma:interpretation id="{4D703140-DE25-4319-9292-A93B32F8ED5A}" emma:medium="tactile" emma:mode="ink">
                <msink:context xmlns:msink="http://schemas.microsoft.com/ink/2010/main" type="inkWord" rotatedBoundingBox="10101,13010 12724,12785 12857,14334 10234,14558"/>
              </emma:interpretation>
              <emma:one-of disjunction-type="recognition" id="oneOf4">
                <emma:interpretation id="interp20" emma:lang="en-US" emma:confidence="0.5">
                  <emma:literal>P</emma:literal>
                </emma:interpretation>
                <emma:interpretation id="interp21" emma:lang="en-US" emma:confidence="0">
                  <emma:literal>p</emma:literal>
                </emma:interpretation>
                <emma:interpretation id="interp22" emma:lang="en-US" emma:confidence="0">
                  <emma:literal>F</emma:literal>
                </emma:interpretation>
                <emma:interpretation id="interp23" emma:lang="en-US" emma:confidence="0">
                  <emma:literal>PM</emma:literal>
                </emma:interpretation>
                <emma:interpretation id="interp24" emma:lang="en-US" emma:confidence="0">
                  <emma:literal>PA</emma:literal>
                </emma:interpretation>
              </emma:one-of>
            </emma:emma>
          </inkml:annotationXML>
          <inkml:trace contextRef="#ctx0" brushRef="#br0" timeOffset="43990.4384">2539 1285 992,'0'0'1433,"0"0"-1259,0 0-144,0 0 28,0 0-52,0 0-6,0 0-22,0 0 2,0 0 20,0 0 3,0 0 55,0 4 7,0 3-7,-3 5 0,-5 3-14,0 4-8,-3 4 2,0 1-18,0 1 5,-2 1-25,2 1-1,2-1 1,-1 0 1,3-1 0,2-4-1,1 2-22,1-7 21,2-1-28,1-4 0,0-2-16,0-4-16,4-1-13,-3-4 29,2 1-7,-2-1 49,1 0 3,2 0 42,1-1 13,2-3 41,2-4-15,-1 0-30,3-2-29,2-3-22,0 2-2,-1-1-14,2 1-16,1 3 13,0-2-7,1 6-35,3-1-32,-2 4 12,2 1 52,-1 0-19,-1 0 35,2 2-42,0 3 36,0 0 19,-1 0-29,-1 2-29,2 0-36,-3-1-71,1-1-46,-2 0-91,-3-2-49,-2-1-203,-2-2-230</inkml:trace>
          <inkml:trace contextRef="#ctx0" brushRef="#br0" timeOffset="44208.1328">2778 1404 368,'0'0'1656,"0"0"-1341,0 0-99,0 0 84,0 0-95,0 0-205,0 0-19,0 0-55,0 0-35,0 0 96,0 0 13,-8 59 61,11-32-17,0 2-44,2 2-32,0 2 31,1 2-21,-1 0-62,1 0-93,1-1-20,-4-1-146,2-9-151,-2 6-86</inkml:trace>
        </inkml:traceGroup>
        <inkml:traceGroup>
          <inkml:annotationXML>
            <emma:emma xmlns:emma="http://www.w3.org/2003/04/emma" version="1.0">
              <emma:interpretation id="{0E7F653B-6490-44AD-AA6D-1922BFC28FA6}" emma:medium="tactile" emma:mode="ink">
                <msink:context xmlns:msink="http://schemas.microsoft.com/ink/2010/main" type="inkWord" rotatedBoundingBox="10709,13137 11039,13345 10926,13524 10597,13316"/>
              </emma:interpretation>
              <emma:one-of disjunction-type="recognition" id="oneOf5">
                <emma:interpretation id="interp25" emma:lang="en-US" emma:confidence="0.5">
                  <emma:literal>=</emma:literal>
                </emma:interpretation>
                <emma:interpretation id="interp26" emma:lang="en-US" emma:confidence="0">
                  <emma:literal>-</emma:literal>
                </emma:interpretation>
                <emma:interpretation id="interp27" emma:lang="en-US" emma:confidence="0">
                  <emma:literal>_</emma:literal>
                </emma:interpretation>
                <emma:interpretation id="interp28" emma:lang="en-US" emma:confidence="0">
                  <emma:literal>.</emma:literal>
                </emma:interpretation>
                <emma:interpretation id="interp29" emma:lang="en-US" emma:confidence="0">
                  <emma:literal>I</emma:literal>
                </emma:interpretation>
              </emma:one-of>
            </emma:emma>
          </inkml:annotationXML>
          <inkml:trace contextRef="#ctx0" brushRef="#br0" timeOffset="45164.9111">3339 1231 414,'0'0'1307,"0"0"-1066,0 0-196,0 0 4,0 0 45,0 0 0,0 0-16,0 0-78,0 0-17,0 0-77,0 0-32,4 3 100,-1 5 26,-1 5 84,2 4 4,2 4-10,-2 1-23,-1 6-10,0 2-19,0 1-7,0 2-3,-1 1 9,-1 0-24,-1-2-1,0-4 2,0-4 19,0-4-8,0-5-12,0-5 15,0-3-14,0-4 11,0-2 10,0-1 15,0 0 14,0 0-10,0-6-16,-1-4-26,-1-5-26,1-5 0,-1-4 23,0-2 3,1-2-13,-2 0 26,3-4-26,0 1 13,0-3 0,0-1 35,3 0-35,3-1 0,4 4-2,2 3 4,1 3-4,0 4-5,1 4 3,0 6 4,-1 3-77,-4 5-20,1 4-68,-1 0 72,1 5 31,-1 5 62,-1 4 19,-3 3 33,1 4-6,-4 3 9,-2 2-36,0 0-19,-5-2 13,-3 3-13,-3-4 19,0-1 1,-1-2-4,-2 1-3,-1-4 3,1-1 3,-1-3 10,3-3 0,-1-1 4,4-3 22,1-4-14,3 1 11,3-2 32,1-1-20,1 0-35,0 0-23,0 0-6,0 0-90,1 0-58,3 0-52,2 0 42,3 0 106,3 2 51,3 2 1,4 1 0,4 2 10,2 4-7,3-1-3,1 4-3,1-1-17,0 1 6,-1-1 12,2-1-41,-3 1-58,-1-3-165,-2-4-33,-2-1 26,-9-3-164,5-2-277</inkml:trace>
          <inkml:trace contextRef="#ctx0" brushRef="#br0" timeOffset="45686.5715">4004 1204 473,'0'0'1011,"0"0"-34,0 0-793,0 0-62,0 0 4,0 0-27,0 0 20,0 0-51,0 0-68,0 0-109,-4 16 0,-2-2 99,3 4 8,0 3 2,1 4 0,-3 2 16,1 2-13,1 1 31,-2 0-32,-1 0 31,3-3-1,0-1-32,-1-4 2,3-4 24,-1-5-26,2-3 0,0-5-3,0-2 3,0-3 44,0 0-12,0 0 29,0 0 32,0 0 15,0-3-48,0-6-3,0-4-36,0-7-21,0-3-53,0-2 11,0-2 26,0-2 4,0-1 12,3 0-36,1 1 36,0-1 0,4 0-4,-2 3-27,2 1 31,2 4 0,-1 3-46,1 5-18,-1 3 23,-1 5 5,0 3-50,0 1-16,1 2 34,-1 3 20,4 6 16,-2 3 9,3 3 23,0 4 0,-2 4-3,0 3 0,2 3-10,-1 1-48,-1 2-23,1 1 23,-1-1 58,1-1-1,-2-1-102,-1-1-75,2-6 45,-3-1-108,0-4-87,-2-1-17,-1-7-86,-3 0-342</inkml:trace>
        </inkml:traceGroup>
        <inkml:traceGroup>
          <inkml:annotationXML>
            <emma:emma xmlns:emma="http://www.w3.org/2003/04/emma" version="1.0">
              <emma:interpretation id="{09C7D404-6490-49A9-A7A0-B8245CF6E44D}" emma:medium="tactile" emma:mode="ink">
                <msink:context xmlns:msink="http://schemas.microsoft.com/ink/2010/main" type="inkWord" rotatedBoundingBox="11522,14389 11615,12729 12778,12795 12685,14455"/>
              </emma:interpretation>
              <emma:one-of disjunction-type="recognition" id="oneOf6">
                <emma:interpretation id="interp30" emma:lang="en-US" emma:confidence="0.5">
                  <emma:literal>in</emma:literal>
                </emma:interpretation>
                <emma:interpretation id="interp31" emma:lang="en-US" emma:confidence="0">
                  <emma:literal>tin</emma:literal>
                </emma:interpretation>
                <emma:interpretation id="interp32" emma:lang="en-US" emma:confidence="0">
                  <emma:literal>TNI</emma:literal>
                </emma:interpretation>
                <emma:interpretation id="interp33" emma:lang="en-US" emma:confidence="0">
                  <emma:literal>Fin</emma:literal>
                </emma:interpretation>
                <emma:interpretation id="interp34" emma:lang="en-US" emma:confidence="0">
                  <emma:literal>FNI</emma:literal>
                </emma:interpretation>
              </emma:one-of>
            </emma:emma>
          </inkml:annotationXML>
          <inkml:trace contextRef="#ctx0" brushRef="#br0" timeOffset="46525.3094">4488 1267 215,'0'0'209,"0"0"361,0 0 26,0 0-199,0 0-112,0 0-49,0 0-13,0 0-2,0 0-70,0 0-68,-2-1-16,2 3-17,-3 2-50,0 4-25,-2 3-7,2 4-3,-2 4 35,1 1 1,2 4-1,-3 0-16,4 2 4,-1 3 11,2-1 0,-2-3-18,2-3 16,0-2-10,0-7-3,0-4-10,0-3 7,0-3 0,2-2-32,-2-1-23,0 0-19,2 0 25,-1-2 68,2-7 29,-1-3 3,1-5-32,0 0 0,0-5-48,1 1-36,-1 0 39,0-1 10,2 0-33,-2 0 6,1-1 50,-3 2-47,0 1 35,1 2 24,-1 3 26,0 4 9,-1 3-35,1 5-16,-1 2-13,0 0-4,2 1-25,-1 0-39,0 2-16,1 5 113,3 0 14,0 3 5,1 0-9,2 1-10,-2 0-49,4-1 49,-1-1 2,3 2-2,2-1 1,0-2-1,1-1 4,1-1 17,-1-3-20,3 0 0,1-3 45,0 0-43,-1-3 10,1-2 36,0-3-1,0-3 4,-2 1-20,-1-3 10,-2-2 26,-1 0-13,-2 0-10,-3-1-12,-2 0 28,1 1-10,-2-1-9,-1 1-3,-2 0 19,1 0 19,-2 1-29,1 1-26,-2 1 26,0 1 7,0 3-30,0 2-23,0 3 20,0 1-22,0 2-38,0 0-49,0 2 4,0 4-1,0 6 13,3 5 68,0 6 3,1 4 0,-1 3-13,3 2-5,-3 1 18,2 4 0,-1 1-9,1 2-53,-3 2 1,0-2-55,1-1-23,-3-1-78,0-5-88,1-4-53,1-10-146</inkml:trace>
          <inkml:trace contextRef="#ctx0" brushRef="#br0" timeOffset="47075.5689">5652 1213 368,'0'0'1437,"0"0"-1139,0 0-165,0 0 55,0 0 54,0 0-68,0 0-65,0 0-35,0 0-10,0 0-22,0 0-4,-62-41 39,51 41 28,0 0-13,0 0-73,-5 7-19,2 4-9,-5 4-52,2 4-9,-1 4 29,-1 0 39,3 5-1,0 1-17,1 0 19,2 1-15,3-1-19,5 0-13,3-2-6,2-2 9,3-1-22,10-6 3,2 0-7,4-4-55,3-4-35,5-4-30,3-4 49,-1-2 84,4-9-56,0-5-42,-1-6-165,-7 4-194,8-14-508</inkml:trace>
          <inkml:trace contextRef="#ctx0" brushRef="#br0" timeOffset="48224.8154">5878 1097 848,'0'0'752,"0"0"-262,0 0-240,0 0-17,0 0 57,0 0-47,0 0-38,0 0-21,0 0-41,0 0-80,0 0-63,-32-33-35,32 37-31,0 5-6,0 6 72,0 3 13,0 6-1,0 4 4,0 2-16,0 3 15,0 3-15,0 0-2,1 2-11,0 0 12,2 1 1,1-4-3,0-4-19,-1-4 9,1-6-6,2-4 17,-3-8-46,2-2 33,-1-5-17,0-2 0,-1 0 32,3 0 16,2-8 44,0-1-25,0-5-19,1-4-16,-1-1-1,0-3-50,2-1-9,-3 3-1,2-2 17,-2 2-7,1 3 6,0 1 26,-3 4 17,0 3-24,-3 4-9,0 2-13,1 3 6,-3 0-28,2 0-20,1 5 90,1 5 6,1 2 17,1 2-20,2 1 13,1-2-16,-1 0-12,1-2-10,0-1 22,0-3 3,0 1-3,1-4-2,-1-1 2,2 0 16,-1-3-3,0 0-10,2-3 61,1-1-19,1-5-23,0-2-22,0-1 29,1-2-29,0-1-1,-1 0-28,-2 0 27,0 0-1,-2 1-29,-3 2 32,1 2 0,-6 4 32,1 0-19,-2 4 6,-1 1 35,0 1-25,0 0-29,0 0-99,0 0-17,0 5 4,0 2-30,0 6 65,0 1 77,3 3-1,1 1-19,1 1 17,1 0 3,1 0 10,2-1-10,2 0 0,0-4 39,2-3 28,3-2-54,-2-3-11,4-2 24,-1-3 10,2-1-11,0-1-25,-2-5 32,3-2 4,0-2-36,-3-2 0,2-3 16,-2 1 10,-3-1-26,-2-2 0,0 1 6,-4-1 26,2 1-31,-4-1 15,0 2 26,-2 0 12,-1 2-41,0 0 3,0 2 35,-3 3-3,0 0-28,0 4-18,0 1 49,0 0 3,0 3-53,0 0-1,0 0-3,0 0-48,0 3-58,-2 2-19,1 5 58,-1 3 44,1 6-9,1 2 9,-2 3 26,1 0 26,-1 3-26,2 2 3,0 2 55,0 4 9,0 1-45,2 3-18,1 1 31,0 0 16,3 2-29,-1-2-22,0-3 29,1-3 17,-1-5-46,0-6 0,-1-5 3,-1-6 32,-1-4-35,1-5-11,-1-2 11,-2-1 60,1 0-18,-1-4 5,0-5 23,0-5-22,0-5-48,0-4-48,0-2 39,-1-2 6,-1-1-26,2-2-12,-1-2 22,-1-2 16,1-4-35,0 0-38,-2-5 31,0-1 7,2-2-26,-1 1 12,2 2 20,0 3 32,0 6-2,5 10-11,1 4 11,1 6-11,-1 6-3,-1 3-29,1 3-9,0 2 6,1 0 41,2 5 7,0 3 81,1 5 37,0 4-38,0 2-41,-3 5-4,2 1-6,-4 3-4,-2 1 1,-1 1-26,-2 2-1,0-4 0,-5-2-12,-3-3 13,2-4 0,-5-2-26,-2-4-73,0 1-39,-4-3-58,-2-4-129,3-2-421,-12-4-409</inkml:trace>
          <inkml:trace contextRef="#ctx0" brushRef="#br0" timeOffset="48383.574">6270 1291 889,'0'0'1931,"0"0"-1745,0 0-186,0 0-45,0 0-122,0 0-110,0 0-394,0 0-133</inkml:trace>
          <inkml:trace contextRef="#ctx0" brushRef="#br0" timeOffset="51302.379">-39 2216 117,'0'0'222,"0"0"-95,0 0-3,0 0 42,0 0-64,0 0-37,0 0-13,0 0-36,0 0 0,0 0-14,0 0 37,-14-27 127,14 24-69,-2 1-48,1-2-32,-1 3 15,1-3-19,-1 3 16,0-2-9,1 0 29,-1 0-27,2 2 24,-1 0 9,-1-1-3,1 1-13,0 0-9,1 1-8,-1-2 11,1 2 12,-2-1 11,2 1 5,0-1-15,0 1-4,0 0 0,0-1 3,0 1-15,0 0-11,0 0 0,0 0-19,0 0-29,0 0-23,0 0-19,0 0-20,0 0-42,0 0-13,5 0 45,3-1 101,3-1 46,5 1 48,3-3-6,1 2 12,3-2-50,2 0-48,3-1 12,-1 1 28,3 0-10,2-1-31,0-1 48,-1 0-47,1 1-4,-1 0-2,-2 0 3,1 0-15,-2 1 16,-1 0 15,2 0-15,-3 0 0,0 2-10,-1 1 8,1 0 2,-4-1-2,2 2-11,-1 0 12,1-1 1,0-1 12,-2 2-12,2-2 0,1 1 1,-1-2 12,1 0 6,0 0-19,0 0-13,1 1 13,-1-2-3,0 1-10,-1 0-13,0 1 24,0-1-14,-1 0 15,-2 2-15,-1-2 16,-1 0-4,0 3-2,-1-1 3,-1-1 0,1 1 3,-1 0-1,2 0-12,-2-1 12,2 2-1,-1-1 2,-1-1 0,2 1-6,-2 1 6,2-2-30,-3 1 28,3 1 4,-1-1 16,-1 0-18,1 0-8,-1 0-5,-1 0-3,-1 1 16,1-3 3,-2 3-3,1-1 0,0-2 0,1 1 2,0 2 11,-1-2-13,2 1 0,-1-1 21,1 0-21,2-2-16,0 2 9,0 0 7,3 0 0,-4 0 0,1 0-6,0-1 3,0 3 3,-2-3-13,1 0-10,0 3 23,-2-1 0,0 0-33,2-1 33,0 0 23,-2 1-23,3-1-3,-3-1 0,3 0 3,0 2 21,1-1-21,-1 0-1,1-1 1,0 2 0,-1 1-45,1-3 26,2 2 19,-4 1 29,3-2-29,-1 2-17,0-1 17,1 1 0,1-1-13,-1 0-6,2 1 19,0-1 0,-1 0-13,0-2 13,0 2 16,0-2-13,-1 0-6,1 1-26,-1 0 29,1 0-2,-3 0-3,1 1 5,1-2 0,-1 2 0,-2-1-3,1 1-13,-1 0 16,0 0 0,-3-1 0,0-1-2,-1 2 2,-1-2 41,-1 1-41,0 0 0,-3 1 22,-1-1-7,0 0-15,-2 0-23,1 0 23,-1 1 15,1-1-15,0 1-33,1-1 33,0 1 3,2 0-3,-2-1-20,0 1 20,1-1 11,-1 2-11,-2 0-26,0 0 26,-2-2 0,-2 2 0,-1 0-1,1 0 1,-2-1 42,0 1 4,0 0 9,-2 0-55,-3-1-52,0 0-260,-9-3-392</inkml:trace>
        </inkml:traceGroup>
        <inkml:traceGroup>
          <inkml:annotationXML>
            <emma:emma xmlns:emma="http://www.w3.org/2003/04/emma" version="1.0">
              <emma:interpretation id="{74EFA444-FC21-4BA0-89FD-17F7E033B2AF}" emma:medium="tactile" emma:mode="ink">
                <msink:context xmlns:msink="http://schemas.microsoft.com/ink/2010/main" type="inkWord" rotatedBoundingBox="16811,12916 17943,12819 17992,13391 16860,13488"/>
              </emma:interpretation>
              <emma:one-of disjunction-type="recognition" id="oneOf7">
                <emma:interpretation id="interp35" emma:lang="en-US" emma:confidence="0.5">
                  <emma:literal>a-we.</emma:literal>
                </emma:interpretation>
                <emma:interpretation id="interp36" emma:lang="en-US" emma:confidence="0">
                  <emma:literal>a-wit.</emma:literal>
                </emma:interpretation>
                <emma:interpretation id="interp37" emma:lang="en-US" emma:confidence="0">
                  <emma:literal>a-wo.</emma:literal>
                </emma:interpretation>
                <emma:interpretation id="interp38" emma:lang="en-US" emma:confidence="0">
                  <emma:literal>a-wig.</emma:literal>
                </emma:interpretation>
                <emma:interpretation id="interp39" emma:lang="en-US" emma:confidence="0">
                  <emma:literal>a-wid.</emma:literal>
                </emma:interpretation>
              </emma:one-of>
            </emma:emma>
          </inkml:annotationXML>
          <inkml:trace contextRef="#ctx0" brushRef="#br0" timeOffset="58418.8589">-271 1333 258,'0'0'525,"0"0"-118,0 0-290,0 0-62,0 0 56,0 0-56,0 0-55,0 0-100,0 0-24,0 0 75,-16 7 49,19 7 20,0 4-1,2 5-19,0 1 0,-2 6 19,3 5-16,0 1 0,-1 3 23,1 5-26,1-1 1,-3 2 6,3 1-6,-1 1-1,-1 1 0,1-3 11,-1 2 31,0-5 49,-1-4-75,1-2-15,-1-9 2,0-4-3,-2-7 0,2-2-23,-3-7 21,0-1-11,1-4-30,-1-2-35,1 0-78,-2-2 52,1-5 29,1 0-232,-2-12-130</inkml:trace>
          <inkml:trace contextRef="#ctx0" brushRef="#br0" timeOffset="59510.4671">-1395 1733 726,'0'0'407,"0"0"-351,0 0-14,0 0-9,0 0 31,0 0-64,0 0-49,0 0-33,0 0 8,0 0 41,0 0 30,-37 34 3,36-14 19,0 1-17,-1 1 21,1 3 16,0 0-39,-1 1 26,-1-2 0,-1 0-6,1-4 9,1-1-27,1-1 13,-2-4-13,2-1 15,0-3-17,0-3 1,1-3 0,0-2-1,0-2 17,-2 0 15,2 0 20,0 0 36,0 0 6,-1 0 30,0-6 42,0-1-132,-2-4-33,1-3-2,-1-4-108,2 0 109,-1-3-1,2-1-77,0-1 32,0 1-15,6-2 61,-1 0-13,0-2 26,2-1-10,1-1-1,0 1 31,2 1-33,-2 1 13,0 4 0,-2 3 9,2 1-22,-3 5-33,-1 4 10,0 2-23,-1 4-12,0 0-7,0 2-7,0 0 36,2 2-12,3 3 48,-2 2-20,4 4 43,-1 3-13,3 2 16,0 3 0,-1 4 14,3 2-40,-3 1 0,2 4 57,-2 3-8,2 1-7,-2 2-22,0-1 29,-1 1-46,-1-4-6,-1-3 3,-2-3-2,2-5-21,-2-2 6,-1-4 14,1-4 3,-1-1-52,-3-2 33,4-2-20,-4-2-30,-1-2-6,1-1-182,-1-1-209,-1 0-159</inkml:trace>
          <inkml:trace contextRef="#ctx0" brushRef="#br0" timeOffset="60024.8534">-1333 2010 49,'0'0'711,"0"0"-415,0 0-143,0 0-127,0 0-26,0 0-9,0 0 9,0 0 39,0 0 0,65-47-20,-46 38-15,2-2 9,3 0-13,1 1-12,0 0 11,2-2-15,-2 4 3,-1-2-32,-2 0 19,-5 0 9,-1 1-5,-3-1-8,-3 2 11,-3-1-53,-2 3-13,0 0 72,-5 3 13,0 0 72,0 1 10,0 1 22,0-1-20,-3 1-9,0-1 20,1 2 67,2 0-2,0 0-115,0 0-45,0 0-91,0 0-29,0 3-49,0 5 58,2 3 111,2 3 33,2 2-24,3 2-5,0 3-4,2-2 16,2 1 0,1 1-14,0-2-4,2-2-5,-2-1 7,1-3 0,-3-3-19,-1-2 19,0-2 20,-3-3-18,-1-1-2,-3-2 26,1 0 23,-3 0 29,-1-1 71,1-3 273,1-4-69,-1-5-153,2-4-145,1-4-28,0-3-27,-2 0-55,1 2-6,1 3 59,-2 1-27,1 4-33,-2 1-22,0 2 16,0-1-22,0 3-56,1 2-65,0 2-104,-1 1-98,2 2-399</inkml:trace>
          <inkml:trace contextRef="#ctx0" brushRef="#br0" timeOffset="45863.5342">4000 1523 916,'0'0'1544,"0"0"-1273,0 0-207,0 0 7,0 0-71,0 0-129,0 0 23,0 0 90,0 0 14,81-54 2,-49 36-38,2 1-20,1 2 0,-1 2-14,2 0-96,-4 1-264,-7 3-95,5-4-216</inkml:trace>
          <inkml:trace contextRef="#ctx0" brushRef="#br0" timeOffset="92781.5124">1044 1817 463,'0'0'336,"0"0"-284,0 0-19,0 0 51,0 0-48,0 0-36,0 0-1,0 0-12,0 0-3,0 0-4,0 0-25,-14-3-8,16 2-15,2 1-14,0 0-61,2-1-216</inkml:trace>
          <inkml:trace contextRef="#ctx0" brushRef="#br0" timeOffset="93533.6955">2441 1624 297,'0'0'476,"0"0"-317,0 0-90,0 0 12,0 0-15,0 0-11,0 0 33,0 0 3,0 0-49,0 0-3,0 0 20,-39-9-1,39 8-18,0 1-21,0-1-17,0 1-2,0 0 0,0 0 16,0 0 14,-2 0 18,2 0 4,0 0-3,-1 0-13,1 0-13,-1 0-7,1 0-3,0 0-1,0 0-12,0 0-2,0 0 1,0 0 1,0 0-3,0 0 0,0 0 3,0 0 1,0 0 0,0 0 1,-1 0 15,1 0 2,0 0-6,0 0-11,-2 0 11,2 0-13,0 0-1,-3 0-2,3 0 1,0 0 2,-3 0-2,1 0-18,1 0 20,1 0 3,0 0-3,-2 0 0,2 0 0,0 0 4,0 0-4,-1 0-4,1 0 4,0 0 1,0 0-1,0 0-2,0 0 2,0 0 2,0 0 1,0 0-2,0 0 18,0 0 7,0 0-26,-2 0 1,1 0 1,0 0 12,0 0-14,-1 0-1,2 0 1,-3 0 0,3-1-10,-3-1-13,2 2 23,0-1 0,1 0-36,-1-3-35,1 1-85,-2-1-117,2 0-66,-5-6-306,23 40 163</inkml:trace>
        </inkml:traceGroup>
      </inkml:traceGroup>
    </inkml:traceGroup>
    <inkml:traceGroup>
      <inkml:annotationXML>
        <emma:emma xmlns:emma="http://www.w3.org/2003/04/emma" version="1.0">
          <emma:interpretation id="{085227C8-B6E2-4837-BFEE-3A7269E37ED7}" emma:medium="tactile" emma:mode="ink">
            <msink:context xmlns:msink="http://schemas.microsoft.com/ink/2010/main" type="paragraph" rotatedBoundingBox="10382,14138 24710,12615 24863,14055 10535,15578" alignmentLevel="2"/>
          </emma:interpretation>
        </emma:emma>
      </inkml:annotationXML>
      <inkml:traceGroup>
        <inkml:annotationXML>
          <emma:emma xmlns:emma="http://www.w3.org/2003/04/emma" version="1.0">
            <emma:interpretation id="{2208324D-ECFD-43E5-8597-828A2335089F}" emma:medium="tactile" emma:mode="ink">
              <msink:context xmlns:msink="http://schemas.microsoft.com/ink/2010/main" type="line" rotatedBoundingBox="10382,14138 24710,12615 24863,14055 10535,15578"/>
            </emma:interpretation>
          </emma:emma>
        </inkml:annotationXML>
        <inkml:traceGroup>
          <inkml:annotationXML>
            <emma:emma xmlns:emma="http://www.w3.org/2003/04/emma" version="1.0">
              <emma:interpretation id="{933104AD-FD72-4102-BD6D-25CD2E86A9E0}" emma:medium="tactile" emma:mode="ink">
                <msink:context xmlns:msink="http://schemas.microsoft.com/ink/2010/main" type="inkWord" rotatedBoundingBox="10411,14414 12032,14241 12125,15117 10504,15290"/>
              </emma:interpretation>
              <emma:one-of disjunction-type="recognition" id="oneOf8">
                <emma:interpretation id="interp40" emma:lang="en-US" emma:confidence="0.5">
                  <emma:literal>pea</emma:literal>
                </emma:interpretation>
                <emma:interpretation id="interp41" emma:lang="en-US" emma:confidence="0">
                  <emma:literal>pa</emma:literal>
                </emma:interpretation>
                <emma:interpretation id="interp42" emma:lang="en-US" emma:confidence="0">
                  <emma:literal>para</emma:literal>
                </emma:interpretation>
                <emma:interpretation id="interp43" emma:lang="en-US" emma:confidence="0">
                  <emma:literal>papa</emma:literal>
                </emma:interpretation>
                <emma:interpretation id="interp44" emma:lang="en-US" emma:confidence="0">
                  <emma:literal>paca</emma:literal>
                </emma:interpretation>
              </emma:one-of>
            </emma:emma>
          </inkml:annotationXML>
          <inkml:trace contextRef="#ctx0" brushRef="#br0" timeOffset="16939.5301">15226 1073 241,'0'0'1376,"0"0"-1086,0 0-183,0 0-65,0 0-26,0 0 29,0 0 27,0 0 25,0 0-10,0 0 14,0 0 79,30-5-15,-14 2-75,3 2-49,4 0-31,4 1-7,3 0 10,5 0-13,2 0 0,5 1-29,1 3 28,4 1-2,-1-1-26,-1 2-6,0 1-52,-1 0-42,-4-1-71,-3 1-56,-3 1-97,-10-3-96,1 3-193</inkml:trace>
          <inkml:trace contextRef="#ctx0" brushRef="#br0" timeOffset="17599.6946">15380 1351 470,'0'0'1337,"0"0"-1012,0 0-186,0 0 10,0 0-14,0 0-38,0 0-61,0 0-4,0 0 35,0 0 27,-7-1-30,7 1 0,0 0 32,0 4-29,0 4-67,0 8-5,0 5 5,0 2 19,0 2-19,0-2-28,0-1 28,0-2-2,0-2-28,2 1-15,3-3 32,2-1 12,3 0-31,1-2-13,4-3 22,0-4 1,2-2-42,4-4-26,0 0 48,3-8 6,-3-3-28,2-3-10,-2-3 29,0-2 12,-4-2-15,-1 2 3,-3-1 41,-2 1-12,-3 2-13,-2 2 0,-2 4 29,-1 3 15,-1 1-14,-2 4 1,0 2 66,0 0 13,0 1-39,0 0-42,0 0-13,0 2-26,0 6-22,0-1-78,0 7 55,5 1 82,2 2 2,2 0 2,5 0 49,1-2-25,3-1-10,1-4-16,2 1 26,2-4 49,1-2-73,0-3 21,-1-2 22,-2 0 0,0-5 16,-3-4-28,-1-5 34,-4-1 11,-1-5-30,-1-3-16,-4-3 10,-1-3 9,-3 0-50,-1-1-1,-2 2-19,-2-1-3,-4-1-27,-4 1-44,-2 1-181,-3-2-128,4 8-189,-15-12-706</inkml:trace>
          <inkml:trace contextRef="#ctx0" brushRef="#br0" timeOffset="26141.0098">8828 1783 186,'0'0'94,"0"0"-15,0 0 387,0 0-192,0 0-112,0 0-44,5-57 18,-5 53 79,0 1 3,0 2-1,0 1-10,0 0-68,0 0-100,0 0-39,0 0-42,1 1-29,-1 5-29,6 7 100,-2 7 73,1 7 34,2 8-36,-2 3-58,0 4 3,1 3-14,-1 0-2,-3-1-49,1 1 37,-3 0 12,0-1-10,0 0 10,-2-4-13,-1-2 13,0-5 0,-1-5-16,0-6-13,2-4 25,1-6-31,-1-5-46,1-4-55,0-2-16,1-1-43,-3-7-6,2-6 41,-1-7-9,-1-4 6,3-8-78,-3-4-144,3 9-25</inkml:trace>
          <inkml:trace contextRef="#ctx0" brushRef="#br0" timeOffset="26425.705">8850 1820 212,'0'0'486,"0"0"-212,0 0-89,41-58-41,-25 42-14,-2 1-39,3 2 7,-1 1 19,0 2-13,0 3-91,0 2-11,0 2-2,-2 3-1,-1 0 1,-1 2 52,1 3-23,-3 1 10,0 2-36,-3 1 36,-2 2 0,-1 1 6,-4 2-3,0 0-16,0 2 23,-6 2-37,-2 1-12,-5 2-13,-2 0-3,-3 3-20,-1-2-9,-2 2 6,1 0 16,-2-2-11,3-2 32,0-2-9,5-1-1,1-4-21,3-2-42,3-2-58,2-4 0,3-1-56,2-3-68,0 1-248,5-2-147</inkml:trace>
          <inkml:trace contextRef="#ctx0" brushRef="#br0" timeOffset="26690.3068">9268 1845 1406,'0'0'708,"0"0"-365,0 0-323,0 0-20,0 0-165,0 0-39,0 0 77,0 0 114,0 0 13,0 0 33,80 62-4,-56-48 58,5 2-25,0 2 6,0-1-42,-1 0 3,-1 1-28,-1 0-1,-3 0-2,-2 0-66,-4-1-26,-2-1-13,-3 2-42,-1-3-33,-3-2 3,-2-3 19,-2-4-58,-2-3-33,-1-1-156,1-2-78</inkml:trace>
        </inkml:traceGroup>
        <inkml:traceGroup>
          <inkml:annotationXML>
            <emma:emma xmlns:emma="http://www.w3.org/2003/04/emma" version="1.0">
              <emma:interpretation id="{2DBE8BAB-FAAC-4C27-84EB-176C48099D90}" emma:medium="tactile" emma:mode="ink">
                <msink:context xmlns:msink="http://schemas.microsoft.com/ink/2010/main" type="inkWord" rotatedBoundingBox="16855,13777 17612,13697 17674,14277 16917,14358"/>
              </emma:interpretation>
              <emma:one-of disjunction-type="recognition" id="oneOf9">
                <emma:interpretation id="interp45" emma:lang="en-US" emma:confidence="0.5">
                  <emma:literal>to</emma:literal>
                </emma:interpretation>
                <emma:interpretation id="interp46" emma:lang="en-US" emma:confidence="0">
                  <emma:literal>two</emma:literal>
                </emma:interpretation>
                <emma:interpretation id="interp47" emma:lang="en-US" emma:confidence="0">
                  <emma:literal>w</emma:literal>
                </emma:interpretation>
                <emma:interpretation id="interp48" emma:lang="en-US" emma:confidence="0">
                  <emma:literal>we</emma:literal>
                </emma:interpretation>
                <emma:interpretation id="interp49" emma:lang="en-US" emma:confidence="0">
                  <emma:literal>wo</emma:literal>
                </emma:interpretation>
              </emma:one-of>
            </emma:emma>
          </inkml:annotationXML>
          <inkml:trace contextRef="#ctx0" brushRef="#br0" timeOffset="26939.5945">9692 1841 339,'0'0'1383,"0"0"-1058,0 0-198,0 0-30,0 0 68,0 0-26,0 0-91,0 0-45,0 0 49,-75-3-4,63 10-22,-1 4-23,-3 2 49,0 2-4,-3 1-13,-1 5-2,-1 1 11,-1 1-5,0 1-39,0 2-39,1-1 17,-1 0 9,5-1-22,1-3-7,3-3 13,5-2-13,3-2-64,5-3-75,0-1-74,5-1-47,9-3 3,2 0 39,-1-2-20,14-4-170</inkml:trace>
          <inkml:trace contextRef="#ctx0" brushRef="#br0" timeOffset="27566.7779">10090 1962 1463,'0'0'825,"0"0"-631,0 0-171,0 0-23,0 0 64,0 0 27,0 0-53,0 0-5,0 0 47,0 0 45,0 0-6,-12-17-7,8 16-13,-2-1-41,-2 1-56,-1 1-2,-3 0 1,-3 0 28,-1 4-29,-3 4 0,-3 1 18,1 4 17,-1 1-14,1 2-19,0 4 8,2-1 6,3 1-16,1 1-40,4-2 21,4 0 0,3-1-16,4-3-26,0 0 1,4-3 5,5-2 11,3-3 8,1-1-18,3-3 52,3-2 2,0-1-12,-2-1 12,2-6 32,0 0-22,-3-3-10,1-1 0,-1 0 16,-2-2-4,-1 1-8,-2 1 21,-1 2-6,-2 0-19,-3 5-2,0 0-17,-3 3 16,0 0-26,-1 1-6,0 0-7,2 0 4,0 6 38,5 4 34,0 6-5,1 3-13,3 5-4,-2 1-12,1 1-3,-1 3 0,3-2 3,-3 0-19,0 0 5,0-4 14,-1-2 0,1-5-16,-3-2 16,1-3-13,-1-4-19,-1-1 16,-1-4 16,0-2 39,1 0 31,-1-8 13,3-5 10,1-5 6,-1-8-39,3-4-58,1-3 1,-2-4-3,4 1 0,-1-1-26,-1 0 1,1 1 2,-2 3 4,0 1-32,-3 3-22,0 2-39,-1 5-49,-2 1-45,2 8-68,-2 2-69,0 5-138,-1 3-209</inkml:trace>
        </inkml:traceGroup>
        <inkml:traceGroup>
          <inkml:annotationXML>
            <emma:emma xmlns:emma="http://www.w3.org/2003/04/emma" version="1.0">
              <emma:interpretation id="{051B8482-19DF-421B-89F3-A1244AEC6796}" emma:medium="tactile" emma:mode="ink">
                <msink:context xmlns:msink="http://schemas.microsoft.com/ink/2010/main" type="inkWord" rotatedBoundingBox="19770,13140 19833,13133 19908,13841 19845,13848"/>
              </emma:interpretation>
              <emma:one-of disjunction-type="recognition" id="oneOf10">
                <emma:interpretation id="interp50" emma:lang="en-US" emma:confidence="0.5">
                  <emma:literal>!</emma:literal>
                </emma:interpretation>
                <emma:interpretation id="interp51" emma:lang="en-US" emma:confidence="0">
                  <emma:literal>.</emma:literal>
                </emma:interpretation>
                <emma:interpretation id="interp52" emma:lang="en-US" emma:confidence="0">
                  <emma:literal>:</emma:literal>
                </emma:interpretation>
                <emma:interpretation id="interp53" emma:lang="en-US" emma:confidence="0">
                  <emma:literal>?</emma:literal>
                </emma:interpretation>
                <emma:interpretation id="interp54" emma:lang="en-US" emma:confidence="0">
                  <emma:literal>"</emma:literal>
                </emma:interpretation>
              </emma:one-of>
            </emma:emma>
          </inkml:annotationXML>
          <inkml:trace contextRef="#ctx0" brushRef="#br0" timeOffset="74127.5423">18182 518 98,'0'0'160,"0"0"-14,0 0-41,0 0-53,0 0-23,0 0 4,0 0 378,0 0-210,0 0-38,8-54-20,-7 50 27,1-1 5,-1-2 3,0 2-32,0 0-26,-1 1-13,2 2-7,-2-2-3,0 2-20,1 2 4,-1 0 15,0 0 4,0 0-26,0 0-30,0 0-12,0 0 0,0 4-3,0 0 9,0 5 26,2 1 73,3 1-67,-2 3-67,-2 1 38,-1 0 20,0 3-61,0 0-57,-3 4 57,3 2 3,-1 2-3,-1-1 0,1-1 11,-1 1-11,0-3-10,2 1 10,-3-3 0,3 1 6,-1-2-6,0 0-19,1-2 19,-1-3-1,-1 0-25,2-4-22,0-1 19,0-2 7,0-1-38,0-4-7,-1 1 6,1-1-32,0-2-83,0 0-36,0 0 6,0 0-47,0 0-197,1-5-15,-1 4-8,4-7-277</inkml:trace>
          <inkml:trace contextRef="#ctx0" brushRef="#br0" timeOffset="78948.7957">19648 512 251,'0'0'173,"0"0"-101,0 0-60,0 0-11,0 0 11,0 0 14,0 0-24,0 0-2,0 0 1,0 0 1,0 0 0,0 0 1,0 0 16,0 0 4,0 0-4,0 0-5,0 0 240,0 0-111,0 0-65,0 0-32,0 0-27,0 0-19,0 0-3,0 0-23,0 0 7,0 0-4,0 0-13,0 0-55,0 0-128,0 0-41,0 1-112,0-2 250</inkml:trace>
        </inkml:traceGroup>
        <inkml:traceGroup>
          <inkml:annotationXML>
            <emma:emma xmlns:emma="http://www.w3.org/2003/04/emma" version="1.0">
              <emma:interpretation id="{FEE5A818-34A2-43C6-A410-5742C67EBE7E}" emma:medium="tactile" emma:mode="ink">
                <msink:context xmlns:msink="http://schemas.microsoft.com/ink/2010/main" type="inkWord" rotatedBoundingBox="21111,13033 21822,12958 21971,14362 21260,14438"/>
              </emma:interpretation>
              <emma:one-of disjunction-type="recognition" id="oneOf11">
                <emma:interpretation id="interp55" emma:lang="en-US" emma:confidence="0.5">
                  <emma:literal>%</emma:literal>
                </emma:interpretation>
                <emma:interpretation id="interp56" emma:lang="en-US" emma:confidence="0">
                  <emma:literal>?</emma:literal>
                </emma:interpretation>
                <emma:interpretation id="interp57" emma:lang="en-US" emma:confidence="0">
                  <emma:literal>&amp;</emma:literal>
                </emma:interpretation>
                <emma:interpretation id="interp58" emma:lang="en-US" emma:confidence="0">
                  <emma:literal>£</emma:literal>
                </emma:interpretation>
                <emma:interpretation id="interp59" emma:lang="en-US" emma:confidence="0">
                  <emma:literal>€</emma:literal>
                </emma:interpretation>
              </emma:one-of>
            </emma:emma>
          </inkml:annotationXML>
          <inkml:trace contextRef="#ctx0" brushRef="#br0" timeOffset="79107.3664">19648 512 228</inkml:trace>
          <inkml:trace contextRef="#ctx0" brushRef="#br0" timeOffset="79844.3627">19648 512 228,'10'36'242,"-10"-36"-177,0 0-52,0 0 0,0 0 19,0 1 14,0-1 36,0 0 367,0 1-169,0-1-97,0 0-73,0 1-45,0-1-26,0 1-26,1-1-13,1 2 0,-1 1 7,2 2 48,1 0 6,0 0-5,1 2-54,0-2-2,0 0-4,0-1 4,2 0 2,-2 0-1,2-1 28,0-2 3,-2 1 27,3-2-24,-2 0-12,3 0 29,-2-3 16,3-3-36,-2-2 10,4-2 7,-2-3-20,2-2-28,-1-2-1,2-1 13,-2-1-3,0 2-10,1 0-2,-2 1 2,-2 2 20,-1 2-20,-1-1 0,0 3 3,-3 0 13,0 2-14,-3 0 14,1 1 13,-1 0 4,0 0-30,0 2 0,0-2 17,-4 0-17,1 1-3,-1-2 1,-3 2 16,-1 0-17,0 1 0,-2 1-1,0 0 1,-1 2 22,0 1 1,-1 1 6,0 0 3,0 3-31,0 1-1,1 4-16,2-1 3,-1 2 0,1 3-16,-1-2 9,2 4 20,0-2 0,3 1-24,1 0-5,-1 2 26,4 0-10,0 0-16,1 0-3,0-1 19,4 1 10,1 0-23,2-2-10,0 1 35,1 0-2,1-2-16,0 1-15,0-1 34,0 0 7,-1-1-7,1 0 0,0 1 6,0-1 33,1 2-26,0-2 13,0 1 48,0-1 0,0-2-29,-1 1-29,1-2 33,-2-1-17,-2 0-10,1-2-9,-3-1 26,1-1-17,-2 1-22,-2-2 0,0-1 25,-1 1 20,0 0-19,0 2-4,-1 1 20,-6 1-24,1 0-18,-2-1 0,-3 0 3,-1-2-3,-2 1-34,0-2-9,0-1 43,0-1 7,0 0-7,0 0-46,2-4 46,0 0 28,3-2-28,0-2-3,4-1-13,0-3 16,5-3-54,0-3-1,0-5 26,7-1 13,5-3-45,2-1-7,5-1 23,1 0 10,4 0-30,1 3-6,2 0 13,-2 3 19,2 2-165,-2 3-137,-3 3-33,-6 3-16,2 0-226</inkml:trace>
          <inkml:trace contextRef="#ctx0" brushRef="#br0" timeOffset="81980.668">20276 1170 2654,'0'0'626,"0"0"-523,0 0-103,0 0-38,0 0 38,0 0 54,0 0-41,0 0-1,0 0-12,0 0-1,0 0-27,-65 22 25,44-10 3,-3 1 0,-2 4 0,-6 0 16,-1 1 26,-5 0-1,-1 1 10,-3-1-7,-1-1 13,-1 1-54,2 0 10,2-2 0,4 1-13,1-2-35,7-3-12,5-1 46,3-1-13,5-4-78,3 1-48,5-2-30,2-3-38,3-2-75,2 0-95,0-1-248,1-2 47,7-11-77</inkml:trace>
          <inkml:trace contextRef="#ctx0" brushRef="#br0" timeOffset="80246.4249">19544 892 280,'0'0'362,"0"0"-45,0 0-76,0 0-166,0 0-40,0 0 53,0 0 114,0 0 39,0 0-24,0 0-55,72-18-19,-52 13 15,2 1 13,3 0-29,0 2-75,4-2-25,-1 3-17,3-1-25,2 2 2,-2 0-4,2 0 1,-1 0-2,1 2-13,0 1 16,-3 0-1,0 0-21,1 0 10,-5 1 11,0 0-11,-6 0-39,1-1-72,-4 0 1,-1 1-33,-3-1-78,-4-1-157,-1 3-29,-5-4-18,0 5-136</inkml:trace>
          <inkml:trace contextRef="#ctx0" brushRef="#br0" timeOffset="82353.4944">20211 426 775,'0'0'586,"0"0"-160,0 0-205,0 0-62,0 0 32,0 0-13,-68 36-7,54-27 6,-3 5-52,-1 1 6,-1 4 13,-2 1-7,0 4-38,-3 0-33,1 3 7,-2-1 6,0 0-29,0-1-12,-1 1 6,3-2-14,-1-2-30,1 1-26,2-3 11,0-1-11,5-1 8,1-3-4,3-3-16,4-2-13,2-2-40,2-4-55,4 0-90,0-1-123,4 1-95,4 0-65,1-3 5,7 2-62</inkml:trace>
          <inkml:trace contextRef="#ctx0" brushRef="#br0" timeOffset="81399.759">19916 1168 355,'0'0'238,"0"0"0,0 0 349,0 0-190,0 0-141,0 0-65,0 0-16,0 0 15,0 0-48,0 0-74,0 0-30,2-1 1,-2 1 12,0 0 10,0 0 3,0 0 10,0 5-1,0 1-15,0 7-29,-4 3-7,1 3-6,-4 2-15,2 1-1,-1-3-4,-2-1 4,2-1 0,0-1-20,-1-1 20,3 0-1,0-3-2,1-1-19,3-1 6,0-2-22,0 0-17,3-3 7,2 2 23,1-3 12,1 1-5,2-1 18,4-1 2,2-1 11,3 2-13,1-2-13,3-2 11,4 0-33,0 0-13,0-3 19,2-1-13,-1 0 4,0-2-30,-2 1-83,-1-2-36,0 1-50,-2 1-145,-3-1-38,-5 1-58,2-3-210</inkml:trace>
          <inkml:trace contextRef="#ctx0" brushRef="#br0" timeOffset="81669.3426">20153 1319 836,'0'0'1713,"0"0"-1397,0 0-185,0 0 81,0 0-12,-65 46-66,55-33-58,2 2-51,-1 2-9,2 1 16,2-1 9,-2 1-41,2-1 0,-2 2-26,1 2 14,-1 0-4,-4 2-51,0-2-47,0 0 13,-1-2-33,0 0-32,1-3-52,-1-3-47,2-2-22,2-2-242,2-3-11,0-4-125</inkml:trace>
          <inkml:trace contextRef="#ctx0" brushRef="#br0" timeOffset="82961.6684">20828 536 2179,'0'0'453,"0"0"-318,0 0-103,0 0-29,0 0 55,0 0-58,0 0-12,0 0-75,0 0-26,0 0 113,0 0 58,-3 1 51,21-1-41,1 0-23,-1 0-7,4 0-25,-1 1 13,-2 2-7,-2 1 39,1 2 25,-4 2-13,-2 2-9,0 2-10,-5 3 6,-1 2-28,-1 5 3,-5 0 12,0 4-15,-5 2-28,-5 0 0,-5 1 10,-2 0-11,-4-2 0,-2-1 0,-1 1 15,1-4-13,-4-1-2,2-1 0,0-5 22,3-2 16,4-2-37,3-4 15,4-4 32,5 1 9,4-4-54,2-1-3,1 0-82,8 0-20,7-3 102,6-1 7,6-4 46,5-1-7,5-1-46,3-1-23,4 0 23,0 1 0,1 1-16,0 3-16,-3 1 7,0 2-124,-5 2-183,-2 1-70,-6 0-50,-9 0-139,-1 2-151</inkml:trace>
        </inkml:traceGroup>
        <inkml:traceGroup>
          <inkml:annotationXML>
            <emma:emma xmlns:emma="http://www.w3.org/2003/04/emma" version="1.0">
              <emma:interpretation id="{0391B5BA-132B-45B8-BBBE-A40798A6AAAE}" emma:medium="tactile" emma:mode="ink">
                <msink:context xmlns:msink="http://schemas.microsoft.com/ink/2010/main" type="inkWord" rotatedBoundingBox="22325,13258 24751,13000 24828,13725 22402,13983"/>
              </emma:interpretation>
              <emma:one-of disjunction-type="recognition" id="oneOf12">
                <emma:interpretation id="interp60" emma:lang="en-US" emma:confidence="0.5">
                  <emma:literal>2=2</emma:literal>
                </emma:interpretation>
                <emma:interpretation id="interp61" emma:lang="en-US" emma:confidence="0.5">
                  <emma:literal>2 = 2</emma:literal>
                </emma:interpretation>
                <emma:interpretation id="interp62" emma:lang="en-US" emma:confidence="0.5">
                  <emma:literal>2 =2</emma:literal>
                </emma:interpretation>
                <emma:interpretation id="interp63" emma:lang="en-US" emma:confidence="0">
                  <emma:literal>2 = z</emma:literal>
                </emma:interpretation>
                <emma:interpretation id="interp64" emma:lang="en-US" emma:confidence="0">
                  <emma:literal>z = 2</emma:literal>
                </emma:interpretation>
              </emma:one-of>
            </emma:emma>
          </inkml:annotationXML>
          <inkml:trace contextRef="#ctx0" brushRef="#br0" timeOffset="84055.5242">18223 1124 7,'0'0'71,"0"0"11,0 0-20,0 0-23,0 0-39,0 0-10,0 0-49,0 0-35,0 0-3,0 0 97</inkml:trace>
          <inkml:trace contextRef="#ctx0" brushRef="#br0" timeOffset="89653.6766">22106 709 1000,'0'0'1490,"0"0"-1145,0 0-259,0 0 20,0 0-20,0 0-86,0 0-45,0 0-6,0 0 9,0 0 42,-16 2 29,27-2 29,4 0-14,1 0-8,1 0-36,0 0 16,2 0-16,0 1-4,0 1-28,2-2 29,1 3-22,-4-2-24,2 1-76,-1 1-6,-2 0-79,-1-1-32,-3 1-154,-4 1-36,-2-2 44,-3 2-195</inkml:trace>
          <inkml:trace contextRef="#ctx0" brushRef="#br0" timeOffset="89834.0572">22253 867 251,'0'0'261,"0"0"274,0 0 8,0 0-114,0 0-196,0 0-233,0 0 7,0 0-7,0 0 45,0 0-6,0 0 16,48 13-55,-28-17-16,2-3-33,1 0-28,0-1-115,3-1-132,-7 3-164,7-5-298</inkml:trace>
          <inkml:trace contextRef="#ctx0" brushRef="#br0" timeOffset="90393.872">22793 631 909,'0'0'475,"0"0"172,0 0-381,0 0-150,0 0-35,0 0-33,0 0 40,0 0 21,0 0-28,0 0-56,0-8-2,4 7 38,3 1 35,0-1-3,5 1-35,-1 0-20,1 0 10,0 2-48,0 3 0,2 1 12,-3 1 23,2 1-35,-2 2 3,1 1 13,-5 2 25,1 1-39,-5 1-2,0 1 45,-3 2-7,0 1-38,-3 0-15,-3 0 15,-6 2 0,-2 1-3,-1-3 3,-1 1 0,-2 0 25,-1-3-25,2 1-13,-2-2 13,1-1 29,1-4-27,1 1-2,4-3 26,3-3-17,2-3-9,2 0-22,3 0-3,2-3-33,0 0-50,0 0-20,7 0 128,2 1 10,4-1-10,2 0-8,2 0 8,2 0 2,3-1-2,2-2 0,4 0 0,1 2 22,1-1-22,1 0-16,1-1 16,-4 2 3,1 1-3,-4 0-25,-1 0 25,-3 0 0,-3 0-99,-2 0-71,-5 1 5,-1 2 23,-4-2-68,-1 0-117,-3 1 29,-2-1-207,0 2-45,-3 0-144</inkml:trace>
        </inkml:traceGroup>
      </inkml:traceGroup>
    </inkml:traceGroup>
  </inkml:traceGroup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</inkml:channelProperties>
      </inkml:inkSource>
      <inkml:timestamp xml:id="ts0" timeString="2024-03-15T14:36:47.729"/>
    </inkml:context>
    <inkml:brush xml:id="br0">
      <inkml:brushProperty name="width" value="0.07" units="cm"/>
      <inkml:brushProperty name="height" value="0.0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8E7D01DD-BAC7-4E88-83A3-8C268508D4DE}" emma:medium="tactile" emma:mode="ink">
          <msink:context xmlns:msink="http://schemas.microsoft.com/ink/2010/main" type="writingRegion" rotatedBoundingBox="3978,14774 1138,14180 1323,13296 4163,13890"/>
        </emma:interpretation>
      </emma:emma>
    </inkml:annotationXML>
    <inkml:traceGroup>
      <inkml:annotationXML>
        <emma:emma xmlns:emma="http://www.w3.org/2003/04/emma" version="1.0">
          <emma:interpretation id="{4508BCB8-3292-4395-8553-DE75ADF10C8F}" emma:medium="tactile" emma:mode="ink">
            <msink:context xmlns:msink="http://schemas.microsoft.com/ink/2010/main" type="paragraph" rotatedBoundingBox="3978,14774 1138,14180 1323,13296 4163,13890" alignmentLevel="1"/>
          </emma:interpretation>
        </emma:emma>
      </inkml:annotationXML>
      <inkml:traceGroup>
        <inkml:annotationXML>
          <emma:emma xmlns:emma="http://www.w3.org/2003/04/emma" version="1.0">
            <emma:interpretation id="{3D582AE0-6E44-4175-92DC-97F2057B6C81}" emma:medium="tactile" emma:mode="ink">
              <msink:context xmlns:msink="http://schemas.microsoft.com/ink/2010/main" type="line" rotatedBoundingBox="3978,14774 1138,14180 1323,13296 4163,13890"/>
            </emma:interpretation>
          </emma:emma>
        </inkml:annotationXML>
        <inkml:traceGroup>
          <inkml:annotationXML>
            <emma:emma xmlns:emma="http://www.w3.org/2003/04/emma" version="1.0">
              <emma:interpretation id="{7B4315E1-F783-4BC3-B6FE-955F79B437DC}" emma:medium="tactile" emma:mode="ink">
                <msink:context xmlns:msink="http://schemas.microsoft.com/ink/2010/main" type="inkWord" rotatedBoundingBox="4070,14335 3984,14317 3990,14291 4075,14308"/>
              </emma:interpretation>
              <emma:one-of disjunction-type="recognition" id="oneOf0">
                <emma:interpretation id="interp0" emma:lang="en-US" emma:confidence="0.5">
                  <emma:literal>.</emma:literal>
                </emma:interpretation>
                <emma:interpretation id="interp1" emma:lang="en-US" emma:confidence="0">
                  <emma:literal>?</emma:literal>
                </emma:interpretation>
                <emma:interpretation id="interp2" emma:lang="en-US" emma:confidence="0">
                  <emma:literal>-</emma:literal>
                </emma:interpretation>
                <emma:interpretation id="interp3" emma:lang="en-US" emma:confidence="0">
                  <emma:literal>7</emma:literal>
                </emma:interpretation>
                <emma:interpretation id="interp4" emma:lang="en-US" emma:confidence="0">
                  <emma:literal>r</emma:literal>
                </emma:interpretation>
              </emma:one-of>
            </emma:emma>
          </inkml:annotationXML>
          <inkml:trace contextRef="#ctx0" brushRef="#br0">10318 1373 1121,'0'0'1168,"0"0"-967,0 0-114,0 0 10,0 0-20,0 0-22,0 0-32,0 0-23,0 0-19,0 0-4,0 0-9,-13 4 3,13 7 29,2 4 78,1 5-33,-2 4 3,-1 0-19,1 4-26,-1-2 0,0 1-1,0 0-2,0-1-10,-1-1-3,-2-1 12,3-6-19,-1-3-9,1-6-9,0-3 6,0-3-26,0-3-116,0 0-104,0-3-73,3-7 215,0-4 9,0-1-205,-1-14-231</inkml:trace>
        </inkml:traceGroup>
        <inkml:traceGroup>
          <inkml:annotationXML>
            <emma:emma xmlns:emma="http://www.w3.org/2003/04/emma" version="1.0">
              <emma:interpretation id="{A42B5D75-F2C4-4F5F-B042-76586CC9E740}" emma:medium="tactile" emma:mode="ink">
                <msink:context xmlns:msink="http://schemas.microsoft.com/ink/2010/main" type="inkWord" rotatedBoundingBox="1302,13315 2697,13553 2546,14440 1151,14202"/>
              </emma:interpretation>
              <emma:one-of disjunction-type="recognition" id="oneOf1">
                <emma:interpretation id="interp5" emma:lang="en-US" emma:confidence="0.5">
                  <emma:literal>:)</emma:literal>
                </emma:interpretation>
                <emma:interpretation id="interp6" emma:lang="en-US" emma:confidence="0.5">
                  <emma:literal>: )</emma:literal>
                </emma:interpretation>
                <emma:interpretation id="interp7" emma:lang="en-US" emma:confidence="0">
                  <emma:literal>: ,</emma:literal>
                </emma:interpretation>
                <emma:interpretation id="interp8" emma:lang="en-US" emma:confidence="0">
                  <emma:literal>i:)</emma:literal>
                </emma:interpretation>
                <emma:interpretation id="interp9" emma:lang="en-US" emma:confidence="0">
                  <emma:literal>: .</emma:literal>
                </emma:interpretation>
              </emma:one-of>
            </emma:emma>
          </inkml:annotationXML>
          <inkml:trace contextRef="#ctx0" brushRef="#br0" timeOffset="91295.1613">1019 1131 101,'0'0'248,"0"0"-95,0 0-58,0 0-27,0 0-32,0 0-13,0 0 19,0 0-3,0 0-39,0 0 0,-20-15-3,20 12 3,-2-2-1,1 1 1,-1 0 29,0-1-28,1 2 12,-1 0-9,2 2 32,0-1 16,-1 2-16,0-1-36,1-1-4,0 2-12,0 0 0,0 0-1,0 0-12,0 0 6,0 0 0,0-1 4,0 1-7,0 0-20,0 0-58,0 0-111,0 0-121,0 3 239</inkml:trace>
          <inkml:trace contextRef="#ctx0" brushRef="#br0" timeOffset="91857.687">1010 867 205,'0'0'102,"0"0"-102,0 0 0,0 0-49,0 0-124</inkml:trace>
          <inkml:trace contextRef="#ctx0" brushRef="#br0" timeOffset="91608.1424">964 956 176,'0'0'39,"0"0"101,0 0 63,0 0-83,0 0-42,0 0 14,0 0-34,0 0-15,0 0-22,0 0-21,0 0-22,-13-4-24,13 4-22,0 0-17,0 0-52,2 0-85,2 0-120,3 4 295</inkml:trace>
          <inkml:trace contextRef="#ctx0" brushRef="#br0" timeOffset="64032.0329">23 1580 111,'0'0'111,"0"0"-66,0 0 40,0 0 6,0 0 14,0 0-20,0 0-7,0 0-10,0 0-19,0 0-26,-5-5-21,5 5 18,0 0-1,0 0 4,-1 0 52,1 0-29,0 0-10,0 0-10,0 0-4,0 0 11,0 0-4,0 0-9,0 0-7,0 0 3,-2 0 0,2 0-15,0 0-1,-2 0 0,1 0 3,-2-1-3,1 0 0,-1-1 1,1 1-1,1-1 0,-2 2 0,1-3 0,-3 2 3,2 0-3,0-1 2,0 0-1,-1 2-1,0-1 0,-1-2 2,2 1 18,-2 2-19,0-3 28,-1 2 7,1-2-17,-4 1-19,2-1 0,-2 0 23,1 0-3,0 1 6,-1-2 26,-1 1-36,2-1 14,-3 0 2,2 0-19,-1-2 49,-1 2-46,0-3 4,0 0 3,1 1-23,0-2 26,0-1-26,0 1 13,1-2-13,1 3 1,0-2 12,2 1-13,-2-1-26,3 1 26,0 1 23,0 1-23,-1-3 0,3 0-16,-2 1 10,-1-2-37,2-1 42,-1 1-15,0-1 16,0-1 1,0 3-1,1-1 0,-1-1-37,0 2 15,1-1 22,0-1 15,-1 3 14,2-2-6,-3 0-23,1 0 26,2 0 10,-2-1-34,-1 0 27,1 1 16,2-2-45,0 1-6,1 1 6,-1-1 0,2 2 6,0 0-6,-2-1-26,2 1 0,1 1 24,0 0-20,0-1 7,0 0 13,0-1 1,0 1 0,4-2-15,-3 0 16,2 1 10,-1 3-9,-1-2 0,2 1 1,-1 1 11,1-2-12,0 0 0,0-1 1,1 0 2,0-1-4,-1 1-12,2-2 8,0 0 4,-2 1-110,3 0 48,-2-1 49,0 1 10,1 0 2,0 2-25,-1 0 23,-1 2 3,1-1 0,0 2 2,-2 0-4,3-2 4,-2 1-6,2-1-4,0-1 7,1 2-1,0-2 2,0 2 0,0 0-1,1 0-21,-1 0 20,-1 1 2,1 0 0,-1 1-13,0 0 13,1 0-3,-2 1 3,2 0 10,-3 0-8,2 0 0,0 0-1,-1 0 18,-2 1-19,4 0-13,-4 1 12,1 1 1,-2 0-23,0 0 0,0 1 23,-1-1 0,1 1 0,1 0-1,-2 0 1,0 0 0,0 0-1,0-1-1,0 1 0,0 0 1,0 0 1,1 0-1,-1 0 1,0 0 2,1 0 11,-1 0-11,0 0 1,0 0 13,0 0-12,0 0-2,0 0 0,0 0-1,0 0-1,0 0-1,0 0-25,1-1 3,2 1 21,-2-1 0,2 1-11,-2-2 13,1 1 2,1 0 0,2-1-2,-1 2 0,0-2-2,-1 1-21,1 0-3,1 1 10,0 0-13,0 0 9,1 0-29,0 1-58,-1 2-121,-3 0-111,3 2-167</inkml:trace>
        </inkml:traceGroup>
      </inkml:traceGroup>
    </inkml:traceGroup>
  </inkml:traceGroup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</inkml:channelProperties>
      </inkml:inkSource>
      <inkml:timestamp xml:id="ts0" timeString="2024-03-15T14:39:48.737"/>
    </inkml:context>
    <inkml:brush xml:id="br0">
      <inkml:brushProperty name="width" value="0.07" units="cm"/>
      <inkml:brushProperty name="height" value="0.0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8E715168-5577-45C8-AD76-856B1B7E102E}" emma:medium="tactile" emma:mode="ink">
          <msink:context xmlns:msink="http://schemas.microsoft.com/ink/2010/main" type="writingRegion" rotatedBoundingBox="19733,5068 22397,5044 22403,5675 19739,5699"/>
        </emma:interpretation>
      </emma:emma>
    </inkml:annotationXML>
    <inkml:traceGroup>
      <inkml:annotationXML>
        <emma:emma xmlns:emma="http://www.w3.org/2003/04/emma" version="1.0">
          <emma:interpretation id="{8A5A4442-7AA8-4023-B6DD-8B6E42BE60C3}" emma:medium="tactile" emma:mode="ink">
            <msink:context xmlns:msink="http://schemas.microsoft.com/ink/2010/main" type="paragraph" rotatedBoundingBox="19733,5068 22397,5044 22403,5675 19739,5699" alignmentLevel="1"/>
          </emma:interpretation>
        </emma:emma>
      </inkml:annotationXML>
      <inkml:traceGroup>
        <inkml:annotationXML>
          <emma:emma xmlns:emma="http://www.w3.org/2003/04/emma" version="1.0">
            <emma:interpretation id="{AA19A832-E8D1-441F-9554-0F8018AFFE7D}" emma:medium="tactile" emma:mode="ink">
              <msink:context xmlns:msink="http://schemas.microsoft.com/ink/2010/main" type="line" rotatedBoundingBox="19733,5068 22397,5044 22403,5675 19739,5699"/>
            </emma:interpretation>
          </emma:emma>
        </inkml:annotationXML>
        <inkml:traceGroup>
          <inkml:annotationXML>
            <emma:emma xmlns:emma="http://www.w3.org/2003/04/emma" version="1.0">
              <emma:interpretation id="{DA1D45F2-7373-4704-8889-2C8366AF3DAD}" emma:medium="tactile" emma:mode="ink">
                <msink:context xmlns:msink="http://schemas.microsoft.com/ink/2010/main" type="inkWord" rotatedBoundingBox="19733,5068 22397,5044 22403,5675 19739,5699"/>
              </emma:interpretation>
              <emma:one-of disjunction-type="recognition" id="oneOf0">
                <emma:interpretation id="interp0" emma:lang="en-US" emma:confidence="0.5">
                  <emma:literal>12848</emma:literal>
                </emma:interpretation>
                <emma:interpretation id="interp1" emma:lang="en-US" emma:confidence="0.5">
                  <emma:literal>128 x 8</emma:literal>
                </emma:interpretation>
                <emma:interpretation id="interp2" emma:lang="en-US" emma:confidence="0">
                  <emma:literal>128 X 8</emma:literal>
                </emma:interpretation>
                <emma:interpretation id="interp3" emma:lang="en-US" emma:confidence="0.5">
                  <emma:literal>128 V</emma:literal>
                </emma:interpretation>
                <emma:interpretation id="interp4" emma:lang="en-US" emma:confidence="0">
                  <emma:literal>1288</emma:literal>
                </emma:interpretation>
              </emma:one-of>
            </emma:emma>
          </inkml:annotationXML>
          <inkml:trace contextRef="#ctx0" brushRef="#br0">14502-1454 290,'0'0'408,"0"0"61,0 0-309,0 0 15,0 0 47,0 0-47,0 0-22,0 0-63,0 0-28,0 0-43,0 0 20,-11-52-39,10 47 0,1 1 26,-2 1 0,2-1 0,0 1-3,0 2 12,0 0 27,0 1-4,0 0-20,0 0-9,0 0-27,0 0-2,0 0-20,0 0 18,0 0 2,0 0 1,0 0 2,0 0 26,-1 0 4,1 0-7,0 0-1,0 0 7,0 0-3,0 0-16,0 0-12,0 0 12,0 0 0,0 0-10,0 0 1,0 0 18,0-2 4,0 1-13,0 1-13,0 0 3,0 0 0,0 0-2,0 0-1,0 0 3,0 0 14,0 0-15,-2 0-1,2 0 2,0 0 10,0 0-12,0 0-1,0-1 2,0 1 0,0 0 0,0 0-1,0 0 12,0 0 0,0 0-13,0 0 0,0 0 0,0 0 0,0 0 0,0 0-16,0 0 13,0 0 0,0 0-33,0 0-15,0 1-10,0 4-36,-1 4 7,-1 5 90,1 6 92,-3 4-37,1 5 3,1 5-23,1 4-10,-4-1-25,4 3-29,-2-2 11,-1 2 17,1-5-14,1-2-14,1-3 0,-1-5 25,0-3-15,1-6-7,0-2 10,-1-4 15,1 0 0,0-5-34,0 0-46,-1-3-26,2-1-25,0-1-60,-1 0-31,-1 0 60,2-2-29,0-2-290,0-7-254</inkml:trace>
          <inkml:trace contextRef="#ctx0" brushRef="#br0" timeOffset="486.9248">14746-1393 1421,'0'0'270,"0"0"-202,0 0-64,0 0 57,0 0 46,0 0 33,0 0-4,0 0-61,0 0-46,0 0 0,23-47 6,-6 41-5,0-2 12,3 1 19,-1 1 13,0 3-25,-1 0-30,1 3 13,-2 0-32,-1 3-22,0 5-15,-3 2 37,0 5 13,-3 1-13,-3 6 0,-7 2 1,0 5 20,-7 2-21,-8 2-42,-4 2 39,-4-2 2,0-2-2,-3-2-23,3-2 26,-3-4-2,3-2 3,-1-4-1,3-2 23,4-4 19,1-3-10,5-2-16,3-4 26,6 0 19,-1-1-13,3-1-25,0 0-23,3 0-31,6 0-69,6 0 57,5-4 43,6 0 36,7 0-33,2 0-3,2-1-23,4 0 7,0 1-16,-1 0 13,0 0-10,-3 1-33,-4 0-19,-2 1-155,-3-1-250,-7 1-182</inkml:trace>
          <inkml:trace contextRef="#ctx0" brushRef="#br0" timeOffset="1162.6721">15329-1251 1114,'0'0'1081,"0"0"-971,0 0-91,0 0-19,0 0-49,0 0 49,0 0 84,0 0 59,0 0-24,80-16-19,-59 10-16,-3-1 9,1-1-16,-1-1-26,-2 1 1,-1-2-1,-3 2-3,0-2-10,-2 0-16,-1-1 29,0-1-25,0-1-25,-2-1-1,1 0 0,-1-1 14,-4 0-13,0 0 11,-2 0-11,-1 0 29,0-2-14,0 0-15,-7 1 1,-5 0 10,0 2-12,-2 0-16,-2 4 16,0 3 7,-3 3-7,-1 4-67,-3 0 38,-2 5-19,-2 6 7,2 4 12,1 1 16,4 3-9,1 1-20,3 1-3,3 2 7,7-2 25,1 1-35,5 0-16,0-1 28,7-2 20,3-2 16,5 1-32,2-3 32,2 0 3,4-1-3,3-2 1,2 2 10,3-2 12,-1 1-23,1-1 1,1 0 19,-4-1-20,-2-1 0,-2 1-13,-3-2 12,-5 1 0,-2-2-40,-4 0 9,-1 1 30,-4-2-1,-1 2-39,-4 0 36,0 2 6,-4 0 41,-6 2 4,-5-1-6,-2 1 6,-4-1-16,1-1-29,1-2 1,0-3 19,1-2 22,2-1-26,2-3 7,2 0 28,2 0 26,1-1-26,5-3 9,-1-1 36,3-3-36,2-2-44,0-1-3,0-5 22,2-5-35,5-1-37,2-1 21,3 0 3,0 1-9,2 3-22,2 2-33,1 4 16,2 0-22,-1 5-42,1 2-22,0 3 15,3 0-120,0 2-403,-5-1-57,7-1-401</inkml:trace>
          <inkml:trace contextRef="#ctx0" brushRef="#br0" timeOffset="1498.5559">16023-1407 1334,'0'0'719,"0"0"-561,0 0-73,0 0 54,0 0-52,0 0-39,0 0-22,0 0 13,0 0-39,0 0-26,74-1 0,-54 13 26,4 3 26,1 0-10,1 4 36,1 3-1,1 1-34,-1 2-17,0-1 0,-2 1-2,-1 1-17,-3 0-13,1-2 19,-3-1 12,-2-2 0,0-2-15,-2-4-7,-2-1 22,-1-4-28,-2-1-48,-4-4-111,-1-2-133,0-3-192,-3 0-86</inkml:trace>
          <inkml:trace contextRef="#ctx0" brushRef="#br0" timeOffset="1750.0807">16462-1421 1061,'0'0'1175,"0"0"-1010,0 0-48,0 0 60,0 0-96,0 0-80,0 0 41,-74 23 22,62-8 0,-2 2 0,0 3-9,0 5-26,-2 1 9,0 2-7,-3 3-30,1-1 11,0 0 4,-1 0-15,3-6-1,2 1-11,2-6 9,3-3-21,0-2-54,3-3-32,3-3-36,-2-1-87,3-2-133,2-3-203,0 2-34,0-4-200</inkml:trace>
          <inkml:trace contextRef="#ctx0" brushRef="#br0" timeOffset="2489.8102">16665-1261 1911,'0'0'493,"0"0"-371,0 0-92,0 0-30,0 0 0,0 0 49,0 0 73,0 0 52,0 0 9,0 0-20,0 0-61,77-10-32,-61 2 22,3-2-13,-1-2-37,0 1-4,0-2 22,1-1-10,-3 0-28,-2-1 3,0 0 16,-3 2 13,1-3-42,-2 1-12,-1 2 25,-2-2-6,1 1-5,-2 1-12,-3-2 24,1 1 9,-4 0-35,0 2 0,0 2 10,-2-1 2,-1 4-12,-3 1-42,-1 1 42,-1 3-12,-3 0-41,-1 2-57,-6 0 9,-2 4 19,-3 5 0,-3 0 18,0 4 51,-1 1 10,2 0-26,1 1 7,2-1 22,5-2 3,1 1-3,3-2-37,3 1 36,1 1-1,3-2-48,2 3 11,2-3 14,2 3 24,0 1-18,7 0-7,3 2 26,4 1-2,2 0-4,3 0-7,4-2 13,0 1 3,6-2-1,-2 1-1,2-2 0,1-1 19,1 0-20,-4-2-3,-2-1 1,-2 2-1,-4 0-42,-4 0 13,-4 1-9,-5-1 19,-1 1 18,-5 0 3,-2 1 1,-8 0 16,-4 0-9,-3-2-7,-2-2-39,0-1 1,-1-3 6,-1-1 18,1-3 14,0-2 19,3 0 13,-1-2-6,3-3 9,1-2 38,3-3 10,2 1-6,2-2-10,2-3 34,5-1-21,0-5-80,3-3-7,6-2-9,5-4 4,2 1-33,3-4-2,4 2 12,2 0-16,2 1 22,3 2-9,0 1 22,1 1-13,0 5-2,-6 3-33,-3 4-35,-6 6-139,-6 2-265,-4 2-270,-5 3 44</inkml:trace>
        </inkml:traceGroup>
      </inkml:traceGroup>
    </inkml:traceGroup>
  </inkml:traceGroup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</inkml:channelProperties>
      </inkml:inkSource>
      <inkml:timestamp xml:id="ts0" timeString="2024-03-15T14:39:04.439"/>
    </inkml:context>
    <inkml:brush xml:id="br0">
      <inkml:brushProperty name="width" value="0.07" units="cm"/>
      <inkml:brushProperty name="height" value="0.0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745DFBDF-2976-40C9-84FC-B65B332B59BD}" emma:medium="tactile" emma:mode="ink">
          <msink:context xmlns:msink="http://schemas.microsoft.com/ink/2010/main" type="writingRegion" rotatedBoundingBox="5067,9242 11751,9242 11751,11033 5067,11033"/>
        </emma:interpretation>
      </emma:emma>
    </inkml:annotationXML>
    <inkml:traceGroup>
      <inkml:annotationXML>
        <emma:emma xmlns:emma="http://www.w3.org/2003/04/emma" version="1.0">
          <emma:interpretation id="{D8066772-C351-4753-A896-5A2293C84E65}" emma:medium="tactile" emma:mode="ink">
            <msink:context xmlns:msink="http://schemas.microsoft.com/ink/2010/main" type="paragraph" rotatedBoundingBox="5067,9242 11751,9242 11751,11033 5067,11033" alignmentLevel="1"/>
          </emma:interpretation>
        </emma:emma>
      </inkml:annotationXML>
      <inkml:traceGroup>
        <inkml:annotationXML>
          <emma:emma xmlns:emma="http://www.w3.org/2003/04/emma" version="1.0">
            <emma:interpretation id="{48BA3C73-9024-45D3-92E5-94CCD21C5CB7}" emma:medium="tactile" emma:mode="ink">
              <msink:context xmlns:msink="http://schemas.microsoft.com/ink/2010/main" type="line" rotatedBoundingBox="5067,9242 11751,9242 11751,11033 5067,11033"/>
            </emma:interpretation>
          </emma:emma>
        </inkml:annotationXML>
        <inkml:traceGroup>
          <inkml:annotationXML>
            <emma:emma xmlns:emma="http://www.w3.org/2003/04/emma" version="1.0">
              <emma:interpretation id="{B723B6FF-FBE2-47CE-9FCB-FF4A6C9FD189}" emma:medium="tactile" emma:mode="ink">
                <msink:context xmlns:msink="http://schemas.microsoft.com/ink/2010/main" type="inkWord" rotatedBoundingBox="5067,9242 11751,9242 11751,11033 5067,11033"/>
              </emma:interpretation>
              <emma:one-of disjunction-type="recognition" id="oneOf0">
                <emma:interpretation id="interp0" emma:lang="en-US" emma:confidence="0.5">
                  <emma:literal>verticals</emma:literal>
                </emma:interpretation>
                <emma:interpretation id="interp1" emma:lang="en-US" emma:confidence="0.5">
                  <emma:literal>vertical z</emma:literal>
                </emma:interpretation>
                <emma:interpretation id="interp2" emma:lang="en-US" emma:confidence="0">
                  <emma:literal>vertical</emma:literal>
                </emma:interpretation>
                <emma:interpretation id="interp3" emma:lang="en-US" emma:confidence="0">
                  <emma:literal>vertical 2</emma:literal>
                </emma:interpretation>
                <emma:interpretation id="interp4" emma:lang="en-US" emma:confidence="0">
                  <emma:literal>vertical .</emma:literal>
                </emma:interpretation>
              </emma:one-of>
            </emma:emma>
          </inkml:annotationXML>
          <inkml:trace contextRef="#ctx0" brushRef="#br0">-215 2884 1618,'0'0'189,"0"0"-160,0 0 69,0 0 197,0 0-49,0 0-53,0 0 52,0 0 14,0 0-80,0 0-68,0 0-53,-21-31-58,34 13-61,3-2 7,6-6 54,2-1-2,1 0-14,4 3 15,-1 1 1,-1 3 0,2 2-15,-4 4-13,2 2 9,-5 4-7,0 1-22,-5 7-32,1 1-3,-3 13 32,-2 3 38,0 11-14,0 7 25,-4 7 4,-1 8-4,1 8-14,0 3 13,-2 2-32,4-1-1,0-7 33,-1-4 0,4-6 1,0-5 0,-1-6 1,3-5-15,-1-6 14,0-4 4,0-4-2,2-6 22,-2-4 49,1-5 31,0-5 17,2-9 24,0-6-31,0-5-52,-1-7-3,2-3 25,-3-5-9,0-4-10,1 2-44,-2-3 6,0 0 25,-2-1-50,-2 0 13,-1 3-13,-1 0 0,-3 5-3,-1 2-47,1 5 9,-3 6 3,2 5-63,0 6-74,3 7-118,1 7-275,2 0-620,5 12 93</inkml:trace>
          <inkml:trace contextRef="#ctx0" brushRef="#br0" timeOffset="1014.0036">943 3163 2221,'0'0'333,"0"0"-229,0 0-34,0 0 127,0 0-24,0 0-55,0 0-70,0 0 29,0 0 34,0 0-22,81-54-54,-57 35-20,0 0 20,-1-2 3,-3 1-38,-2 0-2,-1-1 2,-2 2 22,-3 0-22,-4 2 1,-2-1 20,-3 5 8,-3-1-29,0 0 19,-3 3-10,-5-2-9,-3 2-25,-1 1-22,-2 4 12,1 2-6,-4 4-57,-2 0-33,0 10 23,-1 5 54,0 5 2,-1 6 8,2 2 15,2 7 16,1-2-16,3 3 4,4 0 25,2-1-1,3-4-13,4 1-31,1-6 44,9-2 0,2-3 1,3-3 12,2-3 27,4-5 47,2-1-31,6-4-4,1-4-3,1-1 51,4-2-53,0-6-45,0-3 40,0-3 10,-2-2-36,0-3-2,-1-2 16,-2 2 1,-1-3-30,-3 0 0,0 0 15,-5 1 7,-3-1-6,-2 3 0,-2 0 3,-4 0 12,-3-1 4,-2 3-19,-3 0 12,-2 1 0,0-1-9,-7 2 0,0 2-16,-3 1 4,2 3-7,-3 4-41,0 1-35,-1 4-15,-1 0-14,0 4-35,-1 6 7,1 2 34,1 1 12,2 2 23,2 2-3,5-2-4,3-2 16,2 1-15,7-1 34,1 1 33,4 0-23,0 1 10,3-1 16,-1 1-19,2 0 2,-1 2 14,0 0-17,-4 3 8,0 2 12,-2 1 2,-4 1 11,-2 1 7,-1 2 2,-1 0-6,0-2-3,0-1-13,-1-3 11,4-1-11,-1-4-2,1-3-21,4-3 23,-1-4 16,4 0 13,4-5 23,2-1 15,2 0-22,3-4 7,2-5-7,0-4-27,1-2-18,1-1-11,-1-4 9,-2-1 1,-1-3 0,0 0 1,-4-1 22,-1 0-2,-2 0 5,-1 1 27,-3 0 5,0 1-9,-4-2-19,1 0 3,-1 1 12,-4-2-2,0 0 2,1 0-6,-4 0 10,1 0 3,-2 3-38,-1 0 9,0 2 9,0 3 29,0 6-28,0 1 3,0 3 12,0 3 13,0 3-19,0 1 15,-1 1-30,1 0-26,0 0-62,0 0-48,0 0-20,0 3-9,-2 7-58,-1 5 194,0 6 3,-2 7 0,1 5-27,0 4-15,-2 4-18,3 3 28,3 1 16,0 3-42,0-1 39,0-2 0,7-3-33,2-4 8,2-6-40,3-3-106,1-8-117,3-5-39,-1-4-64,-2-6-78,5-6-206</inkml:trace>
          <inkml:trace contextRef="#ctx0" brushRef="#br0" timeOffset="1323.968">2081 3027 2538,'0'0'342,"0"0"-227,0 0 135,0 0 24,0 0-221,0 0-53,0 0-69,0 0 5,0 0 4,66-43-1,-39 34 26,1 4-6,0 1-36,1 4-16,-3 0 45,0 0-3,-1 4-4,-1 4-15,-3 1 21,-4 4 4,-1 1-16,-4 3 61,-2 4 6,-1 2 14,-4 3 2,-3 2-20,1 0 24,-3-2 16,0 0-42,0-4 0,0-3-1,0-4 0,0-4-30,0-4-72,0-3-72,0-1-184,0-3-151,0 0 113,0-15-108</inkml:trace>
          <inkml:trace contextRef="#ctx0" brushRef="#br0" timeOffset="1473.9492">2412 2825 2398,'0'0'442,"0"0"-269,0 0 109,0 0 1,0 0-179,0 0-104,0 0-69,0 0-80,0 0-148,0 0-4,0 0 233,16 26-199,0 1-998</inkml:trace>
          <inkml:trace contextRef="#ctx0" brushRef="#br0" timeOffset="1800.119">2971 3008 3156,'0'0'367,"0"0"-237,0 0 103,0 0 19,0 0-62,0 0-39,0 0-24,0 0-16,0 0-50,0 0-61,0 0-22,-37-45 3,35 45-11,-4-2-26,2 2-21,-3 0-3,-2 5-19,-4 4-1,0 5 26,-3 2 36,1 5 1,-1-1 6,2 5-7,1-1 9,3 2-9,4-1-9,3 0-22,3-2 38,0-1-26,10-1-25,2 0-44,6-3-46,5 2-22,3-5 2,5-1-39,3-6-46,1-2-176,-6-4-197,15-2-44</inkml:trace>
          <inkml:trace contextRef="#ctx0" brushRef="#br0" timeOffset="2502.075">3451 3142 1886,'0'0'341,"0"0"1,0 0 128,0 0-55,0 0-92,0 0-72,-6-59-6,1 52-56,-2 2-16,-1 1-50,1 1-68,-1 0-35,-1 3-20,1 0-50,-5 0-23,-1 3-1,-2 7 6,-2 2-12,0 3 5,-1 5 32,0 1 21,1 2-21,4 2 2,1-3 26,4 0-23,4-5-5,4-1-10,1-3 31,0-3-3,8-3-17,1-1-24,1-3 66,2-2 16,3-1 9,2-1 0,0-5 4,2-3-29,0-1-7,-1-3-37,-1 0 22,0-1 10,-1 0-23,-2 1-9,-1 0 25,-1 3-3,-2-1-41,-2 3-3,-2 1 12,-2 4-3,-1 2-25,-3 1-10,0 0 12,0 0-41,0 1-77,2 6 47,-1 2 151,2 3 12,-3 2-12,5 1 0,-2 1 12,4 0-6,0 1-6,2-1-3,3-3 3,2 1 39,3-5-23,1 0 13,3-3 32,1-5 0,3-1-35,2 0-4,1-5 0,-1-5-22,1 0 0,0-5-47,-2-1 34,0-3 13,0-3-26,0-3 26,-1-3 1,-1-1 22,1-3-21,-2-2 0,-1-1 39,-2-1 20,-1 0-13,-3-3-19,-3 0 53,-2-2-12,-5 0-25,-2 0-29,-4 1 47,0 2 16,-1 2-28,-5 6 6,-1 9 37,2 4 3,0 8 2,3 3 4,0 6-10,-1 0-93,3 0-65,-3 6-48,0 7 40,-2 6 26,0 10-15,2 5 14,-3 7 48,3 5 18,-1 4 7,-2 6 13,1 4 34,1 1-34,0 5-38,1 1 1,2 0 2,1-4-3,1-6-25,7-7-47,3-11-4,2-8 39,4-10-8,5-6-24,2-8 25,6-7-70,3-3-220,-8-7-434,15-20-981</inkml:trace>
          <inkml:trace contextRef="#ctx0" brushRef="#br0" timeOffset="68902.939">4543 3386 372,'0'0'1193,"0"0"-1063,0 0-87,0 0-40,0 0-3,0 0-35,0 0-49,0 0 84,0 0 13,0 0 91,0 0-36,69-24-39,-46 18-9,4 2 22,4-1 10,5-1-33,1 2 7,5-1 10,1-1 0,2 2-36,2 0 0,-1 1 0,1-1-4,-3 4 1,-1-1-26,-5 1-3,-3 0 30,-5 0-24,-3 1-3,-6 2 29,-2 0 0,-5 0-11,-2 1 9,-4-2 2,-2 2 23,1 1-4,-4-1 56,2 2 52,0 3-17,-1-1-36,0 5-9,-1 1 9,1 1 7,-2 2-26,0 1-20,-1 3 17,1 0 5,-1 3-57,-1 2 0,0 4 9,0 0 12,0 3-21,0 3-10,-4 1 10,0 2 26,-1 2-26,-1 1 0,0 1 0,-2 2 0,0 0 0,0-1-23,0 0 22,-2-2 1,3-6-22,-1-1 22,0-4 16,2-4 29,0-5-26,-1-1-18,1-4 22,3-2-2,-2-5-21,2 0 0,-1-3 0,2-1 7,0-2-7,1 1-15,-1-2 15,0-1 0,2 0-13,-1-1-10,1-1 23,0 0-3,0 0-39,0 0-13,0 0 10,0 1-13,3-1-22,3 2 80,2 0 13,6 2 41,7-1-41,4-1 0,7 0 13,4-1 6,5-1-30,2 0-2,6-2 3,2-2 32,2-2-35,4 0 13,2-1 13,-1-1-26,1 1-24,-1 2-5,-2 3-13,-2 1 7,-2 1-40,-5 1-15,-1 4-4,-5 1 4,-4 0 12,-3-1-19,-3 2-7,-5-2 7,-2 1-4,-2-2 23,-6-1 33,-2 2-20,-3 0 6,-1-1 20,-4-1-39,-1 0-55,-3-1 12,1-1 4,-1 0-82,-2-1-124,0 0-267</inkml:trace>
        </inkml:traceGroup>
      </inkml:traceGroup>
    </inkml:traceGroup>
  </inkml:traceGroup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</inkml:channelProperties>
      </inkml:inkSource>
      <inkml:timestamp xml:id="ts0" timeString="2024-03-15T14:38:59.231"/>
    </inkml:context>
    <inkml:brush xml:id="br0">
      <inkml:brushProperty name="width" value="0.07" units="cm"/>
      <inkml:brushProperty name="height" value="0.0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BF66E986-447C-41C2-A067-40ABB7FC304A}" emma:medium="tactile" emma:mode="ink">
          <msink:context xmlns:msink="http://schemas.microsoft.com/ink/2010/main" type="writingRegion" rotatedBoundingBox="5297,5708 24197,5608 24245,14880 5345,14980"/>
        </emma:interpretation>
      </emma:emma>
    </inkml:annotationXML>
    <inkml:traceGroup>
      <inkml:annotationXML>
        <emma:emma xmlns:emma="http://www.w3.org/2003/04/emma" version="1.0">
          <emma:interpretation id="{FE4A5127-64DB-4154-A9C0-694EBB38DBDA}" emma:medium="tactile" emma:mode="ink">
            <msink:context xmlns:msink="http://schemas.microsoft.com/ink/2010/main" type="paragraph" rotatedBoundingBox="5278,6123 22385,5531 22441,7132 5334,7725" alignmentLevel="1"/>
          </emma:interpretation>
        </emma:emma>
      </inkml:annotationXML>
      <inkml:traceGroup>
        <inkml:annotationXML>
          <emma:emma xmlns:emma="http://www.w3.org/2003/04/emma" version="1.0">
            <emma:interpretation id="{7564D4E2-DD7B-4128-BFFD-27EC0C1FBE38}" emma:medium="tactile" emma:mode="ink">
              <msink:context xmlns:msink="http://schemas.microsoft.com/ink/2010/main" type="line" rotatedBoundingBox="5278,6123 22385,5531 22441,7132 5334,7725"/>
            </emma:interpretation>
          </emma:emma>
        </inkml:annotationXML>
        <inkml:traceGroup>
          <inkml:annotationXML>
            <emma:emma xmlns:emma="http://www.w3.org/2003/04/emma" version="1.0">
              <emma:interpretation id="{D47348FF-1746-40A2-860A-AF9E15FC30BC}" emma:medium="tactile" emma:mode="ink">
                <msink:context xmlns:msink="http://schemas.microsoft.com/ink/2010/main" type="inkWord" rotatedBoundingBox="5285,6320 17638,5892 17686,7297 5334,7725"/>
              </emma:interpretation>
              <emma:one-of disjunction-type="recognition" id="oneOf0">
                <emma:interpretation id="interp0" emma:lang="en-US" emma:confidence="0.5">
                  <emma:literal>Horizontal-no-qwords</emma:literal>
                </emma:interpretation>
                <emma:interpretation id="interp1" emma:lang="en-US" emma:confidence="0">
                  <emma:literal>Horizontal-no-qword</emma:literal>
                </emma:interpretation>
                <emma:interpretation id="interp2" emma:lang="en-US" emma:confidence="0">
                  <emma:literal>Horizontal-wo-qwords</emma:literal>
                </emma:interpretation>
                <emma:interpretation id="interp3" emma:lang="en-US" emma:confidence="0">
                  <emma:literal>Horizontal-n-o-qwords</emma:literal>
                </emma:interpretation>
                <emma:interpretation id="interp4" emma:lang="en-US" emma:confidence="0">
                  <emma:literal>Horizontal-neo-qwords</emma:literal>
                </emma:interpretation>
              </emma:one-of>
            </emma:emma>
          </inkml:annotationXML>
          <inkml:trace contextRef="#ctx0" brushRef="#br0">-8952-7138 1159,'0'0'1153,"0"0"-982,0 0-93,0 0 12,0 0-80,0 0-10,0 0-74,0 0 74,0 0 0,98-48 0,-57 34-39,2 1-6,1 3-23,-1 2-3,1-1 12,-1 0-5,0 0-82,1-2-146,-1 0 51,-2 1-10,-2-2-214,-10 4-67</inkml:trace>
          <inkml:trace contextRef="#ctx0" brushRef="#br0" timeOffset="-501.065">-8822-7646 447,'0'0'557,"0"0"-59,0 0-361,0 0 19,0 0 84,0 0-55,0 0-94,0 0-55,0 0-36,0 0-55,0 0-45,-14-4 29,14 12 71,1 5 52,1 5-14,1 5 40,-3 6-7,0 7-12,0 3-33,-2 5-14,-4 5-12,-2 1 23,0 1-39,-4 1 16,2 0-24,-1-2 24,0-3 39,2-3 6,1-4-13,3-4-32,3-6-58,-1-1 10,3-2 35,0-7-10,0-1-38,2-8-59,1-1-146,6-7-189,1-3 25,-2 0 33,7-15-115</inkml:trace>
          <inkml:trace contextRef="#ctx0" brushRef="#br0" timeOffset="-216.2464">-8580-7525 1918,'0'0'276,"0"0"-205,0 0 62,0 0 135,0 0-78,0 0-74,0 0-55,0 0-61,0 0-109,0 0-55,0 0 61,5 7 103,0 11 29,1 4 22,0 5 23,0 5-32,-2 2-10,-2 6-16,-1 0 27,-1 2-43,0 2-3,0 0 3,-3-3 0,0-3-26,-1-1-6,1-4-29,0-2 19,0-3 0,1-3 13,1-1-32,-1-5-17,1-4-22,0-4-129,-2-3-317,2-2-62,-6-6-478</inkml:trace>
          <inkml:trace contextRef="#ctx0" brushRef="#br0" timeOffset="300.6125">-8262-7330 434,'0'0'534,"0"0"-254,0 0-126,0 0-21,0 0 17,0 0-37,0 0-6,-59 55-19,50-40 13,2 0-33,0 0-20,2 0 30,0 2-29,2 0 28,3 0 1,0 0-26,0 0-6,3-2-46,4-3 0,2 2 39,-1-4 28,4-1-51,1-3 10,1-1 29,3-1 3,-1-3-13,2-1 6,-2 0 61,3-6 35,-2-3 3,2-1-29,-1-4-10,-1-2-22,-3-1-45,-3-1-9,-1-2 15,-4-2 4,-1 0-24,-4 0-30,-1-1 0,0 1 3,-4-2-3,-6 2-22,-3 0-9,-2 1 31,-3 5-44,1 1-45,0 4-43,4 6-46,0 3-90,7 2-185,1 6-527,3 10-53</inkml:trace>
          <inkml:trace contextRef="#ctx0" brushRef="#br0" timeOffset="1065.2506">-7924-6993 1737,'0'0'1249,"0"0"-1118,0 0-38,0 0 235,0 0-31,0 0-84,0 0 10,0 0-93,0 0-130,0 0-31,2-45 31,9 25 6,0 3 6,0-2 10,0-1 6,0 1-9,1 2-4,0-1-13,-4 0 14,2-1 8,-1 0-10,-1-2-14,-1 1 0,0 1-3,-2-2 0,-2 2 3,1 2-16,-2 0 16,-2 3 8,0 1-8,0 4-18,-3 3 15,-3 0-16,-1 3-33,-2 2-41,-2 1-35,-2 1 0,-1 5-27,0 3 48,0 2 38,1 3 22,3 0-10,1 0 13,3-1-1,2 0 14,1-3 2,3 2-25,0-2 19,3 0-6,6-1 21,3 1-7,2-1 26,2 0-20,3-1 19,2 0-26,-1-1 28,0 0-13,0-1 13,-3 1-26,0 0-6,-4 0 31,0 1-27,-4 0 15,1 1 12,-4 1 2,2 1 1,-2 2 0,1-2 27,-1 4-28,3-3 0,-2 0 2,-1 0 26,2-3-26,1 2-3,0-3 0,1-1 3,0-3 17,3 1-1,-1-4 16,4 2-10,1-3 17,-1 0-23,5-4 3,-2-1 10,3-5 0,0 2-32,-1-4 1,1-3-1,-4 1 16,1-1-14,-1-1-1,-3 1 24,-1 0 4,-5 1-17,1 3 4,-3 0 29,-3 2 15,-1 2-44,-1 2-1,-1 1 17,-1 3-23,0 1-9,0 0-47,0 0 6,0 0-16,0 0-44,0 0-20,0 3 3,0 5 105,-1 1-13,-1 3 16,-1 3 10,0 0 0,2 1-10,-2 3-19,3 0 29,0-1-1,2 0-26,1 1-8,4-4-6,0-3 40,2-2-49,1-2 37,0-4-39,1-3-66,2-1-127,-1-5-98,-1-5-225,-3 1-54,4-15-173</inkml:trace>
          <inkml:trace contextRef="#ctx0" brushRef="#br0" timeOffset="1217.0802">-7222-7500 2312,'0'0'255,"0"0"-206,0 0 102,0 0 13,0 0-164,0 0-13,0 0-119,0 0-138,0 0 50,0 0-108,0 0-671</inkml:trace>
          <inkml:trace contextRef="#ctx0" brushRef="#br0" timeOffset="1846.9361">-6886-7173 1554,'0'0'1656,"0"0"-1510,0 0-15,0 0 223,0 0-150,0 0-75,0 0-29,0 0-100,0 0-35,0 0-39,0 0 39,22-42 13,-11 35-24,2 1 1,-2 0 4,0 2 16,2 2-19,-1-1-19,-1 1 6,1 2-6,-2 0 0,-3 3-13,2 4 16,-1 3 15,-2 2 1,-4 6 19,-2 3 21,0 5-82,-5 3-64,-3 1-35,-4 0 11,0 0 84,-2-1 55,0-3 9,2 0 24,-1-5 2,2 2 8,2-7-8,1-2 0,4-2-2,3-3-24,1-4-32,0 1 13,5-2 32,4 2 10,4-1-10,2-1 13,1 1 19,3 0-6,2 0-13,-2 1-21,1 2 21,-1-2 2,2 3-2,-2 2-26,-2 3 26,1 1 12,-3 2-11,-3 3 20,0 3-4,-6 3 8,-2-1 11,-4 1-7,0-1 13,-7 0 6,-2-5-16,-4-1 13,0-2 1,-4-3 18,1-5 0,-1-3-3,-4-3 9,1-3 1,1-2-11,-3-6 4,2-5 0,0-2 44,1-5-41,2-3-13,1-3 25,6-5 28,1-2-31,6-4-76,3-3-24,1-2-16,11 3-33,6-3 0,5 3 13,7 3 16,4-1-26,3 3 16,2 1 29,3 3-17,0 3-53,1 4-94,-2 1-284,-9 8-239,6-2-428</inkml:trace>
          <inkml:trace contextRef="#ctx0" brushRef="#br0" timeOffset="2642.75">-6340-7210 2304,'0'0'343,"0"0"-221,0 0 247,0 0-21,0 0-155,0 0-35,0 0-39,0 0-119,0 0-113,0 0-13,0 0 75,-44 31 26,39-13 25,-2 4 0,3 2 34,0 2-34,1-1-3,3 2 3,0-4 50,0-1-49,5-3 0,3-1 1,1-5 2,2 0-4,2-3 0,3-5 12,4-1 45,1-4-10,4 0-9,1-4 12,3-7-3,-3-3-47,2-1 2,-4-3-2,0 1 0,-2-4-12,-4 0-23,0-2 35,-5 1 0,-2-1-28,-5-1-7,-2 3 13,-4 1-3,-2-2-60,-9 2-7,-4 2 4,-3-1-4,-6 7-61,-1 1 13,0 4 57,-1 5 25,1 2 16,-1 2 20,3 6 19,0 3-9,3 3-17,1 1-5,5 0 34,3 0 0,3-1-42,6-2-29,2-2 23,0 0 8,6-2 40,4-1 48,4-2 39,4-2 3,2-3-45,5 0-10,0-4-3,1-4 1,1 0-33,-1 0-10,-1-2 10,0 3 23,-1 0-23,-4 2-22,2 2 22,-1 0-1,-2 3-41,-2 1-22,-1 7 10,-1 1-14,-1 3 11,-2 6 57,0 2 32,-2 2 42,-3 4-61,-1-1-10,-3 1 36,-1-3 12,-2-2-48,0-5 1,0-2 37,0-8 17,0-1-20,0-1 1,0-4 53,0 0 26,0 0-13,0 0 0,0-6 34,0-3-95,3-5-44,2-2-31,1-5-10,2-2 22,2 1-3,2-3-1,-1 0 1,3 0-6,1 2-7,0 1-19,1 2 25,2 4-6,-2 3-3,-1 5-3,-2 3-4,-3 3 4,0 2-61,-3 2 9,-1 6 25,0 5 68,-1 2 23,0 4-10,-2 3-12,0 1 31,-3 4-14,2-1-18,-2 4-35,0 2 12,0-1-28,0-1-168,0-4-255,0-6-312,1 1-488</inkml:trace>
          <inkml:trace contextRef="#ctx0" brushRef="#br0" timeOffset="2951.203">-5231-7504 3447,'0'0'294,"0"0"-269,0 0 32,0 0 37,0 0-93,0 0 75,0 0 12,0 0-88,0 0-119,0 0-66,-23 8 100,23 13 56,0 5 29,0 12 12,-3 4-12,-3 8-1,-1 4-31,1 2 29,0-1 1,1-5 1,0-4-46,5-2 47,0-5 0,0-8-56,3-4-29,2-5-33,0-5-38,4-4-91,-2-3 2,1-8-16,1-2-173,-3 0-145,3-15-154</inkml:trace>
          <inkml:trace contextRef="#ctx0" brushRef="#br0" timeOffset="3856.1235">-5368-7190 2267,'0'0'387,"0"0"-287,0 0 0,0 0 99,0 0-26,0 0-33,0 0-57,0 0-83,0 0-23,0 0-133,0 0 41,2-25 61,23 24 22,3-3-19,4 3-10,3-1-19,1 0 80,4-1 13,2 1-13,1-3-45,0 2 25,-3-2 18,-4 0 1,-3 2-19,-4-1 1,-6-1 19,-7 5-3,-5-3 3,-3 2 17,-6 1 28,0 0 58,-2-1 28,0 1 36,-2 0 27,-3 0-70,-2 0-112,0 0 17,-4 0 3,1 1-18,1 3-13,-4-2 14,0 4-12,-2 1-3,0 0 0,-2 1 7,3 3 14,-3 2-21,2 0 0,1 1 32,1 2-3,1 1-29,1 0-13,1 1 13,4-1 0,0 1-36,4-2-5,0-4 26,2 1 12,0-3-25,4-3 26,2 1 0,3-3-14,2-4 3,2 0 13,5-1 15,-1-1-15,6-5 0,0-3-70,-2-5-12,3 1-26,-4-2-17,2-2 1,-3 1 37,-2-1 32,-2 2-12,-1 0 44,-4 2 23,-3 3 42,-1 1-13,-3 3-10,0 2-19,-2 1 16,-1 1-16,0 2-6,0 0-42,0 0-39,0 2-55,0 4-22,0 1 130,-1 5 32,0 1-21,1 2-10,0 0 20,0 0 10,3 0 3,4 0-12,0 0 12,3 0 24,1-2-24,3-2 0,0-5 23,5 3 15,0-8-12,2 2 13,4-3-10,-1-4-6,4-3-22,-1-4-1,0-1-16,-2-4 12,2-3 3,-3-1 0,1-3 1,-2-3 26,-3 0-13,0-3-11,-1-1 17,-3 0 4,-3 0 12,1-1-15,-3 1 2,-4 0 43,0 0 2,-3 0-3,-3-2-15,-1 0-1,0 0-23,-4 2 4,-4 1-16,0 4 13,-2 4 2,-1 4-27,2 4 25,1 6 19,-1 4-45,2 3-19,-4 0-26,3 10-32,-3 3 16,-2 6 7,1 6 31,-1 7 23,0 4 19,2 4-3,-1 4-16,2 3 81,-1 7 18,1 3-7,0 6-24,2 1 11,1 2-12,3-4-7,2-3-19,2-8 0,5-7 4,4-10-35,5-8-10,4-5-15,2-6 12,1-6-25,3-5-10,4-4-29,2-8-79,0-7-160,-4 0-245,8-15-812</inkml:trace>
          <inkml:trace contextRef="#ctx0" brushRef="#br0" timeOffset="14636.88">-3415-6954 42,'0'0'265,"0"0"-44,0 0 30,72-32-42,-44 19-27,5-2 4,1 0 3,2 0-72,0 0-55,1 1-30,-4 3-29,0 1 23,-6 3-13,2 0-11,-4 3 0,-3 2-2,-1 2-13,-2 0 13,-2 0-23,1 2 3,-2 2 18,1 1-11,-1 1 11,-1-3-14,-2 3 3,1-2 12,-3 1-22,0-2 21,-3 0 2,0 0-2,-3-2-28,-1 1 17,0 0-10,-3-1 7,1-1-33,-2 0-9,0 0-50,0 0-227,-5 3-200</inkml:trace>
          <inkml:trace contextRef="#ctx0" brushRef="#br0" timeOffset="17451.9174">-1665-7454 909,'0'0'159,"0"0"-116,0 0 155,0 0 115,0 0-141,0 0-140,0 0-32,0 0-100,0 0 50,0 0 50,0 0 65,-17 44-7,14-26 4,-1 0-10,-2 3 26,-2 3 19,0 0-45,-3 3 3,-2 3-22,-1 0-24,0 2-9,1-4-13,2-1 13,0-5 2,2-3-2,2-5-18,1-2 18,1-6 3,3 0-1,1-3-2,0-2 29,1-1 39,0 0-13,0-1-13,0-4 61,0-4-35,1-2-68,2-5 1,2-5 22,0-1-1,1-1 7,-1-1-9,1-1 47,0 0-25,1 1-19,-1-1 18,0 2 5,-1-1 37,3 1-61,-2 2 1,2 2 15,-2 1-15,1 4-23,-2 3-26,1 3 24,0 5-14,-1 2-90,1 1-58,3 4 80,2 6 46,2-1-8,2 6 37,2 4 9,1 3 1,1-1-1,0 3-30,0 0 30,0-1 0,-2 0-2,0-3-12,-1-3 14,-2-2 2,-1-1-2,-2-5 0,-1 0 0,0-3 22,-4-2-21,0-2 16,0-2 50,-3 0 53,1 0 43,-1-5 30,0-1 49,3-4-48,-3-4-89,2-2-52,1-1-2,-1-3 5,2 2-34,-3-3-19,2 2 15,-1-1-2,0 0-14,-2 1-1,0-2 0,0 2-1,-3 1 0,0-1-41,0 2 13,0 1-19,0 2-4,0 2-53,0 6-102,0 1-27,2 3-100,3 2-303,6 0-89,-5 4 221,10 2-103</inkml:trace>
          <inkml:trace contextRef="#ctx0" brushRef="#br0" timeOffset="16269.3827">-1607-7493 300,'0'0'632,"0"0"-469,0 0-104,0 0 58,0 0 134,0 0-33,0 0-66,0 0-64,0 0-10,0 0-7,-15-38-22,14 38-7,1 0 16,0-2 10,0 2-16,0 0-3,0-1 18,-1 1-5,1-2-27,-2 1-2,2 0 15,-1-1 0,1 2-32,0-1-15,-1 1 22,0-3-1,1 3-20,0-1-1,-1 1 18,1-1-5,0-1-14,0 1-1,-2 1 1,2-3 0,-1 2-10,1-1-1,0 2 11,0 0 13,-2-1-13,2 1 0,0-2 10,0 2 0,0 0-10,0 0-18,0 0 18,0 0 2,0 0-2,0 0-17,0 0 17,0 0 23,0 0-23,0-1 1,0 1 20,0 0 5,-1 0-26,1 0 0,0 0 1,0 0 6,0 0-7,0-1-29,0 1 26,0 0 1,0 0-26,0 0-18,0 0 14,0 0-10,0 0-35,0 0-13,-1 0-1,1 0-19,0 0-84,0 4-166,-1-3-92,-1 5-27,6-17-380</inkml:trace>
          <inkml:trace contextRef="#ctx0" brushRef="#br0" timeOffset="17777.0498">-1068-7465 836,'0'0'166,"0"0"-94,0 0 113,0 0 105,0 0-40,-63 66-13,53-50-84,1 2-40,4-2-19,1 4-10,3-1-23,1 1-12,0 1-14,8-1 7,1-1-6,0-2-25,6 0-9,-1-4 16,3-3-6,-1-1-11,2-3 10,-1-2 12,1-4 25,0 0 13,-2 0 26,-1-7 38,0-1 38,-1-2-16,-3-3-33,-2 0-19,-2-3 6,0-2-60,-1-1-28,-2-1 6,-2-1-19,0-1 0,-2-2-11,0 0 11,-5 2 0,-4 0-12,-2 2-14,-4 2-5,2-1-7,-4 4-70,3 5-85,1 1-44,3 7-135,3 0-307,5 4-414</inkml:trace>
          <inkml:trace contextRef="#ctx0" brushRef="#br0" timeOffset="17977.6822">-609-7356 2395,'0'0'1119,"0"0"-1081,0 0-3,0 0 51,0 0 34,0 0-61,0 0-59,0 0-44,0 0-104,0 0-87,0 0 12,2-14-91,20 11-134,-3-1-594,11-3-355</inkml:trace>
          <inkml:trace contextRef="#ctx0" brushRef="#br0" timeOffset="18786.1452">-30-7548 2541,'0'0'233,"0"0"-156,0 0 90,0 0-30,0 0-111,0 0-25,0 0-1,0 0-26,0 0-37,0 0 63,-38 38 6,35-17 13,-1 2-17,0 3-2,1-1 51,3 3-37,0 0-14,0-4-38,0 1 38,7-3 25,0-2-5,3-2-20,3-4 0,2-2 35,0-4-35,3-2 13,0-5 6,3-1 48,1-1-26,-2-8-25,2-2 22,-1-4-1,1 0-37,-2-4-12,-2 1 12,-1-2 10,-3 1-10,-2-2-9,-1-1 9,-3 1 41,-4 0-38,-2-2 16,0 1 32,-2-1 6,0-3-27,-2 4-29,0-1 21,0 5 6,0 2-28,2 2 1,0 3-1,0 5-11,0 1-27,4 0-42,1 4-2,0-1-7,1 2 0,2 0-20,2 0 7,1 5 35,0 5 19,0 1 9,0 2 20,0 7 18,0-1-15,-1 4 12,-1 4 4,-3 2 29,0 5-29,-3 4-15,-3 6 13,0 4-12,-3 5 14,-3 4 0,-4 2 0,1 1 25,-2 0-6,3-1 13,-1-4 58,3 0 3,2-9-10,0-1-77,4-5 10,0-6-15,0-4-1,4-4-12,4-6 12,-1-4 0,2-2 9,2-4-7,1-2-2,0-5 45,2 0 9,2-3-9,0-1-14,0-5 14,0-2-7,2-3-6,-2-3-4,0-1 7,0-1 0,-2-2-16,-3-3-17,0 1 14,-4 0-15,-2 0-1,-4-3 2,-1 2-2,-6 0-1,-7-1-37,-4-1-38,-6-1 0,-3 1 25,-5 0 6,-2 0 45,-2 1 29,0 0 44,-2-1-6,4 4-32,2-2 34,6 1 26,6 5-16,5 4-20,6 0-9,4 3-40,4-2-10,2 0-66,8 0-69,9-2-1,9-2 6,4-1 31,9-3 17,3 3-14,5 0-122,-11 4-245,15-4-639</inkml:trace>
          <inkml:trace contextRef="#ctx0" brushRef="#br0" timeOffset="19931.7834">878-7430 235,'0'0'2495,"0"0"-2216,0 0-176,0 0-20,0 0 70,0 0-45,0 0-73,0 0-35,0 0-60,0 0-20,-32 6 36,26 12 12,-2 8 32,-1 4 11,1 1 28,-3 4-25,1-1-12,1-2 38,1 0 4,0-5-44,3-3-13,1-4 13,4-5-1,0-3-38,0-3-2,0-3 41,6-3 25,0-2 10,2-1 4,4 0 43,2-4 13,2-2-44,2-5-35,2-3 9,0-1-8,0-1-17,0-3-22,0 4 22,1-2 12,-4 2-12,1 0-10,-3 1 10,-2 4 6,-4 2-6,-2 3-57,-4 3-9,-1 2-4,-2 0-16,0 0-25,0 4-20,3 5 131,-2 5 1,1 4-1,2 1 1,1-1 0,1 1-1,3-4-1,1 0 0,2-3 1,2-4 15,0-1 7,3-4-3,1-2 26,1-1 0,2 0-10,-1-6-7,0-3-2,0-1-13,0-2-13,-2-2-16,-2 0-3,-2-1 3,-2-1-35,0 0 19,-3 0 10,-3-2 2,-3-1-1,0 2 21,-3-2 26,0 1 12,0-2-12,-6 2 9,1-1 12,-1 3 23,1 1-25,-1 2-4,4 5 6,1 0-18,-1 3-29,2 3-1,0-2-40,2 4-29,3-3-35,2 2 6,3 1 23,2 0 12,1 0 6,3 1-2,-2 3 5,1 3 20,0 0-1,0 3 4,-3-1 29,1 2-32,-3 0 6,-3 3-3,1-2 30,-4 3 0,1 2 1,-4-1 1,0 0 13,-1 0 3,2 2-16,-1-3 0,1 0 12,0 0-9,1 0-3,-1-3 0,3 0 3,0-1-3,2-4-4,0 1 4,0-2 13,4-1 16,0-5 10,0 0 12,2 0 48,1 0 1,0-5-30,1-2-13,0-2 4,0-2-10,0-2-23,0-1-12,-1-3 6,0 2-2,-3-4-20,-1 2 0,-1-1 20,-4 0-17,-3 0-3,-2 0-16,-1 1 0,-10-2-13,-3 1-47,-5 0-13,-3 3-32,-3 0 2,-1 1-22,-2 6-58,2 1 76,1 6 4,1 1-59,2 4-85,1 6-114,8-1-127,-8 8-249</inkml:trace>
          <inkml:trace contextRef="#ctx0" brushRef="#br0" timeOffset="21324.8595">1930-7119 2504,'0'0'373,"0"0"-372,0 0 132,0 0-19,0 0-112,0 0 15,0 0 75,0 0-9,60-55-64,-44 40-16,1-1 38,-2 0 10,0-2-19,-2-1-7,1 1 42,-2-4 18,-2 0-22,2 1 4,-4-3 11,0 0 4,-1-1-58,1-1-23,-2 0 29,-4 2 2,1-1-32,-3 4-16,0 2 16,0 7 0,-4 3-3,-2 4-60,0 1-3,-4 4-66,-3 1-67,-2 9 18,-4 4 50,-2 6 41,0 1-19,2 2-28,2 0 14,4-1-15,6-1-21,3-4 7,4-2-3,1-1-62,7-2 67,6-2 110,2-1 40,5 0 59,2-3-27,3 0-19,2-2 3,0 1 10,0 1-7,-2 0-19,-3 0-3,-4 2-17,-2 1-12,-3 1 9,-5 1-3,-2 1 1,-2 0 25,-2 3 49,-1 0 81,-2 3 22,0-1-45,0 0-36,0 0-32,-2-2-20,2-1 14,0-2-30,2 1-1,2-3-1,3-3 25,2 2-10,2-3 1,2 0 18,4-3 1,3-3-4,4 0-6,1 0-7,4-5-19,-2-4-1,3-1-22,0-1 10,-3-1 1,0-3-8,0 0 18,-3 0 2,-1-2 19,-2 1 7,1-1 3,-1 0 36,-3 0 57,-1-1 23,-3 3 6,-2-2-30,-3 4-35,-5-1-32,-1 1-9,-3-1-1,-3 0-5,-5 1-20,-3 0-18,-2 2 21,-1 2-21,-2 3-1,-1 1-3,1 2 2,-1 3 1,-1 0-26,-1 3-5,-1 2 8,-1 5 4,3 1-9,-2 2-7,2 3 22,2 0-3,1 2 6,2 0 10,3 3 19,2-1 20,5 2-14,1-2-22,2 0-3,5-1-22,4-2 9,2-2 13,5-3 0,0-1 35,1-4-34,2-2-1,3-4 45,1-1 12,-1 0-35,2-5-3,0-3 10,-3-5-4,2 1-25,0-5 0,-2-1 0,1-4 15,-2 0-15,-2-3-17,3 1 17,-5-3 0,1-2 0,-1 0 0,-2-2 14,-3-1-2,-1-2-12,-3-4 1,-2-1 3,0-2 18,-5 2-19,0 1-2,0 2 31,-5 3-7,0 6 0,0 6 3,2 5 20,-1 6-4,0 5-41,1 3 0,2 2-3,-1 0-53,-2 3-121,0 9 57,-2 4 60,-2 5 38,1 6-10,0 5 10,-1 3 17,1 1 1,1 4-24,1 1 1,0 2 23,1-4 1,2 2-19,2-1 19,0-5 12,6-3 55,4-4-19,4-4-23,2-3 39,2-4 2,4-4-43,1-2-21,3-3 51,0-3-5,2-4-31,0-1-15,0 0 21,1-4 3,-1-5-26,-1 1 0,0-3 6,-2-2 13,-1-1-19,-2-2-9,0 1 9,-2-1 22,-1-1-22,-4 2 0,-1-1 0,-5 0 44,-4-1-44,-1 2 2,-4-3 20,0 3-22,-7-1-3,-4-1-44,0 5 25,-1-2-10,-3 6-40,4 1-23,-1 3 22,2 4 16,2 0-51,0 4-29,1 6 57,0 2 42,2 1-42,1 2 9,2 0 42,2 1-3,2-1-19,5 3 15,0-3 36,2 2 29,0 1-29,1-1 0,-1 1 4,0-1 21,-1 1-25,-1-1 4,-2 0 40,-1-2 1,-1 0-25,-3-2 5,0 0 27,-3-2-11,-4-1-18,-2 0-23,-2-4-37,-2 1-40,-1-3-115,-2-1-147,4-3-247,-8 0-178</inkml:trace>
        </inkml:traceGroup>
        <inkml:traceGroup>
          <inkml:annotationXML>
            <emma:emma xmlns:emma="http://www.w3.org/2003/04/emma" version="1.0">
              <emma:interpretation id="{5A9D766A-2131-487F-BAE7-6F4E29C3E96E}" emma:medium="tactile" emma:mode="ink">
                <msink:context xmlns:msink="http://schemas.microsoft.com/ink/2010/main" type="inkWord" rotatedBoundingBox="19098,5645 22385,5531 22434,6946 19147,7060"/>
              </emma:interpretation>
              <emma:one-of disjunction-type="recognition" id="oneOf1">
                <emma:interpretation id="interp5" emma:lang="en-US" emma:confidence="0.5">
                  <emma:literal>812844</emma:literal>
                </emma:interpretation>
                <emma:interpretation id="interp6" emma:lang="en-US" emma:confidence="0">
                  <emma:literal>81284×4</emma:literal>
                </emma:interpretation>
                <emma:interpretation id="interp7" emma:lang="en-US" emma:confidence="0.5">
                  <emma:literal>IE 84</emma:literal>
                </emma:interpretation>
                <emma:interpretation id="interp8" emma:lang="en-US" emma:confidence="0">
                  <emma:literal>TE 84</emma:literal>
                </emma:interpretation>
                <emma:interpretation id="interp9" emma:lang="en-US" emma:confidence="0">
                  <emma:literal>FE 84</emma:literal>
                </emma:interpretation>
              </emma:one-of>
            </emma:emma>
          </inkml:annotationXML>
          <inkml:trace contextRef="#ctx0" brushRef="#br0" timeOffset="53833.4535">5481-7771 388,'0'0'1951,"0"0"-1664,0 0-270,0 0-1,0 0 9,0 0 1,0 0-26,0 0-55,0 0-132,0 0 103,0 0 52,-4 50 31,4-27-12,0 1-3,-1 5 13,-2-3 0,0 3 1,-2 0 2,-1-1 0,1 1 0,0-3-14,1 1-22,-1-1-67,0-4-167,4-2-55,0-2-16,1-8-15,0-2-354</inkml:trace>
          <inkml:trace contextRef="#ctx0" brushRef="#br0" timeOffset="54248.6485">5773-7655 2538,'0'0'640,"0"0"-586,0 0-54,0 0 0,0 0 6,0 0 55,0 0 47,0 0-12,80-57-77,-63 53-19,-2 1-45,2 3-28,-5 0-38,1 4 37,-1 3 74,-2 6 55,-2 2-39,-5 5 0,-3 4-14,-3 4-2,-10 2-79,-6 3-11,-4 2-35,-4 0 13,-3-5 22,0 0 19,0-6 48,-1-2 23,1-3 13,2-4-1,4-4 40,2-2 3,6-5-13,5-2 6,5-1 57,3-1 20,3 0-54,0 0-52,4-2-19,5-2-64,6-2 13,6-4 51,4-1 23,5 1-10,1-3-11,5 3-2,3 0 105,6 2-50,1 0-55,2 4-48,-2 2 13,-3-1 12,-2 3-41,-1 0-12,-4 3-8,-1 0-128,-3 0-207,-8-2-366,4-1-238</inkml:trace>
          <inkml:trace contextRef="#ctx0" brushRef="#br0" timeOffset="54867.5648">6431-7553 855,'0'0'1703,"0"0"-1455,0 0-235,0 0 6,0 0 45,0 0-64,0 0 0,0 0 3,0 0 135,0 0-32,0 0-45,53 15 35,-31-15-4,-1 0-35,2-2-9,-1-4 40,1-3 1,-2 1-48,-2-2-22,1-1 31,-3 1 13,0-4-37,-1 2-24,0-3 32,-3 0-2,0 0-32,-1-2-21,0 2 21,-3-2 9,-2 2-9,-2 0-16,-5 0 16,0 0 0,-3 0-21,-6 2-11,-5-1-6,-4 2-9,-3 2-70,-3 2 6,-4 7 7,0 1 21,-5 3 16,2 7 19,-2 3 3,5 2 17,0 1-7,4 0 3,5 1-20,4-2 14,4 2-1,5-2-25,4 0 10,2 0 2,7 1 30,5-1-11,7 3 33,6-3 15,3 0-11,3 0-1,4-3 10,1 2-13,1 0-2,-5-2 2,-2 3-15,-4-2 14,-2 0-21,-5 0 9,-3 1-19,-7 1 31,-4-4 0,-3 1 1,-2 1 21,-7-4-11,-4 2-10,-4-1-13,-4-2 13,-1-1 39,-2-2-26,-1-2-13,-1-2 1,-1-1-1,-1 0 22,3-1-9,0-6 39,4-1 2,2-2 30,3-2 15,4 0 3,2-2-31,5-4-49,3 1-22,0-3-25,10 1-16,2 0-20,7 3 7,5-3-17,2 2 1,5 2-4,0 1 13,1 3-13,-2 1-26,0 1-194,-9 5-397,7-1-67</inkml:trace>
          <inkml:trace contextRef="#ctx0" brushRef="#br0" timeOffset="55133.9342">7059-7724 1068,'0'0'1771,"0"0"-1508,0 0-177,0 0 13,0 0-76,0 0-23,0 0 0,0 0 60,0 0 36,0 0-39,65 35-36,-42-20-20,1 0 36,2 6 4,0-2-41,0 3 0,-1 0 3,-1 4-3,-1-3-6,-2-1-23,0 1 17,-3-2-39,0-5-66,-3-2-46,-3-2-22,0-4-37,-2-4-103,-1-4-158,-5 0-73,3-5-46</inkml:trace>
          <inkml:trace contextRef="#ctx0" brushRef="#br0" timeOffset="55389.4354">7493-7771 1144,'0'0'1672,"0"0"-1437,0 0-146,0 0 68,0 0-55,0 0-67,-64 19-19,52-7 9,3 3 32,-1 1 7,-1 3-49,0 1-15,0 0 35,-2 1-14,2 3-21,-2 2-27,-2-2 27,2 5 0,-3-3-24,4 1-33,-1-2-7,3-2-34,5-5-71,1-5-94,4-2 6,0-2-137,6-5-209,2-4 153,10-2-9</inkml:trace>
          <inkml:trace contextRef="#ctx0" brushRef="#br0" timeOffset="55694.1667">7839-7720 1034,'0'0'2353,"0"0"-2140,0 0-147,0 0 89,0 0-29,0 0-64,0 0-17,0 0-42,0 0-3,0 0-57,0 0 10,-7 8 47,0 3 25,0 3 0,-2 3-12,-1 3-11,-2 1 1,0 2 3,1-2-6,1 3-3,1-3 1,2 1-26,2-3-4,4-1 4,1-3 12,1 0 13,6-4-12,3-1 2,2-4 13,2 0 16,4-2 3,4-3-7,1-1 7,5 0 12,3-2-31,0-2-3,0-1-16,0 0 4,-1 2-80,0-1-53,-3 4-42,-4-3-61,-2 2-140,-2 1-115,-6 0-240,-2-3 19</inkml:trace>
          <inkml:trace contextRef="#ctx0" brushRef="#br0" timeOffset="55924.599">8070-7599 863,'0'0'794,"0"0"-290,0 0-210,0 0 3,0 0 24,0 0-30,0 0-63,0 0-57,0 0-67,0 0-67,-66-1-37,60 16-3,-1 6 3,-1 5 40,-3 2 7,3 8-43,-3-2-4,0 6 0,2 1 5,-6 4-5,3 0-19,-2 0 6,-1-1-87,0-5-95,0-2-46,-2-4-62,-5-5-173,6-8-575,-19-2-238</inkml:trace>
          <inkml:trace contextRef="#ctx0" brushRef="#br0" timeOffset="57193.0809">5126-7387 297,'0'0'195,"0"0"213,0 0-336,0 0-59,0 0 71,0 0-9,-63-23 10,54 18 19,1-5-62,2-1-12,-4 2 2,3-4-9,-2 1 45,2-3 92,-3 0-46,2-4-30,0 0-19,-1-2 23,2 1-14,-2-7 20,1 2 13,0-3-88,-1-2 1,-1-1 13,0-1-33,0-2 0,1 1 34,-1 1 14,2 0-47,2 1 1,2 1 32,3 3 30,1-2-44,1 3 48,8 1-11,1 1-5,4 2-33,4 0-18,2 3 35,2 1 9,4 2-19,-1 1-26,-1 2-3,0 4-13,-3 1-19,-2 1 9,-3 1 23,-2 5-10,-1-2-32,-5 2-10,0 1 33,-2 0-20,-2 0-23,-1 0 1,-1 4 35,-1-3 6,1 2-32,-2 0-39,0 0-45,0 2-153,0 0-7,-3 0-59,1-1 12,-9 1-159</inkml:trace>
          <inkml:trace contextRef="#ctx0" brushRef="#br0" timeOffset="57566.6929">4845-8286 170,'0'0'293,"0"0"98,0 0-257,0 0-131,0 0-3,0 0-6,0 0 6,0 0 75,0 0 48,86-1 17,-55-6 7,2 0-27,1-1 33,0 1 32,-4 1-52,-2 0-107,-4 3-26,-6 2-55,-2 1-3,-5 0 19,-2 0 0,-2 4-10,-3 0 47,-1 3 2,-1 0 3,-2 1 43,0 3 15,0-1 1,-5 3 19,-1 1-26,-2 1-22,-1 1-33,-2 2-4,-2 2 1,1 1 0,-1-1-23,0 1-13,-1 0-3,0 0-13,0 0-30,2-3-58,0-1-58,2-1-63,1-1-19,2-3-59,-2-1-324</inkml:trace>
          <inkml:trace contextRef="#ctx0" brushRef="#br0" timeOffset="59397.0817">5370-7049 192,'0'0'754,"0"0"-582,0 0-113,0 0 100,0 0 27,0 0-4,0 0-19,0 0-40,0 0-45,0 0-62,0 0-3,-10 0 52,10 0 35,0 0-6,0 0-7,0 0 10,1 0-19,5 0-49,1 0 3,5 0 42,5-1-3,4 1-36,6-2-22,4 2 42,6-2 15,4 2-22,6-1-31,4-2 21,2 3 0,5-1-18,1 1-20,0 0 1,0 0-1,0 0-14,-6 1-9,-1 5 4,-5-2 6,-5 1-9,-4 3 9,-5-2-6,-6 1 16,-3-1 1,-3 2-18,-4-3-5,-3 3 22,-1-2 0,-4-1 0,1 2-13,-3-3 15,-2 0 0,-1 2 0,0-5 1,-2 2 0,-1-3 3,-1 0-1,0 0 24,0 0 19,0 0 6,0 0-9,0 0-10,0 0-32,0 0-23,0 0-89,0 0-7,0 0-19,-2-4-78,0 2-49,-2-2-121,1 1-160,-4-3-122,25 25-17</inkml:trace>
          <inkml:trace contextRef="#ctx0" brushRef="#br0" timeOffset="58272.5796">5384-8105 326,'0'0'714,"0"0"-496,0 0-117,0 0 59,0 0 28,0 0 20,0 0-42,0 0-59,0 0-107,0 0-33,-9-3-58,20 2 91,6-1 10,2-1 45,6 1-3,1 1-16,4-2 12,6-3 14,3 2 6,3 0 16,5-3 32,3 2-19,-1-1-29,4-1-36,1 2 26,2-2-10,1 2-48,-1-1-13,0 1 13,-2 1 23,0-1-23,-4 1-23,-1 0 23,-2 0 3,-5 1-3,-5-1-18,-5 3 17,-8 0 1,-2-2-39,-7 3 4,-2 0 33,-2 0 2,-4 0-13,1 0-13,-2 0 26,-1 0 0,-3 0-23,1 0 0,-2 0 22,-1 0-1,0 0-21,0 0-2,0 0-1,0 0-74,0 1-172,-6 2-234,0-2-83,-12 5-557</inkml:trace>
        </inkml:traceGroup>
      </inkml:traceGroup>
    </inkml:traceGroup>
    <inkml:traceGroup>
      <inkml:annotationXML>
        <emma:emma xmlns:emma="http://www.w3.org/2003/04/emma" version="1.0">
          <emma:interpretation id="{FB5EB182-EE1D-4E6B-AA31-6A14026F3B58}" emma:medium="tactile" emma:mode="ink">
            <msink:context xmlns:msink="http://schemas.microsoft.com/ink/2010/main" type="paragraph" rotatedBoundingBox="12255,7322 24139,7251 24155,9885 12270,9956" alignmentLevel="2"/>
          </emma:interpretation>
        </emma:emma>
      </inkml:annotationXML>
      <inkml:traceGroup>
        <inkml:annotationXML>
          <emma:emma xmlns:emma="http://www.w3.org/2003/04/emma" version="1.0">
            <emma:interpretation id="{0B2552C6-F22D-4749-8462-13807FDF2602}" emma:medium="tactile" emma:mode="ink">
              <msink:context xmlns:msink="http://schemas.microsoft.com/ink/2010/main" type="line" rotatedBoundingBox="12255,7322 23749,7253 23756,8402 12261,8470"/>
            </emma:interpretation>
          </emma:emma>
        </inkml:annotationXML>
        <inkml:traceGroup>
          <inkml:annotationXML>
            <emma:emma xmlns:emma="http://www.w3.org/2003/04/emma" version="1.0">
              <emma:interpretation id="{693F6550-90DF-4972-9051-9B982D704341}" emma:medium="tactile" emma:mode="ink">
                <msink:context xmlns:msink="http://schemas.microsoft.com/ink/2010/main" type="inkWord" rotatedBoundingBox="12249,7497 14269,7458 14281,8072 12261,8110"/>
              </emma:interpretation>
              <emma:one-of disjunction-type="recognition" id="oneOf2">
                <emma:interpretation id="interp10" emma:lang="en-US" emma:confidence="0.5">
                  <emma:literal>Nonword</emma:literal>
                </emma:interpretation>
                <emma:interpretation id="interp11" emma:lang="en-US" emma:confidence="0">
                  <emma:literal>nonword</emma:literal>
                </emma:interpretation>
                <emma:interpretation id="interp12" emma:lang="en-US" emma:confidence="0">
                  <emma:literal>Word</emma:literal>
                </emma:interpretation>
                <emma:interpretation id="interp13" emma:lang="en-US" emma:confidence="0.5">
                  <emma:literal>Two rd</emma:literal>
                </emma:interpretation>
                <emma:interpretation id="interp14" emma:lang="en-US" emma:confidence="0">
                  <emma:literal>Two ed</emma:literal>
                </emma:interpretation>
              </emma:one-of>
            </emma:emma>
          </inkml:annotationXML>
          <inkml:trace contextRef="#ctx0" brushRef="#br0" timeOffset="36031.5613">-1754-6243 1297,'0'0'1103,"0"0"-1044,0 0-47,0 0 89,0 0-5,0 0-31,0 0-65,0 0-16,0 0-52,0 0-29,-12-9-16,12 12 23,0 5 83,0 2 7,-3 4 39,1 1-16,-4 3 6,0-1 0,0 2-7,-1 2-18,-3-1-1,1 1 19,-1 1-9,-1-2-9,0 0 8,1-3 8,-2-1-1,5-2-19,-2-3 1,1-2 12,4-3 10,-1-2-7,2-1 0,2-2 36,1-1 9,0 0 19,0 0 45,0 0-22,-3-1-20,3-4-83,-3-3-6,2-1 6,-2-3 0,1-3-1,2-3 1,0-1 0,0-3 18,0-2-18,3 2-3,2-3 3,0 2 1,3 1-1,1-1-26,-1 1 26,3 2 27,1 1-27,-2 4 0,0 3 9,-2 4-9,-1 4-59,-2 1-50,1 3-32,1 0 15,1 6 91,4 2 35,1 4 64,1 4-11,0 1-53,1 4-16,-1 0 16,0 3 22,0-1-22,-3 0-28,1-1 28,-3-3 0,-1-1 0,1-4 0,-4-1 0,0-5 3,-1-2-3,-2-2 0,1-3 0,-3 0 26,0-1-10,0 0 20,0 0 34,0 0 10,1 0-38,-1 0-13,1 0 22,2-2-3,-1-2-29,2-2-16,0-2 20,0 0 2,1-1-24,1-3 0,-1 0 14,2-3-15,0-1 0,2-1 0,-2 0 10,3 0 5,-4 2-15,1 2-13,-2 2 13,-1 2 21,-2 1-21,-1 2-27,1 2 27,-1 1 0,1 0 0,-2 0-13,1 0 13,0-1 34,-1 0-34,0 0 0,0 1 1,0-2 33,0 2-34,0-1-13,0 2 13,0 1 27,0 0-27,0-2-26,0 3 26,0 0-1,0 0-17,0 0-20,0 0 12,0 0 1,0 0-26,0 0-10,0 0 13,0 0-7,0 0-18,0 0-14,0 0 16,0 0 13,0 0 10,0 0 3,0 0-4,0 0-12,0 0-29,0 0-89,0 1-171,0 3-37,0 1 88,-1-1-30,-3 4-297,9-30 366</inkml:trace>
          <inkml:trace contextRef="#ctx0" brushRef="#br0" timeOffset="36761.4588">-1243-6139 1003,'0'0'196,"0"0"-24,0 0-126,0 0-11,0 0 66,0 0 7,0 0-17,0 0-51,0 0-40,0 0-13,-35 1 0,29 6-3,-1 0 16,-2 1 34,0 4 21,2-1-51,-2 3-2,1 1 40,0 0-6,2 1-17,-1 2-17,3-2 2,1 1 35,0-1-38,3-2 15,0 1 33,0-3-33,6 2 10,-2-5 26,4 1-7,-1-2 4,2-2-30,1-2-3,1-2 20,-2 1 12,4-3-18,-2 0-8,3 0 33,-3-4 16,2-1-26,-2-4-3,0 3 32,1-4 4,-2 0-30,1-2 10,-2-1 32,1-4 16,-1-1-42,1-1-48,-2-1 19,0 0-10,-3 0-24,0 1 0,-4 3-1,-1-1 19,0 2-19,0 0-23,-8 1 1,0-1-1,-3 5-24,-3 0-59,2 3 29,0 3 9,1 1-80,0 3-110,3 0-1,2 7-23,1 4-56,2 0 39,2 3 6,1-3-46,0 5-318</inkml:trace>
          <inkml:trace contextRef="#ctx0" brushRef="#br0" timeOffset="39886.4112">-1860-6317 688,'0'0'225,"0"0"-26,0 0-79,0 0-61,0 0 16,0 0 136,0 0 40,-25-55-50,24 50-65,-1-1 7,2 1-30,0 1-23,-2 2-19,2 1 20,0 1-1,0 0-61,0 0-29,0 0 13,0 0-13,-3 0-49,3 3 17,-2 2-3,-3 8 19,0 4-4,-3 7 20,0 3 52,-3 6-14,-1 3-38,2 0-16,0-1 14,0-2 2,3-1-19,0-5-1,3-5 20,2-3 0,0-4-13,2-3-26,0-2 7,0-5 19,4-1-49,0-1 46,1-1 16,1-2 39,1 0-4,1-3 17,3-3 64,1-2-52,-1-2-44,2-3-18,0-1 30,-2 0-7,0 0-25,0-1-13,1 1 13,-3 0 23,0 2-23,-1 0-14,-2 3 14,-1 1 0,0 3-13,-3 4-23,0-1 17,-2 2-16,0 0-46,3 0-42,-2 0-22,2 4 25,2 5 98,2 1 22,1 4 2,3 2 47,1 1-48,-1 2 15,1-3-13,1-2 0,-3-3-3,0-3-3,0-2 3,-1-2 1,-2-3 22,2-1 3,-1 0 38,0 0 7,2-5 13,-1-1-23,0-3-9,3-1-20,0-2-16,-1-2-13,1-1 0,0-1 9,0-1-9,0 1-3,0 0 0,-2 1 2,-1 1 17,-1 2-6,-3-1 3,0 2 7,-2-1-7,-3 3 3,1-3-6,-1 1 0,0-1-3,-1 3-10,-4-2-22,0-2 6,-1 3 13,0 1-39,-1 1-23,2 4-25,1-1-13,3 5-32,0-2-82,1 2-150,0 0-244,1 2-174</inkml:trace>
          <inkml:trace contextRef="#ctx0" brushRef="#br0" timeOffset="40322.4946">-1148-6244 954,'0'0'1199,"0"0"-1199,0 0-28,0 0 28,0 0 32,0 0 20,0 0 26,0 0-23,0 0-55,0 0-31,-47 11-60,43-6 7,-1 5 51,0 1 27,0 6 6,0 1 19,0 1 37,1 3 47,2 0-12,2 0-26,0 0-30,1-1-35,5-1 0,1-2 1,4 0 10,0-2-9,3-2-2,-1-3 1,4-2 27,-1-3 8,0-3-33,1-3 36,-2 0 19,2-2 13,-4-3-26,1-3 0,-3-1 29,0-4-10,-3 2-32,0-4-10,-2-1 17,-1-2-7,-2-3-32,-1 0-21,-2-2 21,0 1 0,-1-2-7,-5 1-12,-4 1 17,-3 2-24,-3 0-19,-1 5-25,-2 2-30,1 4-13,3 3-110,3 4-100,1 2-64,6 2-137,-2 11-150</inkml:trace>
          <inkml:trace contextRef="#ctx0" brushRef="#br0" timeOffset="41488.9467">-882-5918 817,'0'0'587,"0"0"-395,0 0-163,0 0 39,0 0-13,0 0-12,0 0-17,0 0 3,0 0 13,0 0-19,0 0 9,20-37 30,-12 26 32,-1 0 58,2-3 1,0-1-21,3-1-19,0-3-32,-1-1-24,2-1 43,1-1 19,-1-2-20,-2-1-22,2 0-29,-2 2-10,-2 0-15,-2 0 5,-2 2 11,-1 1-1,-3 3 13,-1 4-10,0 2-6,-2 3 9,-3 3-44,-2 3 0,-2 2-44,1 0-58,-3 2-25,3 4 2,-3 5 20,2 2 21,1 2 17,1 3-42,3 0 51,1 0-7,3 1-28,0-3-24,6-2-28,5-2-66,1-1 17,4-1 54,3-1 29,2-2 109,2 0 1,1-2-44,0-3 10,1 2 35,-2-2 17,0 0-17,-4-1-1,-2 3-1,-1 0 0,-4-1-14,-3 1-5,-3 2 20,0-1 2,-4 2 0,1 0 0,0-1 38,-2 3-3,2 1 6,-1-1 10,0 0 10,1-2-13,1 2-20,-1-1-13,2-1 13,-1-1-9,3 3-7,2-3-13,1 2 19,1-3-2,3 1-14,0-4 33,3 1 2,2-3 18,0 0-4,1-5-10,2-3-4,-2 0-12,1-1-13,-1-4-12,-1 1 12,-3 0 4,0-2-15,1-1 20,-3 0 11,-1 0 9,2-3-10,-4 1 49,1-1 35,-2 0 3,-1 3-19,-2 0-10,-3 2-10,-1 3-13,-3 0-19,0 2-16,-1 2-13,-5-1-19,-3 2 0,-1 2 0,-3 3-19,-3 0 19,-1 2-60,-4 6 18,-1 2 20,-2 4 19,-1-1-13,1 4 16,2-1 10,0 2-7,5-1-3,1 2-38,2 2 25,5-2 0,2 2-48,3-3 3,4-1 23,0-2-10,0-1-23,7-3 22,2-2 46,2-2 35,2-3-35,2-2 4,0-2 50,3 0 17,-1-6-16,2-3-13,-1-1 19,0-4-17,1-1-40,-2-1 12,-1-3 19,0 0 3,0-2-38,-2-2 2,1-1 16,-3-1 4,2 2-21,-4-4 0,1 1 21,0-2 7,-3 1-13,0-2-3,-2 2 51,-2-2 2,-3 3-51,1 1-14,-2 4 62,0 1-19,0 7-44,0 2 2,-2 2 26,1 7-14,1-1-14,0 3-21,-1 0 20,1 0 0,0 0-73,-1 5-30,-1 5 40,0 4 22,-1 5 17,-1 4 10,1 6 15,0 4 0,-1 1 0,2 3-33,-3 2 33,1 1 0,1-3-10,-2-1 4,4-1 6,0-2 0,1-4-3,0-2-29,0-5 31,2-2-38,3-2-60,2-3-55,3-3-4,-1-1-71,1-4-225,-2-2-131,2-5-411</inkml:trace>
        </inkml:traceGroup>
        <inkml:traceGroup>
          <inkml:annotationXML>
            <emma:emma xmlns:emma="http://www.w3.org/2003/04/emma" version="1.0">
              <emma:interpretation id="{2409FC60-BCFE-4744-88B4-B5D341040E1E}" emma:medium="tactile" emma:mode="ink">
                <msink:context xmlns:msink="http://schemas.microsoft.com/ink/2010/main" type="inkWord" rotatedBoundingBox="14813,7422 16190,7800 15982,8559 14604,8181"/>
              </emma:interpretation>
              <emma:one-of disjunction-type="recognition" id="oneOf3">
                <emma:interpretation id="interp15" emma:lang="en-US" emma:confidence="0.5">
                  <emma:literal>size</emma:literal>
                </emma:interpretation>
                <emma:interpretation id="interp16" emma:lang="en-US" emma:confidence="0">
                  <emma:literal>Size</emma:literal>
                </emma:interpretation>
                <emma:interpretation id="interp17" emma:lang="en-US" emma:confidence="0">
                  <emma:literal>side</emma:literal>
                </emma:interpretation>
                <emma:interpretation id="interp18" emma:lang="en-US" emma:confidence="0">
                  <emma:literal>site</emma:literal>
                </emma:interpretation>
                <emma:interpretation id="interp19" emma:lang="en-US" emma:confidence="0">
                  <emma:literal>sire</emma:literal>
                </emma:interpretation>
              </emma:one-of>
            </emma:emma>
          </inkml:annotationXML>
          <inkml:trace contextRef="#ctx0" brushRef="#br0" timeOffset="42549.0743">382-5902 1653,'0'0'1013,"0"0"-1013,0 0-3,0 0-13,0 0-10,0 0 0,0 0 26,0 0 65,0 0 28,0 0-6,71-66-39,-53 46-9,0 1 25,1-1 7,0-4-33,0 3 0,0-4 26,-2 0 10,-1 1-33,-1-1 4,-1 2 2,-3-3-8,0 3-20,0-1-3,-3 3 22,-2 0 0,-3 3-36,-3 3 20,0 3-3,-1 4-10,-4 1-9,-3 4-34,1 2 18,-2 1-32,0 0-88,-1 4 5,-1 7 35,-1-1 42,0 5-7,2 0-7,1 1 46,2 2-4,3-2-22,1-1-16,3 0 51,0-1 0,3-2-74,4 1-16,5-1 45,0-1 38,3 1 18,1-2 2,3 1 39,0-1 9,-1 4-48,-3-3 1,-1 3-1,-4-1 3,-4 2-3,-2 0 1,-3 1 34,-1 1-9,-5-2-8,-4 1-17,-3-1-1,0-3 12,-1-1-12,1-2-1,-1-2 1,1-2 0,2-2 1,2 0 10,2-3 40,1 0 14,3 0-65,1-1-16,1-4-33,0-1-15,1-2-23,6-2 19,2 0 55,5 0 11,-1 0-30,3 0 0,0 0 32,2 1 0,1-1 0,0 1 0,2-2 9,0 1 7,-2 0-16,2 2-3,0-1 3,-2 1 29,-1-2-26,-1 2 0,-1 0 39,1 1 6,-4-1-19,2 2-10,-3 1 17,-1 1-4,-1-2-19,-4 5-10,1-3 36,-1 1 3,-3 2-26,-2 1-13,1 0 39,-2 0 28,0 0-2,0 0 9,0 0 6,0 0-14,0 0-69,0 1-45,0 4-15,-2 3 34,-1 2 7,2 2-10,1 2 16,-2 1 0,2 0-6,0 0-3,0-1 9,3 0 10,0-2-20,1-2 7,-1-2-6,-1-3-62,1-2-58,-1 0-64,0-3-69,0 0-59,0-4-40,-1-2-134</inkml:trace>
          <inkml:trace contextRef="#ctx0" brushRef="#br0" timeOffset="42672.7842">1073-6402 825,'0'0'1058,"0"0"-1058,0 0-351,0 0-53,0 0 91,0 0-238</inkml:trace>
          <inkml:trace contextRef="#ctx0" brushRef="#br0" timeOffset="43455.801">1209-6208 1117,'0'0'1722,"0"0"-1648,0 0-4,0 0 59,0 0-43,0 0-44,0 0-18,0 0-24,0 0 0,0 0 39,0 0 0,44-21-39,-30 18-14,1 2 11,-3 1-26,-1 0-29,1 4-2,-2 2 47,0 5 13,-2 3 1,-1 6 12,-5 1 9,1 5 4,-3 2-26,0 4-2,-5 0-2,-2-1-40,-3-2-7,2-2 23,0-3 28,1-3 0,0-4-10,4-3-12,-1-2 22,2-5 0,0 2-41,2-4-29,0-4 2,0 2-19,0 0-3,4-3 81,0 0 9,4 0 57,1 0-37,1 0 2,3 0 4,-1 0 0,4 2-26,1-1 1,2 0 24,0 1 5,0 1-30,-1 3-21,1 1 21,-1 1 2,-1 1-2,-3 5 0,-2 1 13,0 0 35,-5 4-25,-2-2-4,-3 3 39,-2-2 3,0 0-20,-7 0-12,-5-1 35,-2 1-23,-4-2-41,-1-1-23,-1-1 23,-2-1 0,0-1-26,1-3 1,0-2 25,2-3 38,4-1-38,2-3 0,3 0 29,4-1-29,4-5-64,1-2-25,1-3 18,5-4 20,7-1-13,2-4 6,5 0 39,4-3 6,0 0-16,3-2-13,0-1 39,3-1 3,0 1-13,2-4 13,1 0 9,1-2 40,-1-1 28,-1 3 3,0-2 29,-5 0-23,-3 2-44,-6 2-20,-8 0 1,-5 1-23,-4 2-3,-4-1-42,-8 4-22,-3 5 12,-4 2-2,0 6 57,0 4 0,2 4 54,-1 1-15,1 6-11,1 5 43,2 3-27,0 2-31,4 5-13,1 0 19,3 1-19,5 1-9,1 0-30,1-2 36,8 0-16,2-2-7,5-1 7,1-2 19,3-2 0,2-3-1,1-3-44,1 0-9,3-4-4,0 2-73,1-5-130,-7 1-370,7-2-527</inkml:trace>
        </inkml:traceGroup>
        <inkml:traceGroup>
          <inkml:annotationXML>
            <emma:emma xmlns:emma="http://www.w3.org/2003/04/emma" version="1.0">
              <emma:interpretation id="{3538B139-7948-4DF0-9408-AE7C9B9A3530}" emma:medium="tactile" emma:mode="ink">
                <msink:context xmlns:msink="http://schemas.microsoft.com/ink/2010/main" type="inkWord" rotatedBoundingBox="16600,7296 20838,7271 20845,8388 16607,8413"/>
              </emma:interpretation>
              <emma:one-of disjunction-type="recognition" id="oneOf4">
                <emma:interpretation id="interp20" emma:lang="en-US" emma:confidence="0.5">
                  <emma:literal>will</emma:literal>
                </emma:interpretation>
                <emma:interpretation id="interp21" emma:lang="en-US" emma:confidence="0">
                  <emma:literal>wild</emma:literal>
                </emma:interpretation>
                <emma:interpretation id="interp22" emma:lang="en-US" emma:confidence="0">
                  <emma:literal>wilt</emma:literal>
                </emma:interpretation>
                <emma:interpretation id="interp23" emma:lang="en-US" emma:confidence="0">
                  <emma:literal>wile</emma:literal>
                </emma:interpretation>
                <emma:interpretation id="interp24" emma:lang="en-US" emma:confidence="0">
                  <emma:literal>Will</emma:literal>
                </emma:interpretation>
              </emma:one-of>
            </emma:emma>
          </inkml:annotationXML>
          <inkml:trace contextRef="#ctx0" brushRef="#br0" timeOffset="44978.2089">2411-6205 2142,'0'0'556,"0"0"-437,0 0-54,0 0 34,0 0-38,0 0-10,0 0-51,0 0-23,0 0 23,0 0 35,-36 60 42,29-38 12,0 3-47,2-1-39,1-1 26,2-1-10,2-1-19,0-4-26,0-2 25,0-2-1,5-3-36,2-4 38,2-2 6,1-3 61,3-1-22,2-1 2,-1-6 17,1-3-1,0-2-47,1-1-15,-1-2 28,-1 0-4,0 0-25,0 0-19,0-1 19,-2 3 13,-3 1-13,1 2-3,-6 2 3,1 3 0,-2 2 0,-3 1-29,0 2 28,0 0-2,0 0-86,0 5-38,0 3 80,0 4 46,0 3-14,0 3-14,0 1 29,4 0 0,3-1-37,2-3 12,2 0 25,3-4 6,1-1-6,1-4 0,3-1 30,2-4 12,-2-1-10,4-3-1,-2-5 20,1-2 3,1-2-53,-5-2 0,1-2 21,-3-1-22,1-1-7,-5-1-34,-1-1 40,-5 0-1,0 2-36,-6-3 12,0 3 24,0 0-1,-9 0-61,-1 0-12,-2 3 15,-1 2 58,2 2-13,1 3 16,5 2 22,0 2 10,3 2-32,2 2-45,0 0-25,1 0-45,7 0 31,5 0 78,5 0 6,2 0 39,2-1-39,5-1-17,0 1 17,-2-3 10,1 3-10,-3 0-29,1-2 29,-5 3 0,-5 0 0,0 0-26,-5 0 23,-4 3 2,-3 0-25,-2 3 26,0 2 26,-2 3 32,-5 2-7,-3 2 4,-1 1 12,0 2 10,-2-1-4,4 2-6,-3-2 13,3 2-14,0-2-34,4 0-13,2-1 3,1-1-9,2 0 0,0-1-11,7-1 29,2-1 4,3-1-19,3-3-16,1-1 3,2-3 23,1-3-7,0-1-4,2 0 11,0-4-4,0-4 0,-1-2-22,0-2-1,1-3 0,-2-3 1,2-1-4,-2-1-18,0-4 21,0 0-18,-2 0-6,-1-3 9,0 1 4,-3-1-10,-3 1-16,-1-1-4,-4 1-5,-5-2-20,0 2-31,0 3-4,-9 1 28,1 3 4,-1 4 12,0 4 31,0 5 26,1 1-2,-1 5-57,-2 0-27,1 5 23,-2 1 19,-2 8 6,0 2 16,0 3 22,0 3 1,0 2-1,2 2 1,1 2 61,1 1-16,3 1 7,2 2 12,1-1 13,4 2-32,0-2 3,2-2 3,5-2 35,5-4-28,0-5-42,4-1-15,3-5 31,2-4 9,2-2-12,3-4 2,2-2 20,2-2-13,2-6-25,0-3-12,-1-1 12,1-3 0,-1-1-13,-1-3-13,1-1 13,-4-3 9,2-1-9,-3-3-15,-1-1 15,1-2 3,-3-1-3,1-2-4,-3 0-6,-2-5 8,-3 0 1,-2-2-18,-5 0 19,-4 0 28,-4 1-28,-1 4-12,-3 5 12,-5 5 0,0 4-19,-1 10 19,1 2 21,0 6 7,0 3-28,0 2-76,0 6 9,-3 7 20,0 4-1,-1 4 38,1 6 10,-4 1 29,4 4-29,0 0 0,1 3 6,3 1 52,0 3-17,2-1-19,3 3 45,2-2-29,0-1-37,0-3 2,9-3 16,0-3 38,6-4-57,-1-5-15,2-3 15,0-4 0,1-3-44,-3-3-57,2-3 15,-4-2-42,-2-4-95,-2-1-79,-5-5-208,0-13-488</inkml:trace>
          <inkml:trace contextRef="#ctx0" brushRef="#br0" timeOffset="45179.9393">3170-6674 2730,'0'0'1001,"0"0"-1001,0 0-165,0 0 92,0 0-143,0 0-34,0 0 141,0 0 3,66 0-142,-45 0-409,8-1-616</inkml:trace>
        </inkml:traceGroup>
        <inkml:traceGroup>
          <inkml:annotationXML>
            <emma:emma xmlns:emma="http://www.w3.org/2003/04/emma" version="1.0">
              <emma:interpretation id="{74E7E280-5DF9-43BF-BA0C-F1899503458E}" emma:medium="tactile" emma:mode="ink">
                <msink:context xmlns:msink="http://schemas.microsoft.com/ink/2010/main" type="inkWord" rotatedBoundingBox="18339,7304 20858,7534 20777,8423 18258,8193"/>
              </emma:interpretation>
              <emma:one-of disjunction-type="recognition" id="oneOf5">
                <emma:interpretation id="interp25" emma:lang="en-US" emma:confidence="0.5">
                  <emma:literal>charge</emma:literal>
                </emma:interpretation>
                <emma:interpretation id="interp26" emma:lang="en-US" emma:confidence="0">
                  <emma:literal>change</emma:literal>
                </emma:interpretation>
                <emma:interpretation id="interp27" emma:lang="en-US" emma:confidence="0">
                  <emma:literal>Charge</emma:literal>
                </emma:interpretation>
                <emma:interpretation id="interp28" emma:lang="en-US" emma:confidence="0">
                  <emma:literal>chance</emma:literal>
                </emma:interpretation>
                <emma:interpretation id="interp29" emma:lang="en-US" emma:confidence="0">
                  <emma:literal>Change</emma:literal>
                </emma:interpretation>
              </emma:one-of>
            </emma:emma>
          </inkml:annotationXML>
          <inkml:trace contextRef="#ctx0" brushRef="#br0" timeOffset="45777.5283">4246-6223 1007,'0'0'1584,"0"0"-1581,0 0 20,0 0 51,0 0 80,-64-20-57,52 19 9,-2 1 57,2 0-23,-2 0-60,3 2-33,0 5-12,-2 1-35,2 5-19,-1 0-22,0 5 23,1 4 17,4 1 1,0 3-18,4 0 18,3 1 0,0 0-16,7 1 15,5-2 1,4-3 0,3-1-54,5-6-29,3-2 22,2-7 10,3-2-29,3-5-58,1-1-55,-1-9-39,0-5-176,0-1-173,-9 1 7,8-15-241</inkml:trace>
          <inkml:trace contextRef="#ctx0" brushRef="#br0" timeOffset="47416.5076">4673-6537 424,'0'0'985,"0"0"-673,0 0-39,-4-61 55,2 54 17,0 4-91,0 2-26,-1 1-78,3 1-150,-2 7-54,-2 3 35,1 5 19,-2 5 64,-1 7-17,0 0-8,1 5 27,-2 2-8,3 4-39,-4 0-4,1 4 49,-2 0-17,2 4-46,-2-3 1,4-4 28,3-3-11,1-7-19,1-6 0,0-6 0,1-8 0,3-3-44,1-3-4,-1-4 48,4 0 38,1-2-9,4-7-1,1-3 13,2-3-41,2-5-28,1 0-36,-2-2 30,4 0 8,-3 1-31,1 1-3,0 2 25,0 3 16,-3 3-29,-1 3-6,-3 6 19,-1 2-29,-3 1-70,-2 4 34,0 8 61,-1 2 37,0 2-12,0 5-41,0-1 30,0 3 8,1-2-15,0 0-10,1-2 17,1-3 25,-1-1-23,2-2 7,1-4 15,1-3-18,4-4 19,1-1 2,0-1 43,4-2-7,2-5-21,0-2-15,2-3 0,0 0 0,0-3-1,-3 1-1,0-2 0,0-2 13,-1 1 3,-2-3-13,-2 0 23,-4 2 0,-1 1-4,-1 0 4,-6 0-4,-1 2 20,-3 2-7,0-1-12,-7 2-23,-3 1 1,-3 3 12,-1 4-13,-1 0-11,-3 4-21,1 1 0,-2 7-13,-2 0 45,0 5 0,-2-1 61,2 3 10,2 2-17,2 0 3,3 1-5,6-2-27,0 1 4,6-1-4,2 0 10,4-5-31,6 3-3,3-6 11,2-1 17,4-1 0,-1-4-7,4-2 13,-2 0-3,3 0-16,-2-5 3,2-2 6,-3-1-3,2-2-22,-4 0-3,-2 0 1,2-1 0,-2 1-20,-2 1 6,-1-1 13,-1 2-13,-1 0-13,-3 2-9,-1 0 3,-3 2 0,-1 2-10,-3 0 4,2 1 25,-2 1-6,0 0-36,0 0-28,0 3-26,0 4-26,0 4 138,0 3 0,0 2 42,0 1-14,2 0-28,2-2-24,2-1 24,2-2 16,0-1-15,2-3 21,2 1 23,1-4 3,0 0-16,1-3 1,2-1 21,0-1 0,0 0-28,-1-6 2,1 0 8,-2-2 2,0 0-35,0-3-1,-2-1 20,2 0-12,-3-2-10,4 1-11,-4-1 11,3 1 0,-2 0-6,0 1-11,0 2 17,-2 0 0,-1 4-24,-3 1-15,-1 3 17,0 1-36,-3 1-53,2 1 18,-1 6 93,1 1 93,0 3-4,3 4-44,-3-1 0,1 2-20,2 0-25,0-3-27,1 0 27,0-2 4,4-1-4,-2 0 0,3-5 0,0 0 22,2 0-22,0-4 2,1 1 43,0-2-5,3 0-40,-2 0 0,2-3 13,-1-3-7,1 1-6,-1-1 0,1-1 0,-2-1 3,-1 0-3,0-2-9,-2 3 9,1-2 20,-6 1-20,0 1 0,-1 0 9,-2 0 23,-4 2-32,1-1 1,-3 1 20,0 1-21,0-2-47,-3 2-84,-3 2 39,1 0-17,0 2-13,-1 0 3,0 4 36,0 5 5,-4 1 1,4 5 13,0 0 44,1 2 19,1 1-67,4 0 13,0 1 55,2 3-1,3 0 1,0 3 0,2 0 55,0 0 10,1 3-39,1-1-7,-1 3 20,0 0 64,0-1-36,-2 1-9,-1 0-9,-1-3 12,-3-2-27,-1-1-33,0-4 23,0-1 5,-2-3 3,-3-5-31,2-1 41,0-5 6,-2-1-10,3-2 1,-2-2 5,1 0-18,-2-3-26,1-5-86,0-3-84,3 0 7,1-4 89,0-4-23,7 1 7,2-3 19,1 0 22,4 0-2,0-3 5,5 0 21,-1 3-5,5-4-5,1 0 23,1-1 12,2-1 13,-1 1-10,1-1 10,2-2 16,-3 2 20,-1-2 9,-1 1 16,-3 2 42,0-1 10,-5 0-17,-4 1-19,-2 0-16,-6 3-13,-1 4-29,-3 4-10,0 4 32,-6 5 23,-3 4-29,-2 2-7,-2 0-41,-3 5 1,-1 5 33,-2 1 1,-1 5 3,2 3 3,-3 3-15,5 3-14,1 2 7,5-1 26,2 1-7,7-2-10,1-2-12,3-2 9,5-2-24,2-4 0,4-3-1,1-1 1,0-3-1,0-3-47,1-1-10,2-3-66,0-1-87,-2 0-152,-4-5-308,2-5-540</inkml:trace>
        </inkml:traceGroup>
        <inkml:traceGroup>
          <inkml:annotationXML>
            <emma:emma xmlns:emma="http://www.w3.org/2003/04/emma" version="1.0">
              <emma:interpretation id="{C55BF2F2-CA7A-4ED6-9B20-46FFF6E82D73}" emma:medium="tactile" emma:mode="ink">
                <msink:context xmlns:msink="http://schemas.microsoft.com/ink/2010/main" type="inkWord" rotatedBoundingBox="21690,7376 23751,7374 23752,7998 21691,8000"/>
              </emma:interpretation>
              <emma:one-of disjunction-type="recognition" id="oneOf6">
                <emma:interpretation id="interp30" emma:lang="en-US" emma:confidence="0.5">
                  <emma:literal>NEN</emma:literal>
                </emma:interpretation>
                <emma:interpretation id="interp31" emma:lang="en-US" emma:confidence="0.5">
                  <emma:literal>= -N</emma:literal>
                </emma:interpretation>
                <emma:interpretation id="interp32" emma:lang="en-US" emma:confidence="0.5">
                  <emma:literal>M = N</emma:literal>
                </emma:interpretation>
                <emma:interpretation id="interp33" emma:lang="en-US" emma:confidence="0">
                  <emma:literal>NFN</emma:literal>
                </emma:interpretation>
                <emma:interpretation id="interp34" emma:lang="en-US" emma:confidence="0">
                  <emma:literal>NIN</emma:literal>
                </emma:interpretation>
              </emma:one-of>
            </emma:emma>
          </inkml:annotationXML>
          <inkml:trace contextRef="#ctx0" brushRef="#br0" timeOffset="61296.3731">2318-5097 1592,'0'0'753,"0"0"-568,0 0-143,0 0 12,0 0-54,0 0-3,0 0-36,0 0 39,0 0 97,0 0-13,86-38-42,-52 33-23,2-1 23,5 0 0,2 2-17,1-4 14,2 1 25,1-4-6,2 2-44,0 0-12,-1 0-2,-3 2 0,-1 0-42,-4 1-6,0 2 35,-5 1 13,-2-3-22,-6 6 3,-1-1 19,-4 1 0,-6 0-6,-2 0-16,-1 0 22,-4 1 0,-2 2-14,-1 0-12,0 2 26,-2-1-2,0 0 2,0 3 0,0 1 0,-1 3 32,-1 1-31,2 1-1,-2 3 16,0 0 7,-1 3-23,0 0 1,0 2-1,-1 4 24,2 3-24,-2 1 0,1 3 10,1 0-8,-2 4-2,5 0 1,-3-1 0,4 2 26,2-3-25,-1-1-2,1 0 16,0-4 6,-1-2-22,-1-1 0,0-3 2,0-6 8,-2-3-10,0-3 0,-1-2 1,-3-5 25,1-2 3,-1 0 22,0-1 25,0-1 1,0 0 9,-6 0 28,-3 1-95,-6-1-19,-3 3-38,-6-1-13,-3 2 0,-6-2 13,-5 2 0,-4 2 3,-6 1 32,-4 0 3,0-1 16,-3 3 13,-1 1 2,-1-2 20,3 1 13,1-1 2,5 1-25,6-3 1,6 2-42,7-5-4,5 1 4,7-4-1,5 0 1,3 0-79,5 0-38,3 0-14,1-2-41,0-1-91,5-3-149,0 0-276,2-7-70</inkml:trace>
          <inkml:trace contextRef="#ctx0" brushRef="#br0" timeOffset="60629.7928">2394-5225 1213,'0'0'796,"0"0"-582,0 0-149,0 0 55,0 0 93,0 0 22,0 0-46,0 0-45,0 0-121,0 0-23,-14-26-64,14 30-48,3 2-94,1 8 206,3 5 36,0 6 86,1 5-42,-1 7-22,1 3-36,0 5-6,-1 2-5,-2 2-11,0 2 0,-1 1 4,-3 0-4,0-2-45,-1 0 20,0-4 22,0-2-22,0-9-11,0 0-2,-1-7-42,0-7-68,1-5-39,0-6-49,0-5-153,0-4-111,0-1 37,0-7-104</inkml:trace>
          <inkml:trace contextRef="#ctx0" brushRef="#br0" timeOffset="63441.0606">2725-4917 417,'0'0'330,"0"0"116,0 0-270,0 0-46,0 0 23,0 0-3,0 0-17,0 0-26,0 0-26,0 0-45,0 0-23,-7-4-13,5 8-17,-3 2-41,0 3 42,-1 2 16,-2 4 45,1 1-25,0 3-4,0 0-5,0-2-11,2 2-23,1-2-19,0 1-4,1-2-2,2-1 5,-1-1-57,2-2-115,0-4-51,0 1-63,0-4-108</inkml:trace>
          <inkml:trace contextRef="#ctx0" brushRef="#br0" timeOffset="63839.7855">2788-4837 300,'0'0'652,"0"0"-437,0 0-46,0 0 17,0 0-56,0 0-65,0 0-49,0 0-14,0 0 60,0 0 29,0 0-39,17-17-16,-14 16-2,0 1-34,0 0-55,1 0 7,1 0 28,-1 4 1,-1 0-7,2 3 26,-2 1 19,1 3-3,-4 0 7,0 1 10,0 0 9,0 2 6,-6-2-44,-1 2-3,-1-2 25,-2 1-6,2-2-20,-1-2-20,1 0 20,1-3 25,2 0-25,0 0-17,1-3 17,1-1-2,3-1-22,0 0-28,0-1 17,0 0-4,0 0-39,0 2 26,5-2 52,2 0 65,0 3-65,4-2-13,4 0 13,1-1 0,3 0-37,2 0-51,2 0-100,0 0-60,-4-2-87,8-3-197</inkml:trace>
          <inkml:trace contextRef="#ctx0" brushRef="#br0" timeOffset="64412.5486">3071-4732 254,'0'0'141,"0"0"5,0 0 223,0 0-184,0 0-48,0 0 26,0 0-4,0 0-61,0 0-49,0 0-34,-18-2-15,18 2-11,0-1 11,0 1 20,0 0 15,0-1 14,4-2 26,0-3 12,1 1-15,0-5-40,1 3-6,0-4-10,-1-1-13,1 3 0,-3-2 10,2 0 13,-3 0 3,-1 0 7,-1 2 9,0-2-13,0 3 7,-3 0-7,0 2-2,-3-1-8,-1 2 11,-1 0-17,0 2-14,-1 2 27,-2 1-3,-2 0-26,-1 0-15,1 6-5,-1 1 1,1 2-17,1 2 7,0-1 7,3 2 2,3-1-22,1 1-23,4 0-15,1 1-2,0 0 47,2 0 2,5 0-12,1 0 25,2-1-6,1-3-29,0 1 3,1 0-6,1-3 57,1 1-17,1-2 18,1 1 33,1-1-1,-1-1 17,-1 1-10,-1-1-6,-2-1-11,-1 0-9,-4-1 16,-2 1-29,-3-3 0,-2 2 0,0 1 46,-5 3 77,-4 0-52,-5 4-69,-2 0-2,-3 0 0,-2-2-29,1 1-16,0-3 9,1 1 33,2-2-20,1-2 23,4-2 0,3 0 17,3-2 2,3 0 7,3-3-26,0-3-65,3-4-32,5-1 16,7-2 22,-1-2-15,4 1-47,1-1-93,-5 5-99,3-5-218</inkml:trace>
          <inkml:trace contextRef="#ctx0" brushRef="#br0" timeOffset="64642.9099">3208-4876 183,'0'0'1509,"0"0"-1395,0 0-114,0 0-205,0 0 205,0 0 55,0 0 114,0 0-55,34 69-65,-19-54-23,1 2 13,1 1-25,-1 0-12,0-1-2,-2-1 0,0 0-20,1-2-9,-4-2 29,1 0-19,-2-4-88,0 1-66,-1-5 43,0-3-176,-2-1-189,-1-1-294</inkml:trace>
        </inkml:traceGroup>
      </inkml:traceGroup>
      <inkml:traceGroup>
        <inkml:annotationXML>
          <emma:emma xmlns:emma="http://www.w3.org/2003/04/emma" version="1.0">
            <emma:interpretation id="{E2A4DD12-C01C-46D1-971E-48C0C3B7449A}" emma:medium="tactile" emma:mode="ink">
              <msink:context xmlns:msink="http://schemas.microsoft.com/ink/2010/main" type="line" rotatedBoundingBox="14310,8954 24073,7950 24207,9252 14444,10256"/>
            </emma:interpretation>
          </emma:emma>
        </inkml:annotationXML>
        <inkml:traceGroup>
          <inkml:annotationXML>
            <emma:emma xmlns:emma="http://www.w3.org/2003/04/emma" version="1.0">
              <emma:interpretation id="{D4E4CA6D-AE09-4CA8-AE04-B36D8617B443}" emma:medium="tactile" emma:mode="ink">
                <msink:context xmlns:msink="http://schemas.microsoft.com/ink/2010/main" type="inkWord" rotatedBoundingBox="14265,9462 17787,8351 18158,9527 14635,10638"/>
              </emma:interpretation>
              <emma:one-of disjunction-type="recognition" id="oneOf7">
                <emma:interpretation id="interp35" emma:lang="en-US" emma:confidence="0.5">
                  <emma:literal>#use</emma:literal>
                </emma:interpretation>
                <emma:interpretation id="interp36" emma:lang="en-US" emma:confidence="0">
                  <emma:literal>#ease</emma:literal>
                </emma:interpretation>
                <emma:interpretation id="interp37" emma:lang="en-US" emma:confidence="0">
                  <emma:literal>#hasta</emma:literal>
                </emma:interpretation>
                <emma:interpretation id="interp38" emma:lang="en-US" emma:confidence="0">
                  <emma:literal>#ensue</emma:literal>
                </emma:interpretation>
                <emma:interpretation id="interp39" emma:lang="en-US" emma:confidence="0">
                  <emma:literal>#Ihsan</emma:literal>
                </emma:interpretation>
              </emma:one-of>
            </emma:emma>
          </inkml:annotationXML>
          <inkml:trace contextRef="#ctx0" brushRef="#br0" timeOffset="64840.0115">3442-4861 287,'0'0'1304,"0"0"-1196,0 0-79,0 0 55,0 0-28,-74 28 9,61-17 84,2-2 0,1 2-81,1 0-67,1 0-1,1 2-1,2-3-44,1 2-4,0-2-3,4-1-68,0 0-75,0-2-68,1-3-23,6-2 19,-2 0-37,7-2-51</inkml:trace>
          <inkml:trace contextRef="#ctx0" brushRef="#br0" timeOffset="65099.5452">3603-4932 764,'0'0'1522,"0"0"-1331,0 0-191,0 0 0,0 0 9,0 0 69,0 0 12,0 0-35,0 0-55,0 0-1,-60 67 1,55-52 0,0 0 16,3 2-16,-1-2 1,1 1-1,1 0-16,1-1-22,0 0 18,1-1-2,7-2-11,1 1 4,4-2 26,4-3 0,2-1 1,2-5 2,2 0 0,2-2 0,1-2-34,0-4-30,0 0-208,-7 0-238,5-7-105</inkml:trace>
          <inkml:trace contextRef="#ctx0" brushRef="#br0" timeOffset="65287.5625">3772-4854 642,'0'0'1084,"0"0"-974,0 0-90,0 0 77,0 0 20,0 0-39,0 0-33,0 0 33,-40 64 16,45-46-65,2 2-13,0 0-3,0 2-13,0-1-39,2 1 36,-2 1 1,1-1-86,-1 1-210,0 0-141,-1-8-36</inkml:trace>
          <inkml:trace contextRef="#ctx0" brushRef="#br0" timeOffset="62607.5575">4728-5198 2790,'0'0'388,"0"0"-363,0 0-25,0 0-22,0 0-87,0 0 109,0 0 77,66-18 12,-34 13-18,8-3-27,4 1-21,2 0-20,2 0 16,4-2 13,0-1-1,1 1-8,1-2-22,-1-1 18,-1 3-18,-2-1-1,-2 2-16,-4 1 15,-4 0 1,-3 3-26,-5-1-5,-4 2 30,-4 2-2,-5-2-12,-4 3-5,-4 0 5,-2 0-11,-2 0-12,-3 1 9,1 4 4,-3-1 21,1 2-11,-2 2 2,0 1 13,-1 2 16,1 2-16,-1 1 0,0 2 3,0 4 16,0 0-19,0 3-1,0 2 1,-2 1 15,-1 1-15,0 3-2,1 3-1,-2 0 0,1 2-19,0 2 22,-1 0 0,2 0 0,1-1 0,-1-4-19,2 0 19,0-5 22,0-3-22,0-4 0,0-4 12,0-2 9,0-4-20,0-4 14,0-2 17,0-2 3,0-2-9,0 0 15,0 0 26,0 0 2,0 0-18,-3 0-7,-4 0-44,-5 1-15,-6 2-87,-6-1-3,-5 1 45,-5 3 44,-5 2-25,-8-1 6,-5 1 35,-7 2-1,-9-1 1,-4 2 0,-8 1 9,-2-2 42,-2 0 22,4-1 7,4-3-4,7-2-70,8-3-6,5-1-38,7 0-86,2-5-121,6-2-169,11 0-301,-11-5-332</inkml:trace>
          <inkml:trace contextRef="#ctx0" brushRef="#br0" timeOffset="62000.6131">4542-5175 916,'0'0'1320,"0"0"-1145,0 0-152,0 0 15,0 0 24,0 0-62,0 0-16,0 0-36,0 0 4,0 0 48,26-7 138,-18 22 43,3 6-49,-1 4-4,2 3-35,-1 2-67,1 2-7,-3 1 32,2 2 4,-3 1-54,-1 1-1,-3 3 0,2 0 0,-5 1-4,0-2-18,1 1 20,-2-6 1,0-5-31,1-6-35,0-4 19,0-8-39,0-4-70,2-5-62,-1-2-50,3-4-16,-2-2-166,5-18-321</inkml:trace>
          <inkml:trace contextRef="#ctx0" brushRef="#br0" timeOffset="70369.0896">160-4044 718,'0'0'147,"0"0"-17,0 0-77,0 0-36,0 0-17,0 0-3,0 0 3,0 0 97,0 0 70,0 0-37,-5 0-39,5 0-3,0 0 9,0 0-19,0 0-78,0 0-16,2 0-85,6 0 91,5 0 10,3 0 78,4 1-29,5 0-20,2 1-12,2-1 2,2-1-6,2 1 3,-1 0-16,1-1 20,0 0 16,-2 0 12,1 0-15,-1 0 12,1 0-22,-1 0 19,2 0-23,0 0 1,-1-1-7,1 1 3,0-1-13,-1 1 10,2 0 0,-1 0-12,2 0 0,-2 0-1,0 0-2,0 0 2,1-1 1,-1 1-1,0 0-1,-1 0-1,-1 0-11,2-1 13,0 0 2,2-1 27,2 0 0,2-1-3,-1 0-26,2 0-13,0 1-3,0 1 3,-1 0 12,0 1-15,-1 0 14,-2 0-18,-1 0 5,-2 0 14,-3 3-13,1 0 14,-1 1 2,-2 1-2,-1-2 4,0-1-4,-1 0 16,0 0 3,-1-1-19,2-1 0,1 0 20,-2 0-7,1 0-11,0 0 1,-1-1 16,-2-1-16,1 1-3,-1 1 2,-2 0-2,0 0 15,-2 0-15,0 0 0,0-1 26,-1 0 6,-3-1-29,0-1 36,1-1-10,-1-1 4,0 1-32,-1-2 1,0 2 37,0-1-16,1 0-23,1 1-22,-1 0 11,1 0 9,0 0 1,-4 0-10,4 1 11,-3 0 20,-2-1-20,1 3-15,-1-3 15,1 2 0,0 0-3,1 0-16,1 1 15,0-2 1,0 2-16,1 1-8,0 0 27,-2 0 0,2 0-1,-3 0-13,0 0 14,-1 0 6,0 0-6,-2 0-13,-2 0 13,-1 0 14,-1 0-14,2 0 0,-2 0 11,2 0 7,-2 0-18,3-2 0,0-2 23,0 4-13,2-4-10,2 2-15,-1-1 15,2-2 0,0 3 0,0-2-7,0 0 7,-3-2 13,-1 3-13,-1 0 0,-3 0 10,1-2 32,-4 0-16,1 1 9,-2-2 26,1 1 4,-2-2-30,0 0 1,-1-2 73,0-1 19,0-1-25,-1 0-26,-1-1 9,-2-2-3,0-2-29,1-1-19,-4-1 38,2-5-13,-2 2-19,0-1-38,-1-1 26,0-1 5,-2 3-22,1 0-11,-1 1 1,2 2-2,2 4-16,0 2-18,2 2 31,1 4-22,2 1-38,1 2-51,0 2-52,0 1-99,2 1-121,6 7-219,-2-3-6,6 10-14</inkml:trace>
          <inkml:trace contextRef="#ctx0" brushRef="#br0" timeOffset="65884.535">4839-4977 836,'0'0'1151,"0"0"-934,0 0-120,0 0 49,0 0 12,0 0 0,0 0 6,0 0-7,0 0-71,0 0-86,6-9 1,-2 13-1,2 3 147,1 2-10,0 2-51,-1 3-29,2 2-26,0 1-28,-2 1-3,2 2-2,-2-1 0,-1 0-32,0 0-17,-2-1-79,2-3-132,-3-1-72,1-4-85,0-1-181,-1-7-67,1-2-463</inkml:trace>
          <inkml:trace contextRef="#ctx0" brushRef="#br0" timeOffset="66242.9099">5076-4974 855,'0'0'1461,"0"0"-1141,0 0-259,0 0 20,0 0 19,0 0 21,0 0 40,0 0 37,0 0-52,70-32-73,-56 32-58,-1 0-15,-2 2-15,-1 4 15,-3 1 19,0 4 9,-2 2-26,-5 2 0,0 1 0,-5 3-2,-4 1-23,-3-1-12,-4-1 24,0 1 10,-1-3-11,0-1 11,2-4 1,1-2 19,4 0-18,0-4 2,5-4 23,3 2 5,0-2-31,2-1-20,0 0-18,0 0-9,0 0-33,0 0 1,7 0 79,0 0 0,5 0 22,2 0-19,3-1 20,3 1-23,-1-1-10,4-1-15,-1 2 22,2 0-16,0-1-115,0-1-157,-1 0-54,-1-2-195,-6-2-195,3-2-527</inkml:trace>
          <inkml:trace contextRef="#ctx0" brushRef="#br0" timeOffset="66890.4747">5449-4943 183,'0'0'166,"0"0"-65,0 0 355,0 0-162,0 0-57,0 0 27,0 0-24,0 0-39,0 0-52,0 0-61,0 0-69,-12 1-19,12 0 33,0 0 31,3-1 10,0 1 14,2-1 44,1 1-4,1-1-32,0 0-9,2-2 18,-2-2-12,3-2-42,-2 1-19,0-2 25,-1-1-9,-2-2-35,2 1-10,-1-2 28,-1-1 9,-1-1-40,0 1 0,-2 0 25,-2 0 19,0 2-44,0 0-9,-5 1 9,-2 1 3,-2 0-3,-4 3-47,0-1 46,-1 2 0,-3 2-43,2 2-29,1 0 51,-1 6-1,1 1-40,3 3-26,-1 3 34,2-1 17,2 2-36,2-1 1,4 1 28,2 1 22,0-2-28,2 1-4,5 0 17,3-2-27,2 0 1,0 0 12,4 0 23,1-2 27,1 1-10,-1 1 12,1-3 20,-1 2-1,-1-1 13,-3-1-29,-1-1 9,-1-1 27,-5 0 0,-1-2-37,-3 2 33,0-3 20,-2 2 19,-2-1 16,-8 1-10,-1-1-29,-1 1-51,-4-1-13,-1-1-12,-1-1 25,-1 0-1,3-2-2,1-1 3,1 0 1,2 0 28,4-3 6,2-1-9,1-1-13,5-1-13,0-2-39,6-3-28,5 0 16,3-2 12,4-1-2,1 0-4,5 1 6,0 0 4,2 2-4,-1 1 7,1-1-6,0 2-62,-3 1-308,-6 1-339,4-2-233</inkml:trace>
          <inkml:trace contextRef="#ctx0" brushRef="#br0" timeOffset="67108.9347">5734-5042 897,'0'0'1679,"0"0"-1425,0 0-254,0 0-29,0 0-80,0 0 109,0 0 119,0 0 13,0 0-78,64 53-53,-44-39 12,-1 1-13,1 1-1,-1 2-18,-3 0 16,1 0-10,-1 2-32,-2-2-135,-1-3-88,-1 0-91,0-4-86,-5-5-4,3-2-121</inkml:trace>
        </inkml:traceGroup>
        <inkml:traceGroup>
          <inkml:annotationXML>
            <emma:emma xmlns:emma="http://www.w3.org/2003/04/emma" version="1.0">
              <emma:interpretation id="{C0BCD0DD-310C-4C26-A6B5-AE9D28EB7F0D}" emma:medium="tactile" emma:mode="ink">
                <msink:context xmlns:msink="http://schemas.microsoft.com/ink/2010/main" type="inkWord" rotatedBoundingBox="17178,9288 20609,8233 20938,9304 17507,10359"/>
              </emma:interpretation>
              <emma:one-of disjunction-type="recognition" id="oneOf8">
                <emma:interpretation id="interp40" emma:lang="en-US" emma:confidence="0.5">
                  <emma:literal>Taxes</emma:literal>
                </emma:interpretation>
                <emma:interpretation id="interp41" emma:lang="en-US" emma:confidence="0">
                  <emma:literal>these</emma:literal>
                </emma:interpretation>
                <emma:interpretation id="interp42" emma:lang="en-US" emma:confidence="0">
                  <emma:literal>Taxer</emma:literal>
                </emma:interpretation>
                <emma:interpretation id="interp43" emma:lang="en-US" emma:confidence="0">
                  <emma:literal>tissue</emma:literal>
                </emma:interpretation>
                <emma:interpretation id="interp44" emma:lang="en-US" emma:confidence="0">
                  <emma:literal>Taxed</emma:literal>
                </emma:interpretation>
              </emma:one-of>
            </emma:emma>
          </inkml:annotationXML>
          <inkml:trace contextRef="#ctx0" brushRef="#br0" timeOffset="67323.7021">6033-5030 745,'0'0'1234,"0"0"-725,0 0-309,0 0-46,0 0-9,-70-4-1,60 9-42,1 2-95,2-1-7,-1 3-23,0 2 1,1 3-23,1 0-3,-2 0 22,0 1-25,1 1-45,0-1-36,1 0 10,0-1-36,2 0-72,1 0-88,3-3-72,0-3-3,0-4-119,5-4-161</inkml:trace>
          <inkml:trace contextRef="#ctx0" brushRef="#br0" timeOffset="67668.0847">6274-5111 1175,'0'0'1488,"0"0"-1221,0 0-222,0 0 80,0 0 108,0 0 5,0 0-95,0 0-68,0 0-27,0 0-48,19-26-13,-19 28-18,0 3 31,-5 5 53,-2 2-31,0 3-21,-2 2 40,-1 0 12,1 2-53,0 2 2,1 0 15,2 2 18,0-1-35,5 1-19,1-1 19,0-2 0,1-1-14,7-2-18,1-1 32,3-2 9,2-2-9,0-3-3,5 0 3,-1-4 10,5-1-10,1-4-29,0 0 4,0-1-57,0-5-28,-2-2-42,1-1-51,-3-1-65,-1-1-73,-2-1-111,-2-2-21,-1-1 24,-3 0 71,-2 0-19,-3-1-119</inkml:trace>
          <inkml:trace contextRef="#ctx0" brushRef="#br0" timeOffset="67813.2614">6586-4978 243,'0'0'548,"0"0"-46,0 0-14,0 0-76,0 0-69,0 0-72,0 0-62,0 0-53,0 0-50,0 0-81,-47-2-12,44 15 35,-2 3 19,1 5-16,0 3-7,0 1-25,0 1-19,0 1-1,-1 0-56,-2-1-45,0 2-121,-3-3-137,3-7-211,-13 6-257</inkml:trace>
          <inkml:trace contextRef="#ctx0" brushRef="#br0" timeOffset="71531.852">3174-4071 349,'0'0'743,"0"0"-476,0 0-192,0 0-49,0 0 75,0 0-20,0 0-22,0 0-20,0 0 16,0 0 7,0 0-20,-49-18-42,48 17 2,0-3-2,-1 2 23,0-2 0,-1 3-22,0-1 41,2 0 3,-2-1-12,0 2 41,1-1 27,0 1 22,0 0-42,2-1-23,-3 2 10,3 0 12,-1 0-31,1 0-17,0 0 10,0 0-36,0 0-6,0 0-45,0 0 13,0 0-4,4 0-9,1 0 45,3 0 90,3 0-15,2 0-30,4 0-16,2 3 22,5 0-6,1-2-45,5 2 2,2-2 14,1 0 9,4 0-25,1-1 0,3 0 10,-2 0-10,4 0 0,1 0-19,0-2 19,1 1 26,2-3-26,1 1 0,-1 0 0,2-1 25,1 0-25,-1 0 0,0-1 10,0-1 32,1-1-39,-3 3 10,2-1 38,-1-1-42,0 2-9,-3 0-6,1 0 6,-1 1 11,-1 0-11,-2 1-19,0-1 19,-1 0 0,-2 0 0,-1 1-20,-1-1 20,-1 2 28,0-2-28,-2 0-10,-1 0 10,-1 3 7,-1-2-7,-1 1-19,0 0 19,-1 0 19,1 1-19,0-2-17,0 0 17,0 0 13,-2-2-13,1 2-13,-1-1 13,-2-1 24,-1 1-24,-1 0-6,1-1 6,-5-1 22,2-1-22,-3 2 0,-1-1 1,-4-1 18,0 1-19,-2-1 2,-2 2 12,-4 0 12,-1 2-7,0-3-17,-2 4 11,1-2 3,-4 3-3,2-1-11,-2 1 17,1-1 7,0 1 5,-1 0-5,2 0 2,-1-2 23,-1 2 13,0-1 5,0 1 10,0-3 10,0 0-1,0-2-38,0-2-49,0-1 1,0-2-2,0-1 2,0 2 14,0-2 6,0 1-22,-1 1-2,1-3-1,-2 0 3,2 0-1,-2 0 0,0-2-12,-2-1 12,-2-3 0,-1-1-14,-2-2 12,0-3 1,-2-1 1,0-2-15,0 1 16,-1 1 17,1 1-17,2 3-25,0 4-10,3 4-18,2 4-45,1 5-85,-2 2-110,3 2-223,-5 0-709</inkml:trace>
          <inkml:trace contextRef="#ctx0" brushRef="#br0" timeOffset="123690.8303">7526-6283 68,'0'0'219,"0"0"-66,0 0-42,0 0-3,0 0-46,0 0-17,0 0 343,0 0-202,0 0-53,0 0-26,2-33 20,-2 31 36,-2-4-33,1 3-4,1 1-16,0-2-38,0 4 28,0-3-6,0 2-17,0-1-9,-2 2-10,2 0-13,0 0-29,0 0-14,0 0-2,0 0 0,0 0-23,0 0 20,0 0-33,0 4-48,0 2-45,0 2 87,-1 4 42,-1 6 13,-1 5 6,-1-1-17,-2 2 13,1 4-15,-3-3-16,4-1-1,-3 0 17,2-1 1,0-3-1,0-1 1,0-2-1,0-1 3,1-2-3,0-2 2,2-3-2,-1-2 0,2 0-3,0-3-12,1-1 15,-1 0 0,0-3-16,1 1-19,0-1-75,0 0-169,0 0-52,0 0-18,0 0 24,-2-1 15,-1-6-264</inkml:trace>
          <inkml:trace contextRef="#ctx0" brushRef="#br0" timeOffset="124150.8295">7448-6282 398,'0'0'241,"0"0"163,0 0-163,0 0-71,0 0-24,0 0 33,0 0-53,0 0-57,0 0-69,0 0-33,28-27 10,-19 27 23,3 4 39,1 3 68,0 1-35,3 3-46,0 1-25,0 2 35,1 2-3,-1-1-33,1 4 0,-3 0 0,0 1 19,-2-2-19,-1 1-16,0-1 16,-2-2 14,0-1-14,-2-3-16,1 0 16,-2-2 10,1-2-10,-3-1 0,1-1 0,0-3 22,-3-1-22,1 1 0,-2-2 26,0-1 16,-1 0-12,0 0 5,0 0 39,0 0 27,0-3 24,2-2 17,1-5-17,1 0-38,1-4-55,-1-1-32,2-1 0,-2-4 19,-1 1-19,1-1-25,0-1 21,-1 0-8,0-3 5,1 1 7,-2 0 14,1 2 3,-1 1-17,0 1-22,-1 4 2,1 5 1,-2 0-51,0 6 9,1 3-23,-1 0-77,0 1-162,0 0-164,0 2-166,0 2 183,0 6-64</inkml:trace>
          <inkml:trace contextRef="#ctx0" brushRef="#br0" timeOffset="124907.5116">8054-6577 790,'0'0'988,"0"0"-858,0 0-14,0 0 134,0 0-36,0 0-66,0 0-45,0 0-16,0 0-61,0 0-26,0 0-58,-2-13-52,6 18 23,1 3 3,3 2 46,-1 5 15,-1 2-16,1 1 39,0 3 10,-2 2 45,0-2-30,-1 2-24,-1-1 20,-1-2-21,1-2-3,-3 1-14,1-2 17,-1-1 0,0 0-13,0 1-29,0-1 0,0 0-448,0-6-258,-1 4-329</inkml:trace>
          <inkml:trace contextRef="#ctx0" brushRef="#br0" timeOffset="125411.7471">8440-6006 466,'0'0'1618,"0"0"-1543,0 0-75,0 0-176,0 0 69,65-18 52,-38 12 39,6-1-13,-1 2-108,-8 0-270,10 0-303</inkml:trace>
          <inkml:trace contextRef="#ctx0" brushRef="#br0" timeOffset="125237.4174">8453-6216 1068,'0'0'1165,"0"0"-948,0 0-111,0 0 52,0 0 26,0 0-40,0 0-25,0 0-94,0 0-25,0 0-22,0 0 9,23-21-44,-9 20-8,3-3 40,2 3 24,-1 0-44,1 1-13,2 0 36,-2 0 18,2 0-47,-2 1-10,-1 5-26,-1-2-104,-3 2-204,-5-1-242,-2 6-105</inkml:trace>
          <inkml:trace contextRef="#ctx0" brushRef="#br0" timeOffset="126113.7958">8994-6312 980,'0'0'1324,"0"0"-1168,0 0-56,0 0-26,0 0-3,0 0 6,0 0-61,0 0-16,0 0-80,0 0-20,0 0-10,9-12 110,-6 22 45,-1 5 68,2 2-36,-1 4-54,-3 3 6,1 1 3,-1 3-32,0-2-10,0-1 10,0-3 0,0 0 3,0-4-3,0-3-13,0-1 13,0-5 2,0 0-2,0-5-19,0-1 19,0-1 2,0-2 14,0 0 19,0 0 39,0 0 16,0-3-19,0-1-11,0-6-25,0 0-35,1-2-19,1-2 18,1-1 1,0 0 26,-1-1-23,1-1 10,-2 0 3,2-3 28,-3 1-42,2-2 20,-2 1-6,2 1 3,1 1-19,-1 1 0,3 4 0,-2 3 6,1 3-6,0 2-35,1 4 16,-1 1-26,2 0-70,4 5 19,1 3 61,3 3 9,2 7-22,2 1 48,-1 5 45,2 0-6,-2-1-39,-1 0-33,0-1 33,1 0 0,-3-4 0,1-3 0,-1 0 4,0-5 41,-2 0-45,0-1 0,1-4 30,-4-2 40,0-1-25,0-2-10,-2 0 61,1 0 18,-1-4 7,2-2-4,1-4 13,-1-4-32,2-1-67,1-3-29,-2-2 39,1-3-13,-2 1-28,-2-2 0,1-2 36,-1 1-21,-4-3-15,-2 1 0,1-1 0,-2 2 0,0 0-79,-2 2-9,0 4 28,0 5-34,-1 4-65,1 4-47,-3 6-69,0 1-201,1 5-736,-11 10 496</inkml:trace>
        </inkml:traceGroup>
        <inkml:traceGroup>
          <inkml:annotationXML>
            <emma:emma xmlns:emma="http://www.w3.org/2003/04/emma" version="1.0">
              <emma:interpretation id="{8999AD64-471A-4864-8EDC-742EEFD0BCEA}" emma:medium="tactile" emma:mode="ink">
                <msink:context xmlns:msink="http://schemas.microsoft.com/ink/2010/main" type="inkWord" rotatedBoundingBox="21678,8568 24111,8318 24201,9193 21768,9443"/>
              </emma:interpretation>
              <emma:one-of disjunction-type="recognition" id="oneOf9">
                <emma:interpretation id="interp45" emma:lang="en-US" emma:confidence="0.5">
                  <emma:literal>wow</emma:literal>
                </emma:interpretation>
                <emma:interpretation id="interp46" emma:lang="en-US" emma:confidence="0.5">
                  <emma:literal>WI, w</emma:literal>
                </emma:interpretation>
                <emma:interpretation id="interp47" emma:lang="en-US" emma:confidence="0">
                  <emma:literal>WII, w</emma:literal>
                </emma:interpretation>
                <emma:interpretation id="interp48" emma:lang="en-US" emma:confidence="0">
                  <emma:literal>WITW</emma:literal>
                </emma:interpretation>
                <emma:interpretation id="interp49" emma:lang="en-US" emma:confidence="0">
                  <emma:literal>-was w</emma:literal>
                </emma:interpretation>
              </emma:one-of>
            </emma:emma>
          </inkml:annotationXML>
          <inkml:trace contextRef="#ctx0" brushRef="#br0" timeOffset="127237.6698">7540-5409 26,'0'0'1293,"0"0"-743,0 0-388,0 0-68,0 0 100,0 0-25,0 0-102,0 0-67,0 0-37,0 0-57,0 0 3,-11 2 78,10 10 13,-2 4 4,0 2-2,-1 4 27,2 1-19,-1 2-10,2 1 0,0 0 16,1 0 25,0 0-41,0-4-23,5 0 23,0-4 0,3-1-18,2-5-18,2-2 36,2-2 2,1-1 11,2-4-12,2-3 45,0 0 12,0-4-32,2-5-7,-2 0 23,0-2-6,-3-1-33,-2-1-1,-1-1 34,-1 1-3,-2-1-33,-3 1 0,1 2 28,-3 0 14,-2 1-39,0 2-2,-2 1 34,-1 3 3,0-1-38,0 2-3,0 0-10,0 3 12,-1 0-41,1 0-22,0 0 12,0 0-9,-1 0-36,1 6 29,-2 3 55,2 2 13,0 3-36,5 2-6,3 0 39,2 1 3,4-1-26,1 0 15,1-3 11,0-1 33,3-3-33,0-3 0,0 0 9,0-3 40,0-2-20,-1-1-3,1 0 71,-3-4 51,1-2 52,-3-3-97,-1-1-14,-1-1 1,-4-1-45,-2-3-43,1-2 27,-4 1 3,-3-3-32,0 3-24,0-3 23,-3 2 1,-5 1-115,-2-1-90,-2 1-7,-1 1-56,0 3-212,2 2-164,0 2-17</inkml:trace>
          <inkml:trace contextRef="#ctx0" brushRef="#br0" timeOffset="127516.7397">8242-5447 2579,'0'0'438,"0"0"-329,0 0-39,0 0 45,0 0-106,0 0-9,0 0 0,0 0-3,0 0-48,0 0 6,0 0 17,20 27 26,-12-12-21,-2 2 4,-1 2 19,0 3 0,-1 0-1,-1 0-34,-3-1 12,3 1-22,-3-1-64,2-2-96,-2 1-44,2-2-130,-1-6-192,1 2-456</inkml:trace>
          <inkml:trace contextRef="#ctx0" brushRef="#br0" timeOffset="129438.0067">8700-5306 665,'0'0'52,"0"0"506,0 0-402,0 0-72,0 0 37,0 0 22,0 0-7,0 0-58,0 0-23,0 0 4,-4-29 48,4 25 29,0 3 19,0-2-42,0 0 3,0 3 42,0 0 8,0-1-76,0 1-61,2 0-15,-2 0-14,0 0-80,3 0-33,0 1 62,4 5 51,2-2 55,2 1-17,4 5-9,-1-2 9,2 2-38,3 0-18,0-3 18,-1 4 26,1-2-26,-1-2-18,-1 1 18,-1-2 14,1 0-14,-4 1-13,0-3 13,-1 1 0,-3-2 0,-2 1 0,-2-1 1,-1-2 18,0-1-3,-3 0-16,0 2 1,0-2 15,-1 0 6,0 0-6,0 0 7,0 0 12,0 0 6,0 0-21,0 0-1,0 0 6,0 0-6,0 1-19,-2 2-1,-3-2-18,-4 4-13,-1 4 0,-2-1 16,-2 0 16,-2 6-1,-3-3 2,2 2-1,-3 1 20,1 1-9,1 0-11,-1-3-2,1 3 1,3-4-12,3 0-9,1-1-10,4-2 13,-1-3-16,4 2-26,1-3-70,2 0-120,1 0-59,0-2-160,0 0-154,4-2-80</inkml:trace>
          <inkml:trace contextRef="#ctx0" brushRef="#br0" timeOffset="130177.0638">9389-5381 924,'0'0'1561,"0"0"-1290,0 0-229,0 0 58,0 0 102,0 0-84,0 0-118,0 0-3,0 0-39,0 0-31,0 0-46,-19 0 62,19 12 57,-1 3 83,-1 6-38,-1 2 3,1 0 22,-1 2 13,3 1-41,-2-3-20,2 0 67,0-1-9,0-4-77,1 0 0,3-6 26,1 0 9,1-4-35,-1-1-3,0-4 54,0 0-4,1-2-31,-1-1-15,1 0 52,0 0 7,2-4-50,0-2-12,2-3 37,-3-2-35,3 1-3,-2-2-25,2 0 25,-2 1 9,0 0-9,-2-2-12,-1 1 12,1 0 26,-3 0-26,0 2 0,0-1 16,-1 5 21,-1-2-37,-1 5-6,1 1 6,-1 1 0,0 1-59,1 0-20,1 0 16,-2 0-12,3 4-65,-2 3 79,4 2 61,2 3 26,0 5-26,3-1 0,2 5 29,1-1 11,1-2-40,3-1 0,1-2 3,1 0 32,0-3-34,0-3-1,2 0 29,0-4 28,-3 0-45,1-5-12,-1 0 51,-1 0 24,-3-5-24,1-3-17,-4-3 39,1-1 2,0-5-72,-3-2-3,-1 0 13,-1-4-4,-3 1-9,-2-3-28,-2 1 28,0 0-1,0-2-9,-2 2-34,-5 2 16,0 2-50,-2 2-42,-1 4-29,-2 5-3,1 5-33,-1 4-173,2 1-340,-10 13-516</inkml:trace>
          <inkml:trace contextRef="#ctx0" brushRef="#br0" timeOffset="131440.5603">7575-4596 170,'0'0'1190,"0"0"-1099,0 0-65,0 0 17,0 0 58,0 0 6,0 0-13,0 0 20,0 0-17,0 0 10,0 0 29,-60-48 26,57 42-42,1 3-59,-1 0 10,0 0 45,3 2 15,-2 1-37,1-1 5,-1 0-7,2 1-50,0 0-41,0 0-1,0 0-2,0 0-46,0 0-22,3 0-26,4 1-7,4 1 103,6 1 48,10 1 23,6 1 6,10-2-4,9-1-22,8-2-13,6 0-3,7-2-12,4-3-4,5-2 9,2-1 11,4 0-17,0 0-22,-1-2-18,-3-1 5,-3 5 10,-5-2-19,-2 2-1,-4-1 23,-6 2-2,-5 1-10,-7 2-2,-6-1 14,-6 2 3,-3 1 22,-6 0-9,-6 0-6,-1 1-10,0 2 0,-5 1 3,0-1 10,-1-1-13,0 4 0,-4-3 0,1-1 15,-6 1-15,2-2 0,-5-1-2,1 3 2,-3-1 3,0-2-1,-1 0 14,-1 0 9,-1 0 1,1 0-11,-2 0 8,0 0-4,0 0-19,0 0-43,0 0-42,0 0-24,-3 0-37,1 0-79,-5 0-116,3 0-316,-8 0-334</inkml:trace>
        </inkml:traceGroup>
      </inkml:traceGroup>
    </inkml:traceGroup>
    <inkml:traceGroup>
      <inkml:annotationXML>
        <emma:emma xmlns:emma="http://www.w3.org/2003/04/emma" version="1.0">
          <emma:interpretation id="{5F1263FB-9606-4353-8D03-BAF0ECA5C123}" emma:medium="tactile" emma:mode="ink">
            <msink:context xmlns:msink="http://schemas.microsoft.com/ink/2010/main" type="paragraph" rotatedBoundingBox="11480,10546 24222,10479 24233,12536 11491,12603" alignmentLevel="2"/>
          </emma:interpretation>
        </emma:emma>
      </inkml:annotationXML>
      <inkml:traceGroup>
        <inkml:annotationXML>
          <emma:emma xmlns:emma="http://www.w3.org/2003/04/emma" version="1.0">
            <emma:interpretation id="{B38DA3DF-702B-4071-A181-7C77A623332F}" emma:medium="tactile" emma:mode="ink">
              <msink:context xmlns:msink="http://schemas.microsoft.com/ink/2010/main" type="line" rotatedBoundingBox="11480,10546 24050,10480 24056,11655 11487,11721"/>
            </emma:interpretation>
          </emma:emma>
        </inkml:annotationXML>
        <inkml:traceGroup>
          <inkml:annotationXML>
            <emma:emma xmlns:emma="http://www.w3.org/2003/04/emma" version="1.0">
              <emma:interpretation id="{87734799-9828-4377-820F-9A89F3791E19}" emma:medium="tactile" emma:mode="ink">
                <msink:context xmlns:msink="http://schemas.microsoft.com/ink/2010/main" type="inkWord" rotatedBoundingBox="11482,10776 12014,10773 12018,11499 11486,11502"/>
              </emma:interpretation>
              <emma:one-of disjunction-type="recognition" id="oneOf10">
                <emma:interpretation id="interp50" emma:lang="en-US" emma:confidence="0.5">
                  <emma:literal>&gt;</emma:literal>
                </emma:interpretation>
                <emma:interpretation id="interp51" emma:lang="en-US" emma:confidence="0">
                  <emma:literal>,</emma:literal>
                </emma:interpretation>
                <emma:interpretation id="interp52" emma:lang="en-US" emma:confidence="0">
                  <emma:literal>?</emma:literal>
                </emma:interpretation>
                <emma:interpretation id="interp53" emma:lang="en-US" emma:confidence="0">
                  <emma:literal>.</emma:literal>
                </emma:interpretation>
                <emma:interpretation id="interp54" emma:lang="en-US" emma:confidence="0">
                  <emma:literal>7</emma:literal>
                </emma:interpretation>
              </emma:one-of>
            </emma:emma>
          </inkml:annotationXML>
          <inkml:trace contextRef="#ctx0" brushRef="#br0" timeOffset="74551.1215">-2725-3190 1421,'0'0'1316,"0"0"-1142,0 0-120,0 0-9,0 0-42,0 0-3,0 0-54,0 0-26,0 0 80,0 0 41,0 0 27,38 15-1,-17-9-25,0-2-20,3 1 4,1 2-26,1-2 0,1 4 1,2-4-1,0 2-11,0 0-11,-2 1 20,1 0 0,-2 2-31,-3-2 8,-2 3 22,-2 0 3,-1 0-13,-3 0-5,-2 1 18,-3 1 12,-3 1 4,-2 0-13,0 1 32,-5 0 16,0 1-22,0 1-4,-5 1 20,-4 3 3,-4 0-13,-3 2-19,-6-1 3,-2 2 1,-4 1-20,-3 0-16,-2 1 15,-1-3 0,-2 2-24,1-4-4,0 0 10,2-1-10,1-1-67,3 1-41,4-2-40,1 2-77,4-1-164,2 0-98,4-5-24,0 4-572</inkml:trace>
        </inkml:traceGroup>
        <inkml:traceGroup>
          <inkml:annotationXML>
            <emma:emma xmlns:emma="http://www.w3.org/2003/04/emma" version="1.0">
              <emma:interpretation id="{AF566BE4-0A26-45B6-80DB-D6F5BE61B94B}" emma:medium="tactile" emma:mode="ink">
                <msink:context xmlns:msink="http://schemas.microsoft.com/ink/2010/main" type="inkWord" rotatedBoundingBox="12644,10642 15159,10849 15089,11707 12574,11500"/>
              </emma:interpretation>
              <emma:one-of disjunction-type="recognition" id="oneOf11">
                <emma:interpretation id="interp55" emma:lang="en-US" emma:confidence="0.5">
                  <emma:literal>No-of</emma:literal>
                </emma:interpretation>
                <emma:interpretation id="interp56" emma:lang="en-US" emma:confidence="0">
                  <emma:literal>no-of</emma:literal>
                </emma:interpretation>
                <emma:interpretation id="interp57" emma:lang="en-US" emma:confidence="0">
                  <emma:literal>No-off</emma:literal>
                </emma:interpretation>
                <emma:interpretation id="interp58" emma:lang="en-US" emma:confidence="0">
                  <emma:literal>Non-of</emma:literal>
                </emma:interpretation>
                <emma:interpretation id="interp59" emma:lang="en-US" emma:confidence="0">
                  <emma:literal>Nonfee</emma:literal>
                </emma:interpretation>
              </emma:one-of>
            </emma:emma>
          </inkml:annotationXML>
          <inkml:trace contextRef="#ctx0" brushRef="#br0" timeOffset="77080.6973">-852-2991 1129,'0'0'1278,"0"0"-1185,0 0-93,0 0 3,-60 57 52,51-42 35,3 0 26,3 0 19,2 2-20,1 0-44,1 2-26,7-1-4,2 1-41,3-3 45,1 2-44,2-2 12,0-3-10,2-4-2,0 1 18,1-5 16,1-2-9,1-3 12,-1 0 10,0-4-4,-1-4 4,-2-3 0,0-4-1,-2 0 1,-1-3-20,-3-1-2,-2-3 8,-3-1 1,-1-1-23,-2-1-12,-3-1 3,0 0 19,-4 1-22,-6 1-11,-3 1 9,-3 1-55,-2 1-28,-3 3-19,-1 2-14,1 3-13,1 5-22,3 5-84,4 3-47,3 2-178,4 4-250,4 7-86</inkml:trace>
          <inkml:trace contextRef="#ctx0" brushRef="#br0" timeOffset="77275.524">-439-2900 2767,'0'0'618,"0"0"-542,0 0 26,0 0 81,0 0-41,0 0-54,0 0-88,0 0-31,0 0-61,0 0-27,-25 1-62,26-1-105,3 0-111,1-1-113,-3-1-278,6-4-273</inkml:trace>
          <inkml:trace contextRef="#ctx0" brushRef="#br0" timeOffset="78193.5081">429-3048 264,'0'0'307,"0"0"517,0 0-541,0 0-111,0 0 85,0 0 15,0 0 83,-74-38-56,61 36-59,2 1-53,1 1-47,-1 0-10,1 0-20,1 5-85,0 2-25,-1 3 0,0 3-1,-3 3-31,1 3-5,-2 3 37,2 3 0,-1 0-11,2 3 11,2-2 19,1 1 19,2-3-38,5 0 0,1-3 3,0 0 3,8-4-6,4-2-3,5-3 3,0-3 28,5 0-28,1-4 0,3-4 23,1-1 17,0-1-40,2-7 0,-3-2 16,-2-1 12,1-2-28,-5-1-9,-1-3 9,-4 2 34,-1-3-34,-3 0 0,-2-3 19,0 1 23,-4-2-40,0-1-1,-2-1 23,-2 0 10,-1-1-34,0-1-3,0 2 3,0 0 26,-1 4-26,1 3-22,0 4 22,0 5 0,0 1-40,1 1-37,5 4 9,0-1 5,1 3 3,4 0 0,0 0 29,0 6 9,2 3-1,1 3 1,-1 5 3,-1 1 3,0 5 13,-4 1-35,-2 3-3,-3 2 16,-1 4 23,-2 1 2,0 3 2,-6 2 23,0 3-6,0 0 3,0 2 7,1 2 37,4-1 10,1-1-32,0-1-16,4-3-2,3 0-20,2-3-6,1-4-16,-1-4 13,2-5-19,0-5 0,0-4 3,0-2 18,1-6 1,-1-1-16,-1-4 16,0-2 0,0 0 22,-1 0-9,0-5 6,-3 0 9,0-4 7,0-1-10,-3-1-22,-1-3 12,-2-1-15,0-1-54,-2-3-18,-6 2-20,-4-2 7,-4-1-16,-5-1-4,-2 1 16,-5-2 3,-5-1 18,-3 0 62,-3-1 6,0 2 38,-2 2-15,6 2 98,5 3 70,6 4 14,6 1-76,7 4-34,6-3-27,5 4-68,3-5-37,10-1-41,8-4 37,5-2 38,7-2-32,4-2-19,5 2 17,5-1 2,0 3-54,2-1-130,0 2-138,-13 5-287,9-6-725</inkml:trace>
          <inkml:trace contextRef="#ctx0" brushRef="#br0" timeOffset="76726.6272">-1626-3047 443,'0'0'1452,"0"0"-1183,0 0-175,0 0 29,0 0-4,0 0-15,0 0-20,0 0-20,0 0-61,0 0-3,0-3-58,0 3 16,0 3 10,0 5 22,0 4 10,0 6 26,0 2 16,0 5-22,0 2-17,0 2 10,0 1 3,-1 1-16,-1 3 1,-2-3 0,0 1-1,-2-3-3,2-5-10,0-2 13,1-5 0,1-5-11,-1-4-21,2-4 0,1-1-23,0-3-58,0 0-33,0 0 62,0-4 61,0-6-74,0-3-65,0-5-20,0-3-101,0 1 42,3-3 33,0 1 6,-1 0-72,2 0 55,-2 1 37,1-1 45,0 1 137,-1-1 26,-1 3 95,-1-1 120,1 1 62,0 0-52,-1 2-39,3 1 39,1 2-1,0 3-55,1 0-36,0 2-7,0 4-48,1 0-104,0 3-23,0 1 23,4 1 4,-1 3 41,1 3 13,6 4 26,-1 4 7,4 5-49,-1 2-29,4 5 19,-2 2 0,-1 0-32,0 0 2,0 1-2,-3-2 27,0-1-27,-2-4-14,0-2 14,-1-3 0,0-2-13,-1-4 10,-1-3 3,-1-3 2,-1-1-2,-2-2 0,2-2 45,-2 0 42,-1-2-13,2-5 6,-1-1 39,0-3-10,0-2-55,0-2-28,1-5 6,-1 0 3,0-2-35,-1-3 0,1-4 27,0-3 21,-1-2-45,0-2-3,-1-2 38,0 2 0,-3 0-38,-1 5-35,-1 3 13,0 6-19,0 3-58,0 7-54,0 4-24,3 4-64,0 4-169,5 0-330,-2 3 99,6 6 51</inkml:trace>
        </inkml:traceGroup>
        <inkml:traceGroup>
          <inkml:annotationXML>
            <emma:emma xmlns:emma="http://www.w3.org/2003/04/emma" version="1.0">
              <emma:interpretation id="{AC939523-FB88-4817-98D5-1426CC4587BE}" emma:medium="tactile" emma:mode="ink">
                <msink:context xmlns:msink="http://schemas.microsoft.com/ink/2010/main" type="inkWord" rotatedBoundingBox="15606,10741 18084,10584 18124,11223 15647,11381"/>
              </emma:interpretation>
              <emma:one-of disjunction-type="recognition" id="oneOf12">
                <emma:interpretation id="interp60" emma:lang="en-US" emma:confidence="0.5">
                  <emma:literal>words</emma:literal>
                </emma:interpretation>
                <emma:interpretation id="interp61" emma:lang="en-US" emma:confidence="0.5">
                  <emma:literal>wo reds</emma:literal>
                </emma:interpretation>
                <emma:interpretation id="interp62" emma:lang="en-US" emma:confidence="0">
                  <emma:literal>word's</emma:literal>
                </emma:interpretation>
                <emma:interpretation id="interp63" emma:lang="en-US" emma:confidence="0">
                  <emma:literal>wo ids</emma:literal>
                </emma:interpretation>
                <emma:interpretation id="interp64" emma:lang="en-US" emma:confidence="0">
                  <emma:literal>wo rads</emma:literal>
                </emma:interpretation>
              </emma:one-of>
            </emma:emma>
          </inkml:annotationXML>
          <inkml:trace contextRef="#ctx0" brushRef="#br0" timeOffset="79382.8911">1415-3016 795,'0'0'1939,"0"0"-1791,0 0-132,0 0-16,0 0 74,0 0 48,0 0-27,0 0-37,0 0 19,0 0-25,-21-21-52,21 26-35,0 6 35,0 5 47,0 4-28,0 6-15,0 3 37,0 1 9,0 0-50,-2 2 0,-1 0 6,3 0 14,-2-2-20,2-3-24,0-3 24,0-3 0,2-6-20,3-1-12,1-8 31,1 1 1,2-4 1,2-3-1,0 0 28,4-3 11,0-5-17,3-3-21,-1-3 12,1-2-10,0-2-3,0-2-3,-1 1-10,0 0 12,-3 1 0,0 3-21,-3 1 6,-2 6 3,-3 1-6,-2 3-7,-1 1 16,-2 2 10,0-1 19,-1 2-19,0 0-12,0 0-7,0 3-41,0 2-55,3 2 86,-1 3 29,2 3 0,1 0-20,4-1 7,-1-1-6,5-2 16,-1-1 0,5-1 3,-1-2 2,0-2 23,1-3 1,-1 0-7,2 0 16,-2-4 7,0-3-26,-2-3 6,-2 1 7,-2-2-1,-2-3-25,-1 1 1,-2-2 21,-3-2-25,-2-1-11,0-1-1,0-1 10,-2 2-11,-7-3-6,-1 1-7,-1 0-9,-1 0 35,-2 2 1,-1 1 3,4 2 31,2 3-4,2 2-15,4 3-13,3 1-3,0 3-55,5-1-47,8-2 32,2 2 38,6-1 19,3 0-6,0 2 8,1 1 10,3 0 1,-1 1-25,-1 1-1,-2 0 24,-1 2-1,-4 3-36,-2 3 1,-6 1 15,-1 4 20,-4 0-13,-3 3 16,-3 3 16,0 0 35,-3 1 4,-3 1 9,-1 3 29,0-1-4,2-1-28,0-1-14,3 1 11,2-3-20,0-4-26,7-1-9,1-5 35,3 0-10,3-3-15,2-2-1,3-2 17,0-1 6,2-1-32,0-1 0,0-5 32,0 0 3,0-3-37,0-2-1,-2 1 34,-3-4 10,1 0-42,-4-1 2,0 0 40,-2-1 6,-4-1-39,-2 1-10,-3-4 27,-2 1-19,-2-1-9,-7 0-53,-1 1-48,-7-1-31,0 1-27,-4 1 10,-3 2 25,0 1-7,-1 4-62,0 3-45,3 5-10,5 3-115,4 4-85,5 3-69,3 6-522</inkml:trace>
          <inkml:trace contextRef="#ctx0" brushRef="#br0" timeOffset="80713.6946">2515-2844 1083,'0'0'1402,"0"0"-1269,0 0-132,0 0 108,0 0 46,0 0 9,0 0-36,0 0-17,0 0-31,0 0-35,0 0 5,-11 19 52,11-21 34,3-3-23,1-5-46,1-2-1,0-3-29,2-3-37,-2-2-31,1-1 31,0-3 12,-2-1-12,0-1-22,1-1 22,-2 0 19,1-2-19,-3 3 0,1 1 0,-1 5 32,-1 2-32,0 5 0,0 3 6,0 3 28,-3 4-34,1 2-23,-2 1 11,0 0-23,-2 2-56,1 7-19,-3 3 34,-1 5 23,2 3 8,0 5 4,0-2-6,3 3-20,-2-2-45,5-2-19,1 0 10,0-4 18,7-2 1,2-2-14,5-2 3,0-2 16,4-3 58,3 0 24,3-4 15,1-1 20,2 0 2,-1-1-19,0 0 1,-2 2 22,-1 0-24,-3 1-2,-4 1 0,-1 2 9,-4 4 49,-3-2 7,-2 5 6,-1-1 19,-2 2-7,-1 1-38,0 1-6,-1 0 41,0 1-16,2-3-13,1 0-16,1-3-32,2 0 1,5-4 12,0-1 6,4-1 10,3-4-10,5-2-22,1 0-2,3-2-14,2-5-25,1-3-39,0 0-13,1-4 10,-1 0 38,-1-1 3,0 0 10,-3-2 32,-1 0 22,-2-2 17,-2 0 3,-1-2 28,-5 3 39,-1 1 12,-4 0-28,-4 4-30,-5 0-22,-2 1-18,0 0 11,-2 4 11,-7-1-7,0 2-35,-4 1 13,-3 2 37,-3 3-24,-1 1-28,-4 1 11,-1 7 26,-1 1 16,0 3 15,0 3-13,2 1 14,-1 2-29,4 1-41,2 1-15,2 1 14,4-1-11,1 0-27,7-1-2,3-2 26,2-2 13,4-2-52,5-1 10,4-4 34,4-1 8,2-4 2,3-3-2,1 0 2,2-3 0,0-7 0,2-1-29,-2-3 26,0-2 0,-1-1-38,-4-2 13,2-4 28,-4 0 25,1-1-25,-3-3 0,2-1 18,-3-1 16,1-2-31,-3-1-1,1-1 29,-3-2 10,1 1-41,-3-1 0,-4-1 12,-2 3-12,-3 2-7,0 4-27,0 3 34,-7 8-10,1 3 10,3 8 0,0 4 10,-2 1-10,2 0-10,-1 6-50,-2 3 46,0 5 13,0 4-14,0 4 15,-1 3 35,2 0-7,4 3-28,-4 1 0,3 2 13,-1 1 24,3 2-37,0 0 0,0 0 25,5 0-18,4 0-7,0-3 0,1-4 44,4-1-13,0-7-31,1-1-13,1-6 13,2-1 0,-1-7-3,2 1-9,0-5 12,0 0 0,0-3-23,0-5-14,-2-2 37,0 0 0,1-4-24,-4-1 12,2 0 12,-2-3 25,-2-2-25,0 0 0,-1-2 0,-1-2 24,-1-1-24,-2 0-10,-2-1 10,-1 2 0,-3 2-6,-1 2-41,-3 4 28,-1 4-3,-5 4-13,2 2-9,-3 3 30,1 3 12,-1 0-38,2 6-20,0 2 22,1 4 13,2 2-22,1 4-4,1 3 22,3 0 16,0 1-22,0 0-16,8-2 51,0 1-2,4-3-4,0-2-16,2-1 22,0-3 31,0 1-2,-2-4-26,0 1 23,-4-2 15,2 0-12,-3-1-17,-3 0-8,-1-1 18,-3-1-6,0 0-7,-5 1-9,-1 0-73,-7 0-48,1-2-96,-3 1-91,-1-1-179,4-2-253,-12-2-291</inkml:trace>
        </inkml:traceGroup>
        <inkml:traceGroup>
          <inkml:annotationXML>
            <emma:emma xmlns:emma="http://www.w3.org/2003/04/emma" version="1.0">
              <emma:interpretation id="{22E65BA6-44B6-4C60-BE45-8B600D1A82DA}" emma:medium="tactile" emma:mode="ink">
                <msink:context xmlns:msink="http://schemas.microsoft.com/ink/2010/main" type="inkWord" rotatedBoundingBox="18653,10472 21266,10682 21190,11633 18577,11423"/>
              </emma:interpretation>
              <emma:one-of disjunction-type="recognition" id="oneOf13">
                <emma:interpretation id="interp65" emma:lang="en-US" emma:confidence="0.5">
                  <emma:literal>sighed</emma:literal>
                </emma:interpretation>
                <emma:interpretation id="interp66" emma:lang="en-US" emma:confidence="0">
                  <emma:literal>sighers</emma:literal>
                </emma:interpretation>
                <emma:interpretation id="interp67" emma:lang="en-US" emma:confidence="0">
                  <emma:literal>signage</emma:literal>
                </emma:interpretation>
                <emma:interpretation id="interp68" emma:lang="en-US" emma:confidence="0">
                  <emma:literal>sashays</emma:literal>
                </emma:interpretation>
                <emma:interpretation id="interp69" emma:lang="en-US" emma:confidence="0">
                  <emma:literal>sigher's</emma:literal>
                </emma:interpretation>
              </emma:one-of>
            </emma:emma>
          </inkml:annotationXML>
          <inkml:trace contextRef="#ctx0" brushRef="#br0" timeOffset="81985.2527">4337-2723 886,'0'0'765,"0"0"-379,0 0-386,0 0-77,0 0 57,0 0 20,0 0 59,0 0 41,0 0 78,0 0-26,61-64-84,-43 47-29,3-2 45,-2-1 35,2-3-25,0 1 8,-2-3 43,-1 1-5,-1-1-28,-1-1-13,-3 2 18,-2 0-12,0 1-58,-3 1-15,-1 2 27,-5 1-11,0 2-45,-2 2-3,-1 3 28,-5 1-28,-1 3-3,-2 1-28,0 3 27,3 3 3,0 0-36,1 1-23,3 0 3,1 4-19,1 4-29,0 1 23,0 5 69,5 1 10,3 1-48,-1 2-3,2 1 3,2 1-23,1 1-31,1 1 18,1 2 55,0 0 29,0-1-33,-1-1 1,1 1 35,-1-4 0,-3-1 0,0 0 0,-2-2 16,-2-1 13,-4-1-28,-2-3 2,0 1 20,-2-1-23,-4-3-39,-4 2-35,-2-2 36,1-3 22,-1 0-10,-1-4-16,0-1 26,4 0 14,-2-1-56,3-5-29,2-2 6,2-2 49,3-1-4,1-1 7,0-1 0,6-1 6,4-1-6,2 1 0,3 4 6,2-1 23,2 1 18,4 1 50,0 0 17,2 0 15,0 0-16,2 1-42,-1 0 0,2-2-4,-2 1 17,0-2-10,1 0-3,-2 0 25,-1 0-9,-2-1-29,2 0 6,-6 2 4,0 2-18,-3 1-21,-3 2-13,-4 2 12,-2 1 1,-3 2-19,-1 0 0,1 0 19,-1 2 80,0 3 9,1 3-19,-3 2-19,0 0-28,0 3-21,0 1-1,0 0 12,0 1-1,-3-1-12,0 1 0,1 0 1,0-2-1,0-2-19,2 1-3,0-4 6,0-1-6,0-4-13,0 1-45,0-3-67,0-1-39,2 0 25,1-5 48,1-4 6,-1-3-161,1-4-219,1-2 15,-1-2 3,2-1 162,0 1 154,-1-3 124,1 1 29,-1-2 39,0-1 10,-2 0 23,0-3 166,-2 0 26,-1-1-75,0 2-17,0 2-25,-2 2-4,0 2 36,-1 8 90,3 5-55,0 5-214,0 3-29,0 0-188,3 4 12,4 5-97,0 1 25,0-2-104,3 6-421</inkml:trace>
          <inkml:trace contextRef="#ctx0" brushRef="#br0" timeOffset="83956.5805">4788-3220 202,'0'0'2277,"0"0"-1948,0 0-316,0 0 6,-68-38 65,55 31 130,-2 2 7,0 0-66,1 3 13,2 0-17,-3 2-62,4 0-52,-1 7-21,0 3-16,0 3-41,-1 4-3,1 5 44,0 4 11,1 4-11,1 1 0,2 2 12,2 1 16,1 2-12,3-1-15,2 1 18,0 0-10,2-1-6,5-4-3,5-1 0,2-1 0,3-3-53,4-6-6,-1-1 14,5-4-2,2-4-28,3-2-33,2-8 13,1-1-35,-1-1-100,3-11-84,-3-1-73,1-3-168,-10 1 16,9-9-35</inkml:trace>
          <inkml:trace contextRef="#ctx0" brushRef="#br0" timeOffset="85513.5101">5199-3419 948,'0'0'1289,"0"0"-1001,0 0-104,0 0 25,0 0 64,0 0 7,0 0-27,0 0-124,0 0-88,0 0-9,0 0-10,-23-12-7,23 30 23,0 6 48,1 5 4,2 1-49,-1 2-23,-2 4 38,3 2-3,0 2-52,1 1 2,-2 1 34,0 2-37,1-4 0,-1 0-15,0-4 15,1-5 0,0-5-16,0-8-27,0-5 31,0-4-7,-2-4-56,0-4-12,1 1 49,-1-2 35,1-3-35,1-5 38,0-3 16,3-5-16,0-3-35,1-3-50,0 0 48,2-2 15,-1 1-26,0 2-15,1-1 43,-1 4 18,3 2-24,-3 3-6,2 4 31,-2 2 0,2 4-56,-2 3-3,-1 0 60,2 5-3,-2 6 3,0 4 0,0 2 6,-1 2 10,1 3-16,1-2-16,-1 2 16,2-2 19,1 0-19,-1 0-23,3-2 23,1 0 10,2-3-10,1-2-19,1-2 19,3-1 34,2-5-34,1 1-10,1-4 10,1-2 0,1 0-23,0 0-18,-2-8 18,1-1 7,-1-2-12,-3-1-4,0-2 32,-3-2 0,-1-2 22,-5 2 0,-1-3 13,-1 2 16,-3-1-3,-5 0-7,1 1-6,-3-2 9,-1 2-19,-6 0-12,-2 1-10,-2 2 38,-4 2-13,1 5 13,-2 1 63,0 3-42,-1 3-23,-2 0-38,2 5 0,-2 6-1,0 2 0,2 3 0,0 0 0,0 4 1,6-1 11,2 1-12,2 1 0,2-1 11,5-1 17,0-1-15,5-1-1,4-4 16,3-1-15,0-2-11,4-3-1,0-3 11,2 0-10,1-3-2,0-1-2,0-1 1,1-5-18,-1-3-15,-2-2-3,2-1 2,-1 0 20,-1-3-8,0-2 7,1 0 16,-2 1 0,-1 0-19,1 0 0,-1 2 1,-3 1-7,-2 3-22,-2 3 9,-2 2 22,-3 2 3,0 3-28,-2 0-6,0 0 16,1 3 12,-1 6 17,1 4 1,1 4 0,1 1 1,-2 2 0,3 0 0,1 0 3,2-1 9,1-1-12,1-2-2,1-2 2,3-2 3,1-3 13,2-3-3,1-3 12,0-2-9,3-1-16,-2-1 0,3-4 0,-2-1 0,1-1-3,0-1 3,-2-3 9,0 3 16,-2-3-24,-1 0 0,0 0 34,-2-1 3,0-1-35,0 0 19,-2 2 16,-3 0 9,1 1-29,-3 1-17,0 3 15,-2 1-16,-4 1-14,2 1 14,-3 1 10,2 1 25,-2 1-35,0 0-3,0 0 1,0 0-18,-2 0-33,-2 0-16,-1 3 22,0 3 15,0 0-31,2 2 10,-1 0 50,0 4 0,1 0-45,3-1 28,0 3 20,0 1 0,0 0-6,5 1-10,0 2 16,2-1 0,0 4 0,-1 3 0,2 0 19,1 5 6,-2 1-25,0 0 0,0 2 48,0 1 18,-3 2-35,3-4-29,-3 0 36,0-3-28,-1-2-10,-3-5 0,0-2 9,0-2 16,-3-5-25,-2-2 0,-2-3 16,0-6 28,0-1-43,0 0 1,-2-3-4,0-6-8,1-3-50,2-2 3,-1-3 54,4-2 0,3-2-48,0 1 4,5-3 44,1-3-19,6 3-22,0-4-10,5 3 38,1 0 16,1-2-22,2 2 16,0 0 6,3 1 28,0-1-27,1-1 0,1 2 33,-3-1 32,3-2-25,-1 3-3,-1-2 32,-1 2 33,-1-2-46,-1 1-17,0 2 33,-5 0 2,1 3-75,-6 0 2,-3 1 23,-2 2 16,-3-1-41,-3 2 2,0 3 1,-3 2 26,-6 4-29,-1 1-28,-3 4 28,-4 1 19,-2 6-19,0 4 1,-4 5-1,0 5 34,-1 1-9,4 3-24,3 0 11,1 3 4,6 1 9,4-1 9,5 0 12,1-3 7,5-5-16,7 1-22,4-6 4,5-3-18,2-3-1,3-2-34,2-6-19,0 0-30,0-5-32,-2-4-97,-2-1-106,-4 1-199,-6 1-569,-3-5-425</inkml:trace>
          <inkml:trace contextRef="#ctx0" brushRef="#br0" timeOffset="82801.3772">5348-3109 696,'0'0'485,"0"0"543,0 0-785,0 0-49,0 0 54,0 0-85,0 0-38,0 0 0,0 0 56,0 0 37,38-11-60,-24 5-61,2-1-9,3 2-12,0 0-38,0 3-7,2 1 12,-2 1-43,0 3-9,-3 3-15,0 4 24,-4 4 0,-3 1-12,-4 3-26,-3 3 36,-2 1-32,-4 3-45,-5 0-19,-4 2 80,-1 0 16,0-1-30,-2 0-5,2-4 37,2-1 0,0-2-22,4-4-12,3-2 33,1-2 0,2-3-53,2-1-19,0-1 29,5 0 19,2 0 6,2-3 19,2 2 22,2-2 19,1 1-41,1-1 1,1-1 24,0 2 20,3 0-43,-2 1-1,1-1 46,-4 1-37,3 2 18,-4 1-25,2 0 66,-4 4-28,-1 1-41,-1 1-20,-5 2 20,-1 1 29,-3 1-29,0 0 0,-6 2 9,-3-3 0,-2-1-9,-2-1-9,-2-1 9,1-3 9,-2-1-9,-3-1-50,2-3 28,0-1 19,1-1-19,0-3-19,3-1 39,3 0 1,1-3-23,3-3-8,2 0 20,2-1-4,2-2-38,0-2 13,5-1 41,1 0-1,2-2-5,4 1-20,-1-4 26,3 1 3,3-1-3,0-2-19,2 0 19,1 3 23,1-4-22,2 4 11,-2-2 48,2 2 26,-1 1-20,-3 1-13,0 3-24,-6 2-28,-1 2-1,0 2-16,-6 0 3,1 1 13,-4 0-1,0 3-2,-2 0 3,-1 1 19,1 0 3,-1 0-9,0 0-12,0 0-1,0 0-19,0 0-28,0 0-10,0 0 3,0 0-2,0 0-17,0 0 3,0 0 13,0 0 16,0 0 12,0 0 28,0 0 1,0 0 19,0 0-16,0 0 13,0 0-13,0 0-1,0 0-2,0 0-16,0 0 16,0 0-1,0 0-14,0 0 13,0 0-17,0 0 6,0 0-16,0-2-38,0 2-13,0-4-38,0 1-68,0-1-78,0 2-98,0 0-189,0-1-25,-5 0-184,10 26 356</inkml:trace>
        </inkml:traceGroup>
        <inkml:traceGroup>
          <inkml:annotationXML>
            <emma:emma xmlns:emma="http://www.w3.org/2003/04/emma" version="1.0">
              <emma:interpretation id="{EB14A2E3-88A0-42BC-A3B0-00DC1CE861C2}" emma:medium="tactile" emma:mode="ink">
                <msink:context xmlns:msink="http://schemas.microsoft.com/ink/2010/main" type="inkWord" rotatedBoundingBox="21999,10491 24050,10480 24055,11478 22005,11489"/>
              </emma:interpretation>
              <emma:one-of disjunction-type="recognition" id="oneOf14">
                <emma:interpretation id="interp70" emma:lang="en-US" emma:confidence="0.5">
                  <emma:literal>NTN</emma:literal>
                </emma:interpretation>
                <emma:interpretation id="interp71" emma:lang="en-US" emma:confidence="0.5">
                  <emma:literal>N's N</emma:literal>
                </emma:interpretation>
                <emma:interpretation id="interp72" emma:lang="en-US" emma:confidence="0">
                  <emma:literal>N', N</emma:literal>
                </emma:interpretation>
                <emma:interpretation id="interp73" emma:lang="en-US" emma:confidence="0">
                  <emma:literal>NIN</emma:literal>
                </emma:interpretation>
                <emma:interpretation id="interp74" emma:lang="en-US" emma:confidence="0.5">
                  <emma:literal>N in</emma:literal>
                </emma:interpretation>
              </emma:one-of>
            </emma:emma>
          </inkml:annotationXML>
          <inkml:trace contextRef="#ctx0" brushRef="#br0" timeOffset="88517.654">-1273-2201 398,'0'0'730,"0"0"-323,0 0-267,0 0-17,0 0 79,0 0 54,0 0-4,0 0-58,0 0-56,0 0-35,-15-16-1,13 16-15,2 0-46,-1 0-41,0 1-2,-2 7-36,0 3-36,-2 10 26,1 5 45,-1 5 1,1 5-21,1 1 7,0 2 15,0 0-2,2-1-39,-1-2 20,2-4 20,0-5-14,0-3-16,0-6-17,3-5 30,0-2-7,3-3-16,-2-4-19,-1-3 42,3 1 19,0-2 26,-1-2 12,3-3 52,-1-3 1,3-1-50,-3-3-15,4-1 19,-3-2-7,3 0-38,-3-2-9,3 2 9,-2-1 20,1 1-20,-4 1-18,2 3 18,-3 2 0,1 3-45,-4 4-13,1 0 13,-2 1-16,0 1-42,3 0-23,1 5 91,3 2 35,1 5 16,4 2-13,1 1 6,1 0-9,0 1-26,0-2 7,0-1 19,-2-2 0,2-3-13,-1 1-3,0-3 16,0-1 23,3-3-22,-2-1-1,2-1 39,-3 0 0,3-4-7,-2-3-13,-2-1 27,-2-1 8,0-1-52,-5 0-2,2-2 13,-2-1 9,-2 1-22,-1-2-36,-2-1 1,-1 0 35,0 2-3,0-1 3,-5 1 24,-2-1 15,-1 0-27,0 2-11,-2 1 17,2 1 30,2 3-45,3 4 13,0 0-14,2 3-2,1 0-119,1 0-59,5 0-32,5 0 165,3 0 22,5 0 4,3 0 19,2 0 16,1-2-6,1-1 3,-1 1-7,1-4 43,0-1-39,-2 2-7,0 0-3,-4 0 0,-6 3-20,-1 2-28,-6 0 28,-1 0 7,-2 0-9,-4 4 22,0 3 87,0 1 59,0 4-53,-4 3-25,-1 0-23,0 1-6,-2 1-36,0-2 13,2 0-14,-1 0 0,3-1-2,0 1-25,1-2-11,2-1 20,0-1-22,6 0-11,2-1 23,2-3 11,2 1 15,3-5 39,1 2 22,2-5 20,-2 0 2,3 0-21,-1-5 5,-1-2-9,-1-1-7,-2-4-16,-2-1-6,0 0 9,-6-3-3,1-1-3,-3-1-6,-3-1 3,-1-3-10,0 0-16,-2 2 19,-5-2-9,-4 3-13,0 0-41,-2 1-1,-2 1-9,0 4-61,0 2-26,1 1-67,2 5-66,5 5-140,3 0-207,1 0-79</inkml:trace>
          <inkml:trace contextRef="#ctx0" brushRef="#br0" timeOffset="89540.5793">-175-1868 1896,'0'0'596,"0"0"-454,0 0-71,0 0 64,0 0-7,0 0-18,0 0-15,0 0-11,0 0-27,0 0-6,0 0 16,23-34 6,-16 17-29,2 1-15,-2-2 18,-2-2-2,-1-1-20,-1-1-6,-3-2 19,0 0-13,0-2-22,-1-1-3,-5 3 13,-1-1 12,0 3-24,0 1-1,-1 3 12,2 6-12,1 2-10,0 3-12,4 5 19,-1 1 3,2 1-98,-1 0-70,1 7 0,0 3-40,0 10 77,0 3 28,0 7 20,0 1 2,4 2-70,1-1-85,3-5 48,3-4 39,1-2 26,1-4-40,5-4 37,2-4 54,1-3 43,3-1-10,-1-3 38,3-2 1,0 0 2,-3 0 0,-1 0 43,-2-1 7,-3 1-3,-4 0 20,-1 0-21,-5 1-12,1 2-34,-3 2 44,-1 3 38,1 2 62,-1 1-10,-1 0-19,1 4-4,1 0-39,-2 0-28,1 0-24,-1 0 33,3-3 13,-1-1-49,2-1-17,2-1 31,0-1 8,1-2-21,2-3 28,2-2 29,-1-1 10,5 0-42,0-3-17,1-4 20,2-1-9,1-4-36,-1 0-1,2-2 20,-3-2 17,0 1-39,-2-5 0,-2 2 32,-2 0 12,-2-2-31,-1 2 3,-4-1 29,-3-1 12,-2 3-35,-2 1-9,0 1 15,-2 1 29,-6 1-57,-1 2-10,-3 0 10,-2 1 3,-3 2-3,1 4-38,-2 1 16,-1 3 22,0 1-35,0 9-29,-1 0 48,1 5 16,0 1-19,0 2 16,2 2 3,3 1 41,1 0-41,4-1 0,3 2-12,4-2-11,2 0-37,0-2-7,7 0 29,5-1 22,2-3 16,3-4 14,2-1 25,0-5 12,1-3-16,1-1-22,2-4 19,-1-5 12,-1-2-15,0-3-10,-2-4-3,0 0 0,-3-2 3,-2-2-7,-1-1-10,-3 1 24,-1-1-4,-2-2-19,-1 1 16,-2 0 3,-2-2 7,1-1-29,-3-1 3,0-1 10,-1-1 2,-4 0-2,-3 1-13,0 0 13,-1 1-10,-1 4-3,1 3 1,0 2-1,2 7 3,4 3 16,0 5-19,2 4-31,1 0-48,0 3-57,0 7-7,0 6 99,4 5 44,1 7 0,0 2-10,2 6 10,3 2 0,-1 3-3,1 2-17,1 0 18,0 1-20,-1-1-10,1-2 30,2-4-14,-2-3-3,1-5-68,0-7-95,2-1-44,-2-4-80,-3-4-239,0-5-34,-2-3-410</inkml:trace>
          <inkml:trace contextRef="#ctx0" brushRef="#br0" timeOffset="90570.6621">1369-1798 668,'0'0'1117,"0"0"-997,0 0-120,0 0-40,0 0 37,0 0 3,0 0 94,0 0 20,0 0 61,0 0-16,50-62-56,-35 41-19,1-1 35,2-4 20,0 0-21,1-2 1,-1-2 31,1-2-16,-3 1-57,0-2-27,1-1 14,-2 1-4,-1 1-38,-3 1-21,-1 3 34,-4 3 5,-1 4-39,-4 5-1,-1 5 38,-1 3 22,-6 4-60,0 1-11,-3 3 10,1 0-10,-1 3-74,-1 6-17,0 5 33,1 2 24,1 5-22,2 2 4,1 0 37,5 3 4,1-3-39,1 1 4,7-3 31,5-1-6,3-4-22,4 0-10,3-2 64,3 0 6,3-1-6,-2-2-6,1-1 6,-2 1 13,-2-2-13,-3 1-18,-3 0 18,-4 1 12,-4 0-9,-6 2 22,-1 2 7,-3 0 29,-5 1-16,-5-1-27,-3 2-17,-4-4-1,1 1 11,0-3-11,-1-2-3,2-2 0,2-2 1,4-2-1,2-2 3,4 0 11,1-1-11,2 0-80,0-5-13,7-4-26,5-1 49,2-2 15,3-1 16,3 0 13,1-1 7,4 0-7,-1-1 10,3 0 16,1-1 15,-1-3 1,0 2-12,0-1 28,-2-1-10,-1-2-9,0 4 3,-3-2 20,-2 1-17,-2 1-6,-3 5 9,-3 2 14,0 2-17,-5 2-18,-2 3-1,-1 1-3,-1 2-26,-1 0 29,0 5 6,1 5 164,1 3-39,0 3-76,-1 3-30,1 0-9,1 2-15,-2-2-1,0 0-19,1-1 19,-1-1 0,1-2-12,0-4-10,0 0 3,0-2-19,-2-4-90,0-1-65,1-2 3,1-2-23,-3 0-68,3-3-115,0-5 100,-1 1-104,1-10-304</inkml:trace>
          <inkml:trace contextRef="#ctx0" brushRef="#br0" timeOffset="90694.6901">2210-2257 638,'0'0'626,"0"0"-106,0 0-267,0 0-116,0 0-98,-27-55-39,27 54-192,5 1-64,6 1 51,-3 2-56,11 5-156</inkml:trace>
          <inkml:trace contextRef="#ctx0" brushRef="#br0" timeOffset="91469.7154">2418-2123 714,'0'0'2083,"0"0"-1845,0 0-180,0 0 44,0 0 48,0 0-80,0 0-70,0 0 0,0 0 51,0 0 53,0 0-53,47-3-26,-25-2 23,2-2 9,1-1-23,0 2 7,1 1 28,-3 3-37,-2 0-32,-2 2-44,-3 2 42,-4 4 2,-1 4-38,-3 2 3,-4 6 13,-3 4-25,-1 2-26,-2 5-18,-9 2 30,0 2-2,-4 0-7,0 0 19,-1-3 39,1-2 11,2-3-30,2-3-2,2-2 33,2-5 0,2-1-3,5-4-42,0-1 29,0-2-6,3 0-55,4-2 49,2-1 28,1 1 70,4-1-41,2-1-10,1 3 51,2-3-6,2 2-7,1-1-19,-1 1 26,3 1 9,-1 0-22,-2 3-39,-1 2 1,-1 3-3,-3 1-10,-4 3-13,-5 1 13,-3 0 47,-2 3-31,-2-2-15,-8 1 37,-3-2 6,-5-1-44,0 0 0,-4-3-1,-2-3 1,1-3-34,-1 0-26,2-4 42,1-4 17,3-1-21,1 0-9,4 0 18,4-5-9,4-2-22,3-2-26,0-1 32,7-4 15,6-1-5,3-1 9,4-3 3,3 0 16,2-2 0,2-4-1,1 1 1,1-2 19,-1-4 6,2-1 7,0 1 12,1-2 20,-3-1 9,-2 0-13,-3 2 0,-4-1-6,-3 0-23,-6 2-18,-5 3-13,-5 1 0,0-1-11,-11 3-45,-2 2 5,-1 6 19,-1 2 29,0 7-14,1 4 17,2 3 32,0 3-32,0 7-20,1 5-5,-1 2 25,3 3 31,1 3-18,4 0 3,2 0 15,2 2-2,0 0-13,8-1 2,2-2 5,4-2 14,1 0-36,1-5-1,2 0 1,-1-3-1,4-3-18,0-2-20,3-1-9,-1-4-33,0 0-40,1-2-64,0 0-187,-7 0-277,5-5-547</inkml:trace>
        </inkml:traceGroup>
      </inkml:traceGroup>
      <inkml:traceGroup>
        <inkml:annotationXML>
          <emma:emma xmlns:emma="http://www.w3.org/2003/04/emma" version="1.0">
            <emma:interpretation id="{01C583BF-4D0F-439A-A7A0-263659426C6B}" emma:medium="tactile" emma:mode="ink">
              <msink:context xmlns:msink="http://schemas.microsoft.com/ink/2010/main" type="line" rotatedBoundingBox="12924,11567 24228,11523 24232,12547 12928,12590"/>
            </emma:interpretation>
          </emma:emma>
        </inkml:annotationXML>
        <inkml:traceGroup>
          <inkml:annotationXML>
            <emma:emma xmlns:emma="http://www.w3.org/2003/04/emma" version="1.0">
              <emma:interpretation id="{B356B06F-A7D8-40C5-B89B-D9D69390B83E}" emma:medium="tactile" emma:mode="ink">
                <msink:context xmlns:msink="http://schemas.microsoft.com/ink/2010/main" type="inkWord" rotatedBoundingBox="12924,11567 14969,11559 14972,12204 12927,12212"/>
              </emma:interpretation>
              <emma:one-of disjunction-type="recognition" id="oneOf15">
                <emma:interpretation id="interp75" emma:lang="en-US" emma:confidence="0.5">
                  <emma:literal>word</emma:literal>
                </emma:interpretation>
                <emma:interpretation id="interp76" emma:lang="en-US" emma:confidence="0">
                  <emma:literal>world</emma:literal>
                </emma:interpretation>
                <emma:interpretation id="interp77" emma:lang="en-US" emma:confidence="0">
                  <emma:literal>words</emma:literal>
                </emma:interpretation>
                <emma:interpretation id="interp78" emma:lang="en-US" emma:confidence="0">
                  <emma:literal>wordy</emma:literal>
                </emma:interpretation>
                <emma:interpretation id="interp79" emma:lang="en-US" emma:confidence="0">
                  <emma:literal>worded</emma:literal>
                </emma:interpretation>
              </emma:one-of>
            </emma:emma>
          </inkml:annotationXML>
          <inkml:trace contextRef="#ctx0" brushRef="#br0" timeOffset="92316.6353">3754-1777 706,'0'0'1817,"0"0"-1649,0 0-168,0 0-84,0 0-13,0 0 97,0 0 120,0 0 25,0 0-30,82-25-47,-58 7-14,1-2-6,0-3-35,-1-1-11,-1-3 37,-2 1-7,0-1-31,-4-1-1,-1 1 38,-2 1 10,-4 2-35,-1 2-12,-4 1 21,-1 4 8,-3 0-30,-1 5 0,0 0 16,-1 3 19,-3 5-16,-1 4-17,0 0 78,0 4-80,-1 7-26,-1 4-37,0 4 63,2 5 11,1 2-11,1 2 0,3 0 10,0-1-4,2 1-6,4 0 0,5-3 13,1-2 41,3-2-32,2-4 4,4-3 40,0-4 10,3-3-47,2-4-29,-1-3 31,0 0 9,2-6-40,-2-3-25,-2-3 25,-1-1-1,-3-2-12,-2-2-20,-2 0 33,0-2 16,-1 0-16,-3 0 1,-1 0-1,1 0 25,-4-2-25,0-1 0,-2 2 1,2-1 21,-3 4-22,-1 2-2,1 1 1,-3 7 1,2 3-16,-3 1-22,2 3-9,1 0-4,0 6 16,4 3 35,0 6 45,4 3-11,-1 3-22,0-1-12,0 3-1,-1-1 1,-2 2 2,-2 0-2,-1 0-1,-3 0 1,-1 0-19,-1-3-44,-5-2-29,-2-3 18,-3-2 5,-1-3-40,-1-5-35,-1-2-48,-2-4-131,3-2-347,-9-13-317</inkml:trace>
          <inkml:trace contextRef="#ctx0" brushRef="#br0" timeOffset="92491.694">4034-2419 1672,'0'0'1559,"0"0"-1304,0 0-189,0 0-50,0 0-16,0 0-12,0 0-77,0 0 56,0 0 31,0 0-9,0 0-56,64 11-118,-48 0-238,-2-3-373,0 5-568</inkml:trace>
        </inkml:traceGroup>
        <inkml:traceGroup>
          <inkml:annotationXML>
            <emma:emma xmlns:emma="http://www.w3.org/2003/04/emma" version="1.0">
              <emma:interpretation id="{09939A0A-02CD-4721-82A3-06D6504F0901}" emma:medium="tactile" emma:mode="ink">
                <msink:context xmlns:msink="http://schemas.microsoft.com/ink/2010/main" type="inkWord" rotatedBoundingBox="15621,11611 17471,11604 17475,12573 15625,12580"/>
              </emma:interpretation>
              <emma:one-of disjunction-type="recognition" id="oneOf16">
                <emma:interpretation id="interp80" emma:lang="en-US" emma:confidence="0.5">
                  <emma:literal>size</emma:literal>
                </emma:interpretation>
                <emma:interpretation id="interp81" emma:lang="en-US" emma:confidence="0">
                  <emma:literal>Size</emma:literal>
                </emma:interpretation>
                <emma:interpretation id="interp82" emma:lang="en-US" emma:confidence="0">
                  <emma:literal>side</emma:literal>
                </emma:interpretation>
                <emma:interpretation id="interp83" emma:lang="en-US" emma:confidence="0">
                  <emma:literal>site</emma:literal>
                </emma:interpretation>
                <emma:interpretation id="interp84" emma:lang="en-US" emma:confidence="0">
                  <emma:literal>Mize</emma:literal>
                </emma:interpretation>
              </emma:one-of>
            </emma:emma>
          </inkml:annotationXML>
          <inkml:trace contextRef="#ctx0" brushRef="#br0" timeOffset="93208.623">4758-1641 863,'0'0'1777,"0"0"-1461,0 0-287,0 0-7,0 0-22,0 0 55,0 0 2,0 0-12,47-68 32,-28 46 37,2-1-5,0 0-49,1-3-9,1 1 21,-3-5-5,0 1-51,-1-1-14,-3 0 39,0-1-9,-4-2-32,-2 2-12,-2-5 12,-3 2 0,-2 0-4,-3-2 1,0 6 3,-5 3 0,0 3-6,-2 9-4,-2 4 10,2 5 21,-3 6-21,1 0-40,0 6 8,-1 5 7,2 4-39,2 5 1,-1 3 38,5 4 23,-1 1-43,3 0-2,0 0 24,7-2 23,3 0-41,2-5-13,1-1 54,5-2 0,2-3-33,1-2 33,3-2 0,1 0 38,-1-1-12,1-1-4,-1 3 13,-3-2 4,-2 0-39,-3 0 0,-4 1 7,-3 0 21,-4-1-28,-5 2 13,0 0 38,-7 0 6,-6 1-57,-5-3-10,0 3-12,-5-5 6,-1-2-44,0-2 6,1 0 6,2-4-31,0 0-17,5-2-38,0-4-56,5-3-22,3-3-1,5 0-107,3-3-203,0 1 12,5 2-76</inkml:trace>
          <inkml:trace contextRef="#ctx0" brushRef="#br0" timeOffset="94556.6845">5456-2041 821,'0'0'1325,"0"0"-1076,0 0-36,0 0 109,0 0-114,0 0-80,0 0 9,0 0 38,0 0-39,0 0-89,25-49-25,-33 46 22,0 3-1,-3 0-43,-2 0-18,-4 0 17,-2 6-1,-1 3 0,-3 2 2,1 3 66,-1 1 16,2 2-26,1 1-5,4 2-1,0 0-16,5-1-18,3 2-4,3-1 10,5-2-3,2 0-19,7-3 3,5-1 19,4-2-4,2-5-18,3-1-3,1-4 3,1-2 0,-1 0-1,0-7-17,-1-1 15,-2-2-29,-3-2-21,-3 0-15,-1-1 21,-5-1 15,1 1-15,-3-2 9,-2 0 26,-1 1 12,-1-1-29,-3 3-8,0 0 21,0-1-9,-3 2-26,-1 2-18,0 2 53,0 3 15,1 4-21,2 0-32,-2 0 10,1 4 0,2 3-36,0 1 23,0 4 39,0 2 17,3 1 0,3 0-2,1-1 3,2-1 19,2-2-18,2 0 2,-1-3 41,1 0-17,-1-4-27,2-1 0,-2-3 3,0 0 26,0 0-29,0-3 0,-1-4 19,-1 0 10,3-3-29,-1 0-3,-2-2 3,2-1 18,-1-1-18,1-1 0,-3 0 16,2-3 17,-3 1-33,2 2 0,-3-1 16,2 1 21,-3 1-37,0 5 0,-2 1 29,0 4 17,-2-1-46,-1 5-44,2 0 22,-2 3-2,2 4 24,2 7 44,-1 1 22,-1 2-19,2 6-47,0-3-9,-4-1 9,4 0 6,-5 0-6,2 0 0,-1-1 0,-1 0 0,0-3 0,0-2-18,0-3 18,0-3 0,0-3-12,0 0-28,2-4 40,-2 0 0,1 0-13,3-4 13,-2-2 7,5-3 53,-1-4-60,1 1-34,1-3 34,1-1-1,-1-1-30,3 1-7,-1-1 38,1 0-1,-1-1-33,2 3-2,-3 3 36,1 1 6,-2 4-6,0 3-29,-4 3 29,1 1 0,0 0-6,-1 7 6,-1 2 77,-1 3 5,1 2-82,-2 4 3,0-2 1,1 2 21,-2-1-25,1 0-19,1-2 19,-2-1 6,0-1-6,0-3-37,1 0 37,2-4 0,-1-2-22,1-2-15,2-2 37,0 0 29,1-2-29,1-6-2,3-1 1,-1-1-1,1-2-58,1-1-7,-1 0 26,0-2 9,1 0-22,-2 0 6,2-3 1,-1 2 18,-1 0-3,1-1 7,-3 3 12,2 2 13,-3 5 0,-1 2-1,-1 2-18,0 3-7,-4 0 26,2 4 51,-2 4 45,2 0 2,-2 5-24,2-1-52,-1 2-22,1-2 12,0 2-12,2-2-2,-1 3 2,2-1 12,2 1 13,0-2-23,1-2 11,2 0 6,0-1 9,2-2 4,1-1 0,1-2-4,1-2 10,1-1-35,1-2 13,0 0 3,-1-1 1,1-4-20,0-2-3,-2 0 3,1-3 0,-2 0-2,1-1 2,0-1 4,-1-1-1,0-1-1,-1 1-1,-1-2 24,-1-3-3,-2 3-22,-2 0 0,-2 0-1,-2 1-15,-3 2-12,0 3 15,0 2 13,-3 4 0,-3 2-20,-1 1-14,-1 0 5,-1 6-12,-2 3 7,0 2 5,-2 2 29,4 2 34,-3 2-15,5-1-3,2-1 18,2 2 10,3-2 7,0 0 2,5-2 1,5 0-14,2-3-27,0-1 3,3-1 12,0-4-8,3-1-20,1-3-30,0 0 2,0-1-16,-2-3-75,-1-3-61,0 0-10,-3-1-62,-1 1-145,-4 2-262,-3-5-494</inkml:trace>
          <inkml:trace contextRef="#ctx0" brushRef="#br0" timeOffset="107218.8918">7808-2997 1235,'0'0'1036,"0"0"-865,0 0-151,0 0 86,0 0 94,0 0-36,0 0-71,0 0-48,0 0-27,0 0-17,-23 0 24,25 5 58,3 3 38,-3 1-25,1 2-20,-1 1 16,-2 0-3,0 1-39,0 6-25,0 1 29,-2 3 15,-5 6-50,1 3-19,0 3 25,-1 2 25,2-2-50,1 4 0,-2-3 0,2-3 0,3-1-9,0-7-22,1-2 12,0-6 6,0-6-25,0-7-47,0-4-19,1-2 0,3-10-7,0-5-45,1-7-74,-1 0-72,1-4-89,-3-1-56,1 0-106,0 7 48,-3-7-111</inkml:trace>
        </inkml:traceGroup>
        <inkml:traceGroup>
          <inkml:annotationXML>
            <emma:emma xmlns:emma="http://www.w3.org/2003/04/emma" version="1.0">
              <emma:interpretation id="{4194F827-8CDD-46ED-8802-4FA33DC852D7}" emma:medium="tactile" emma:mode="ink">
                <msink:context xmlns:msink="http://schemas.microsoft.com/ink/2010/main" type="inkWord" rotatedBoundingBox="18071,11526 18866,11601 18803,12264 18009,12189"/>
              </emma:interpretation>
              <emma:one-of disjunction-type="recognition" id="oneOf17">
                <emma:interpretation id="interp85" emma:lang="en-US" emma:confidence="0.5">
                  <emma:literal>is</emma:literal>
                </emma:interpretation>
                <emma:interpretation id="interp86" emma:lang="en-US" emma:confidence="0">
                  <emma:literal>i</emma:literal>
                </emma:interpretation>
                <emma:interpretation id="interp87" emma:lang="en-US" emma:confidence="0">
                  <emma:literal>in</emma:literal>
                </emma:interpretation>
                <emma:interpretation id="interp88" emma:lang="en-US" emma:confidence="0">
                  <emma:literal>it</emma:literal>
                </emma:interpretation>
                <emma:interpretation id="interp89" emma:lang="en-US" emma:confidence="0">
                  <emma:literal>if</emma:literal>
                </emma:interpretation>
              </emma:one-of>
            </emma:emma>
          </inkml:annotationXML>
          <inkml:trace contextRef="#ctx0" brushRef="#br0" timeOffset="107616.0697">7768-3044 714,'0'0'1033,"0"0"-692,0 0-111,0 0-16,0 0 11,0 0-16,0 0-42,0 0-4,0 0-13,0 0-39,65-6-35,-50 19-23,3 4 7,-1 1-31,2 2-1,0 2 4,0 0-1,-3-1-15,0 0 3,0 2-7,-2-1 7,-1 1-16,0-1 10,-1-4 18,2 1-10,1-4-20,-3-3 0,1-2-1,-1-1 13,0-3 5,-1-3-5,0-3 0,-1 0 0,0-3-13,-1-3 1,-2-3 18,0-5 12,0 1-31,-2-4-1,0-2 1,-3 0 0,2-3-12,-4 1 9,2 0 0,-1-3 3,-1 1-3,0-1-21,0-2 24,0-1 0,0 0-24,0 2 4,0 0 17,0 5-12,0 4-14,3 7 7,-1 0 4,0 7-14,-1 2-59,0 0-51,-1 4 12,0 3-25,0 4-123,0-1-210,-5 1-329,-2 2-349</inkml:trace>
          <inkml:trace contextRef="#ctx0" brushRef="#br0" timeOffset="113521.689">8507-3384 261,'0'0'235,"0"0"-121,0 0-36,0 0-16,0 0 498,0 0-215,0 0-159,0 0-21,9-59 49,-6 53 6,-2-2-7,2 2-10,-2 1-4,1 0-17,-2 2-35,0 1-23,0 1-4,0 1-28,0 0-45,0 1-36,0 5-11,0 3 0,-3 6 22,0 5 6,1 5 26,-1 1-10,1 3-29,-1-4-2,0 1-12,3-2-1,-2-1-13,1-1-12,1-4 22,-2-1 1,2 1-29,-1-4 2,1-3-5,-1 0-26,1-5-89,-1 0-60,-1-2-78,1-3-173,0-1-538,-2-2-195</inkml:trace>
        </inkml:traceGroup>
        <inkml:traceGroup>
          <inkml:annotationXML>
            <emma:emma xmlns:emma="http://www.w3.org/2003/04/emma" version="1.0">
              <emma:interpretation id="{B6571598-86C6-4EEC-939C-B20A07AFC98A}" emma:medium="tactile" emma:mode="ink">
                <msink:context xmlns:msink="http://schemas.microsoft.com/ink/2010/main" type="inkWord" rotatedBoundingBox="19014,11670 20989,11675 20988,12329 19013,12325"/>
              </emma:interpretation>
              <emma:one-of disjunction-type="recognition" id="oneOf18">
                <emma:interpretation id="interp90" emma:lang="en-US" emma:confidence="0.5">
                  <emma:literal>Same</emma:literal>
                </emma:interpretation>
                <emma:interpretation id="interp91" emma:lang="en-US" emma:confidence="0">
                  <emma:literal>same</emma:literal>
                </emma:interpretation>
                <emma:interpretation id="interp92" emma:lang="en-US" emma:confidence="0">
                  <emma:literal>Game</emma:literal>
                </emma:interpretation>
                <emma:interpretation id="interp93" emma:lang="en-US" emma:confidence="0">
                  <emma:literal>Shame</emma:literal>
                </emma:interpretation>
                <emma:interpretation id="interp94" emma:lang="en-US" emma:confidence="0">
                  <emma:literal>Some</emma:literal>
                </emma:interpretation>
              </emma:one-of>
            </emma:emma>
          </inkml:annotationXML>
          <inkml:trace contextRef="#ctx0" brushRef="#br0" timeOffset="115177.8598">8778-3076 59,'0'0'42,"0"0"75,0 0 30,0 0-36,0 0-39,0 0-4,0 0 24,0 0 253,0 0-182,0 0-72,0 0 7,21-4 19,-21 3 36,3 0 13,-3 1-33,2-1-33,-2 0-6,2-1 13,-1 0 0,1 0-29,-2 1-7,0 0 6,0 1-3,0-1-19,2 1-3,-2 0 34,0 0 1,0 0-29,0 0-16,0 0 15,0 0-9,0 0-26,0 0-2,0 0 15,0 0-5,0 0-30,0 0-22,3 1 22,-2 3 45,5 2-26,1 1 3,-1 1 23,2 2-1,3-1-40,1 2-2,2-1 23,1 1-15,1 0-10,0-1-13,1-1 13,1 0 0,-1-2-9,-1 1-7,1-2 16,-2 0 0,0-1-10,-1-2-9,-2 2 19,-1-5 0,-2 3-10,1-3-2,-3 0 12,0 0 3,-2 0-3,-2 1-26,0 0 26,-2 1 0,0-1 0,-1 0 0,0-1 0,0 1 7,0-1-7,0 1 0,-1 2 9,-2-2 17,-1 4-26,-3-1 0,1 2 0,-5 1 19,2 1-19,-3 3 0,-2-2 33,0 4 5,-2-1-38,0 2 0,-1 2 13,-2 2-1,-2-1-12,1 3 0,0-1 0,0 1 10,0-1-10,1-1-31,1-1 31,2-2 0,-1-1-20,5-2-31,3-3 35,0-2-3,4-2-51,2-2-22,1-1-23,2-2-75,0 0-70,0 0-63,4-2-105,1-2-67,0 1-58,2-2-236</inkml:trace>
          <inkml:trace contextRef="#ctx0" brushRef="#br0" timeOffset="116146.9924">9408-2982 251,'0'0'238,"0"0"-36,0 0 241,0 0-172,0 0-50,0 0-3,0 0-20,0 0 35,0 0-19,0 0-37,0 0 3,-8-9 16,8 8-13,0 1-46,0 0-35,0 0-14,0 0-18,-1 0-29,-1 4-15,-1 2 11,1 2 1,-1 4-3,2 3-4,-5 1 13,2 1-3,2 1-41,-3 1 0,3 1 18,-3 1 6,0 0-24,3 0-31,-3 1 29,0-1-1,1-1-29,0-2-12,-1-2 44,0-3 0,2-2-9,0-5-6,1 0 15,1-3 0,1-3 0,0 0-32,-2 0 17,1-6-17,-1-2-25,2-3 10,-1-3 18,1-1 26,0-2-32,0-1 3,0 0 32,1-2 0,1-1-3,1 0-10,1-1 13,1-1 0,-1 0-6,2 1-16,0-1 22,1 1 0,-1 2-3,2 0 3,2 2 19,-1 3 16,0 1-34,1 4-1,-1 3 32,-2 4-23,-2 1-9,0 2-47,2 0 47,-3 6 6,1 3 10,2 5 0,0 1 38,1 5-1,-1 1-50,1 3-3,1 1 25,-2 1 3,2 1-28,-1 0 0,0-3 3,-2 1 26,1-4-29,0-1 0,3 0 0,-2-5 0,3-4 0,-3 0 0,2-3 6,-3-3 16,3-1-22,-2-2-6,0-2 6,-1-2 31,3-4-28,-2-3 19,1 0 22,-1-6-8,3 0-36,-3-2 0,3-3 6,-3 0 25,2-3-31,-1 2-10,0-3 10,0 0 6,-2-3-6,3-2-12,-4-1 12,0 1 0,0 3-25,-1 2-32,0 5 29,-1 4 0,0 4-32,-3 5 0,1 5 12,-2 1-18,0 0-99,0 2-52,0 5 51,-1 3-56,-2 2-165,-5 3-274,1-2-46</inkml:trace>
        </inkml:traceGroup>
        <inkml:traceGroup>
          <inkml:annotationXML>
            <emma:emma xmlns:emma="http://www.w3.org/2003/04/emma" version="1.0">
              <emma:interpretation id="{A9551CA7-CB6F-431E-8A88-F160F53B5A7F}" emma:medium="tactile" emma:mode="ink">
                <msink:context xmlns:msink="http://schemas.microsoft.com/ink/2010/main" type="inkWord" rotatedBoundingBox="22091,11553 24228,11545 24231,12176 22094,12185"/>
              </emma:interpretation>
              <emma:one-of disjunction-type="recognition" id="oneOf19">
                <emma:interpretation id="interp95" emma:lang="en-US" emma:confidence="0.5">
                  <emma:literal>WIIW</emma:literal>
                </emma:interpretation>
                <emma:interpretation id="interp96" emma:lang="en-US" emma:confidence="0.5">
                  <emma:literal>w' = w</emma:literal>
                </emma:interpretation>
                <emma:interpretation id="interp97" emma:lang="en-US" emma:confidence="0.5">
                  <emma:literal>w' IW</emma:literal>
                </emma:interpretation>
                <emma:interpretation id="interp98" emma:lang="en-US" emma:confidence="0">
                  <emma:literal>w' =W</emma:literal>
                </emma:interpretation>
                <emma:interpretation id="interp99" emma:lang="en-US" emma:confidence="0">
                  <emma:literal>w' FW</emma:literal>
                </emma:interpretation>
              </emma:one-of>
            </emma:emma>
          </inkml:annotationXML>
          <inkml:trace contextRef="#ctx0" brushRef="#br0" timeOffset="117803.8224">7923-2053 157,'0'0'215,"0"0"-69,0 0-87,0 0-33,0 0 0,0 0 232,0 0-151,0 0-71,0 0-19,0 0 2,-1-18 27,1 17 38,0-2 14,0 0-26,0-1 19,0 3 55,0-3 10,0 2-13,0 0-29,0 0-17,0-1-22,0 1-40,0 2-12,1-3 32,-1 2 16,0 1-29,0 0-3,0-2 26,0 1 12,0 1-19,0-2-3,0 2 29,0-1 9,0 1-42,0 0-15,0-1 21,0-1 11,0 2-39,0 0-27,-1-1 23,0 1 7,1 0-32,-1 0 2,1 0-2,-2 0 26,2 0-23,0 0 13,-1 0 16,0 0 19,1 0-48,-2 4-3,-1 0-35,1 3-3,-3 5 22,-1 3 16,0 3 12,-1 3 7,1-1-5,-1 2-14,2-1 0,-2-1 11,2 1-10,-1-1-1,3 0 0,-2-3 1,3 1 0,2-2-1,0-2-15,0-2 15,2 0-3,4-5-35,0-2 22,3-2 16,1-1 25,0-2-23,3-2 26,1-3-2,0-3 0,3-3-26,2-1-3,-1-1-16,-1-1 18,1-1-15,-1 1 13,-1-1 3,-2 2 1,0-1 0,-1 1 0,-2-1 18,-1 5-3,-2-1-15,-1 2 0,-2 1 15,0 4-5,0 1-11,-5 0-3,1 2 3,-1 0-1,0 0-13,0 0 14,0 4 29,3 1-1,0 3-26,-1 1 0,2 2 11,1 1-13,3-1 0,0 0-16,2 1 14,2-3-1,0 1-10,1-2 12,1 0 1,1-2 2,1-2-2,1 0 0,-1-3 2,0-1 24,1 0-10,-2 0-4,0-5 23,-1-1 0,0-3-12,-2-2 2,-1-1 22,1-3-15,-2 0-13,0 0 3,-2 0 7,0 0-4,-4 0-25,-2 2-12,0-1 12,-2 3 0,0-2-14,0 5-18,-4-1 0,0 2-12,-2 0-32,1 3-29,0 1-19,2 1-23,-2 2-65,0 0-45,3 0-150,0 4-142,0 0 91,1-2-34,1 5-252</inkml:trace>
          <inkml:trace contextRef="#ctx0" brushRef="#br0" timeOffset="119255.9191">8752-2362 483,'0'0'127,"0"0"-49,0 0 333,0 0-125,0 0-71,0 0-30,0 0 49,0 0 9,0 0-62,0 0-93,0 0-8,27-52 36,-27 50 13,1 2-52,-1 0-22,0 0 41,0 0-10,0 2-51,0 4 1,-2 1 27,0 4-2,-2 2-36,0 2 1,0 1 28,0 1 3,1 0-41,-1 0-16,1 0 32,1-2 6,2 1-38,-1-2-26,0-1 26,1-1 0,0-1-12,0-4-30,0 1 42,0-2-1,0-3-42,0-1-33,0 0 22,0-1-20,0 0-101,0-1-85,0 0-69,0 0-238,0 0-174,0-5-471</inkml:trace>
          <inkml:trace contextRef="#ctx0" brushRef="#br0" timeOffset="119757.671">8973-2070 965,'0'0'1082,"0"0"-713,0 0-239,0 0-37,0 0 81,0 0-10,0 0-84,0 0-54,0 0 31,0 0 52,-11-6 63,24 3-38,6 0-59,-1-1-40,5 0 0,-1 1 38,4-2-58,-4 2-13,1 0 13,-3 2-15,0 1-47,-2 0-38,-3 0 12,-2 1-28,-4 3-106,1 3-62,-6 1-23,-4 3-157,0-3-541,-9 7-269</inkml:trace>
          <inkml:trace contextRef="#ctx0" brushRef="#br0" timeOffset="119946.2217">8987-1875 973,'0'0'1520,"0"0"-1320,0 0-200,0 0-174,0 0 80,0 0 94,0 0 35,0 0-35,84-1-26,-61-2 0,0 1-136,-2 0-266,-6 0-148,4-1-425</inkml:trace>
          <inkml:trace contextRef="#ctx0" brushRef="#br0" timeOffset="120707.2393">9494-2093 714,'0'0'1462,"0"0"-1019,0 0-375,0 0-56,0 0 172,0 0 127,0 0-117,0 0-95,0 0 21,0 0 7,0 0-105,-25-23-19,25 23-3,0 0 26,0 0-26,0 0-20,0 5 20,0 4 38,-1 3-32,0 4 10,1 2-13,-2 1 22,2 0-25,0 2-30,0-2 30,3 0 0,1-1-3,0-2 3,1 1 0,2-4 0,0-1-11,0-2-23,0-4 32,1-2 2,-1-1-13,1-1 13,0-2 0,1 0 0,1-3-2,-2-3-17,2-2 6,2-2 10,-3 0-9,1-2-17,-2-2 1,0 0-1,-1 1 4,-2-2-4,0 2 4,-1 0 25,1 4-3,-2-1-13,1 2-9,-4 3 24,2 3 0,-2 2-19,0 0-8,0 0-4,0 0-16,0 2 4,2 7 44,-2 0 24,3 3-21,-1 3 9,3 0-12,0-1 0,-1 1 1,4 0-1,0-3 0,3 1 16,0-1 3,2-2-19,1-2 13,1-1 9,0-3 19,0-3 7,2-1 34,0 0 10,1-5-13,-4-3-29,3-2-18,-1-4 12,-2-1-19,0-3-22,-1 0 10,-1-5-12,0 2 10,-4-3-11,-2 2-31,-1-2 31,-3 1-3,-2 0-63,0-2 0,-4 2-29,-5-2-32,-1 2-50,-1 4-18,0 4-10,0 5 6,0 5-78,0 5-193,2 0-222,-6 2-476</inkml:trace>
        </inkml:traceGroup>
      </inkml:traceGroup>
    </inkml:traceGroup>
    <inkml:traceGroup>
      <inkml:annotationXML>
        <emma:emma xmlns:emma="http://www.w3.org/2003/04/emma" version="1.0">
          <emma:interpretation id="{CD6BE957-7228-427D-AC71-3B7902BC0037}" emma:medium="tactile" emma:mode="ink">
            <msink:context xmlns:msink="http://schemas.microsoft.com/ink/2010/main" type="paragraph" rotatedBoundingBox="5412,11885 17083,12700 16973,14275 5302,13460" alignmentLevel="1"/>
          </emma:interpretation>
        </emma:emma>
      </inkml:annotationXML>
      <inkml:traceGroup>
        <inkml:annotationXML>
          <emma:emma xmlns:emma="http://www.w3.org/2003/04/emma" version="1.0">
            <emma:interpretation id="{BC0BD35F-2417-4096-8ABA-5E0C6F307805}" emma:medium="tactile" emma:mode="ink">
              <msink:context xmlns:msink="http://schemas.microsoft.com/ink/2010/main" type="line" rotatedBoundingBox="5412,11885 17083,12700 16973,14275 5302,13460"/>
            </emma:interpretation>
          </emma:emma>
        </inkml:annotationXML>
        <inkml:traceGroup>
          <inkml:annotationXML>
            <emma:emma xmlns:emma="http://www.w3.org/2003/04/emma" version="1.0">
              <emma:interpretation id="{B9FED08A-7BF0-49AC-8C0F-BAEBE399BCA5}" emma:medium="tactile" emma:mode="ink">
                <msink:context xmlns:msink="http://schemas.microsoft.com/ink/2010/main" type="inkWord" rotatedBoundingBox="5412,11885 9395,12163 9323,13190 5340,12912"/>
              </emma:interpretation>
              <emma:one-of disjunction-type="recognition" id="oneOf20">
                <emma:interpretation id="interp100" emma:lang="en-US" emma:confidence="0.5">
                  <emma:literal>Matric</emma:literal>
                </emma:interpretation>
                <emma:interpretation id="interp101" emma:lang="en-US" emma:confidence="0">
                  <emma:literal>Matrix</emma:literal>
                </emma:interpretation>
                <emma:interpretation id="interp102" emma:lang="en-US" emma:confidence="0">
                  <emma:literal>Matins</emma:literal>
                </emma:interpretation>
                <emma:interpretation id="interp103" emma:lang="en-US" emma:confidence="0">
                  <emma:literal>Mateine</emma:literal>
                </emma:interpretation>
                <emma:interpretation id="interp104" emma:lang="en-US" emma:confidence="0">
                  <emma:literal>Mathis</emma:literal>
                </emma:interpretation>
              </emma:one-of>
            </emma:emma>
          </inkml:annotationXML>
          <inkml:trace contextRef="#ctx0" brushRef="#br0" timeOffset="133983.9177">-3748-1093 561,'0'0'147,"0"0"-53,0 0 33,0 0-45,0 0-20,0 0 58,0 0 92,0 0-53,0 0-45,0 0-16,-7 2 2,7-2-19,0 0-35,0 0-7,0 0-4,1-2-35,3 2-3,3 0-52,4 0 55,8 0 0,3 2 29,10 0-27,4 0 24,5-1-13,3-1-12,5 0 3,1 0 18,-1-4-22,1 1 0,-2 2-13,-3-5 13,1 5 16,-3-3-16,-3 3 0,-4-2 1,0 0-1,-6 2 0,-4-1-1,-4 2 1,-6 0 11,-1 0-11,-7 0-17,-1 0 17,-3 0 0,-2 3-1,-2-3-13,0 1 14,0 1 14,0-2-14,0 0-23,0 3 23,0 1 20,0 1-7,0 2 19,0 4 7,0 0 0,-3 2-38,0 4 1,1 2 21,0 0 6,-1 2-16,3 4-12,-1-1 38,1 0-7,0 3-31,0 0 12,0 0 26,0 2 0,1-1-4,5 1-2,-2 1 18,1-1 4,1 0-29,-1-1-25,1 0 64,-1-1 15,-1-1-64,-2-1-16,1-3 19,-3 0-15,0-3-4,0 1-15,0-4 15,-3-1 12,-2-1-12,1-5 0,-1 2 4,1-4 21,-2-1-25,2-2 0,0 0 36,0-1 5,2-2-38,-3 0-1,5 1 39,-1-2 33,-1 0-19,2 1-20,0-1 32,0 0-6,0 0-58,0 0-3,0 0-16,0 0-32,5-1-35,3-1 51,3 0 32,5-3 22,4 2-22,6-3 0,2-1 10,5-1-4,5-1-6,3 0-3,2 1 3,4 0 0,1 2-20,1 1-14,-2-1 34,3 4 0,-5 0-7,-2 1-31,-4 1 35,-5 0-26,-6 0-109,-4 1-17,-7 2 29,-4 1-343,-5 2 327,-4 0 67,-2 0 17,-2 3-20,0 1-88,-3 1-94,-5 4-43,0-4-46,-5 8-228</inkml:trace>
          <inkml:trace contextRef="#ctx0" brushRef="#br0" timeOffset="134476.1961">-2354-576 2005,'0'0'308,"0"0"-214,0 0-17,0 0 49,0 0-110,0 0-16,0 0-64,0 0 2,0 0 12,0 0 50,0 0 32,4 9-3,6-4-26,2 1 1,-1 2 18,5-1-2,-1 2-20,2-2 2,1 2 14,3-1-15,1-1 0,2 1-1,2 0 13,0-1-10,3 1-2,-1-1 0,1 0 16,-1 0-15,-2 1-1,-1-1 0,-1 0 1,-4-1-2,-2 1-1,-1-3-6,-5 2-5,-3-1 8,-2-1-15,-2-1-4,-2 0 21,-2 2 1,-1-2 1,0 3 14,0 0 15,-2 1 10,-6 3-16,-2 2-4,-2 0 3,-4 2-6,0 0-14,-3 2 0,-3 2 14,1-1-3,-4 0-13,1 4-13,-1-3 13,1 2 0,0-1-18,4-1-8,1-1 23,3 1-17,2-5-25,5 0-39,2-1-107,1-2-168,1-3-100,3 0-48,2-2-97</inkml:trace>
          <inkml:trace contextRef="#ctx0" brushRef="#br0" timeOffset="139204.4573">80-1094 886,'0'0'563,"0"0"-426,0 0-82,0 0 127,0 0 39,0 0-4,0 0-39,0 0-42,0 0-78,0 0 6,-10-42 7,10 37 6,0 3-19,0 1-10,0 1-24,0 0-24,0 0-74,0 0-19,0 1 9,0 7 84,2 3 3,1 5 49,0 6 9,2 4-32,-4 3-26,2 1 13,-1 1-3,-2 0-12,2 1-1,-2-2-2,0 2 1,0-1-12,0-2 10,0-4-20,0 0 23,0-3 0,0-2-1,0-3-14,0-3 14,-2-2 0,2-3-28,0-2-13,-2-3-9,2-1-62,0-3-61,0 0-105,0 0-84,-1 0-67,-1-6-140</inkml:trace>
          <inkml:trace contextRef="#ctx0" brushRef="#br0" timeOffset="10842.4836">-8819-1661 1167,'0'0'215,"0"0"-127,0 0 39,0 0-17,0 0 131,0 0-170,0 0 26,0 0 33,0 0-130,2 74-55,-1-48-16,1-2 71,-2 5 29,0 1-16,0 4 6,-2 4-17,-4 6-2,-2-1-1,0 2-1,-2-1-27,0-3 10,0-5-11,0-6 30,0-5 39,1-6 23,3-6-39,0-4 2,4-7 17,2 0 39,0-2 0,0-4-13,0-6-68,0-6-26,0-6-71,4-4 55,1-4 7,-1-4-1,2 2 23,-1-3 12,-2 0 1,2 1 13,-3-2 0,1-2 29,-2 3-19,1-2-22,0 3 38,-1-1-1,1 0-12,2 5 48,-1 4-22,1 5-7,-1 6 0,0 6-9,0 4-36,0 4-52,-1 1-54,0 0-69,4 2 26,2 7 149,3 3 45,2 3-16,2 4-26,1 4-2,2 3-1,1 1 10,1 2-10,-1 1-52,0-2 51,0-2 1,-1 0-23,1-2-19,3-2 42,-2-3 0,2 0 0,2-6-11,0-2 11,1-5 20,0-3-20,2-3 16,0-2 7,0-5 19,2-5 10,0-3 12,-2-4 20,2-3-9,-2-5-37,-2 1 14,-3-2 41,-1-3-9,-4 1-42,0 2 9,-4-2 17,0 1 9,-2 2-26,-3 2 6,0 2 20,-3 0 15,-3 5-44,0 2-19,-2 2 28,0 5-9,0 3-48,0 3-3,0 3-31,0 0-40,0 0-75,0 1-24,0 7 55,0 5 118,0 6 1,0 6 1,0 3 23,0 6-25,0 5-48,0 2 48,2 2 0,-1 1 7,1 1-7,-1-1-37,1-2 37,1-1 0,1-3-23,2-4-48,0-4-22,3-5-110,3-5-88,2-3-69,2-7 48,4-3 25,-4-6-81,13-2-346</inkml:trace>
          <inkml:trace contextRef="#ctx0" brushRef="#br0" timeOffset="12422.6886">-7424-1496 1368,'0'0'686,"0"0"-472,0 0-150,0 0 185,0 0 57,0 0-84,0 0-98,0 0-34,-12-56-5,5 52-24,-3 2-36,-2 1 13,-2 1-9,-2 2-29,-5 7-57,-3 5 15,-1 5 20,-5 3 9,1 4 12,-2 3 1,2 0 20,2 0 8,5 0 7,3-2-13,5-2-22,3-5-1,6-2-53,4-4-48,1-3 20,7-3 11,6-3 43,3-4 28,7-1 44,1-2 7,3-9 4,3-5-14,2-3-16,0-4-22,-2-1-3,-2 0-11,-2-1 11,-3 0 17,0 1-15,-3 0-2,-2 2 16,-3 1 13,-2 3-14,-5 3 20,-2 3 3,-3 4 10,-1 3-13,-1 3 6,-1 1-25,0 1-16,0 0-73,0 0-44,0 5-26,0 3-42,-1 7 105,-1 7 44,2 3 26,0 7 9,0 1 1,0 5-3,5 0-9,3-1-11,2-1-9,2-4 19,4-5 13,3-6 1,0-6 1,3-5 15,3-6 24,1-4-2,4-2-14,0-10 20,3-4-3,0-4-4,1-7-38,-1-3-12,-1-2 10,1-4-1,-5 0-13,2 0 16,-6-1 0,1 0 19,-5 0-6,-2-1-10,-2 1 20,-1-1-4,-5 0 3,-3 2 26,-4 1-19,-1 2 15,-2 0-25,0 4 16,-2 2 22,-3 5 0,-3 2-28,2 3 2,0 4 17,1 5-13,0 2-13,4 3 0,-1 2 38,1 1 3,1 0-63,0 0-82,-2 3-25,2 5-36,0 6 61,-2 6 24,2 4 55,-1 7-22,-1 6 12,2 2 10,-1 5 3,-1 2 3,2-1-3,0 2-13,0-3 10,0-2 3,1-4-32,6-2 32,0-5 58,2-4 5,3-2-33,0-4-28,3-5 25,1-4 7,3-3-31,1-1 16,3-4 34,-1-3 1,5-1-38,-1-3-13,3-7 41,1 0-11,-1-4-33,0-1-3,0-3 3,-3 0 17,1 0-17,-5 0-7,0-2 7,-1 1 25,-4-1-25,-1 2 0,-4 1 16,-3 1 35,-3 1-49,-2 0 13,-4 1 42,0 0-19,-6 2-38,-5 2-60,-1 1-9,-1 2 9,0 1-22,0 4-13,-1 2 57,0 0 13,2 2-48,0 5-10,1 0 42,3 4 9,0-2-32,3 2-16,1 1 29,4-1 13,0 0-11,5 1-5,3-1 51,3 0 1,1-1-34,4 0 19,-2 0 17,4-2 0,-1 2-9,0-1 9,1-1 12,-2 1-2,0-1-10,-3 0-24,1 2 24,0-1 21,-2 1-21,1 2-16,0-1 16,-1 1 33,-1 1-33,2-1-2,0-1 2,0-1 35,2-2-35,0 0 2,2-3 17,3-3 30,1-2-24,3 0 7,1-5 19,2-5 7,3-4-42,-1-2-14,2-3 30,1-3-12,-2 0-20,0-1-24,-3 0 24,-1-1 0,-4 1-19,-2 2-10,-4 0 29,-3 3 15,-4 2-15,-3 2 0,-3 3 10,-2 0 17,-1 2-27,0 3-32,-5 0 32,2 5 13,-4 1-13,1 0-26,-2 5-12,-1 2-16,-1 3 12,2 3 20,-3 2 22,2 2 3,-1 2-3,1 3-2,-1 2 2,4 1 30,1 0 17,3 2-44,1-1 35,1-2 10,1-2-16,6-2-16,2-4 3,1-3 3,1-6-19,5 2 12,0-5-14,3-3 17,1-1-2,1-1-15,3-6-1,-2 0-21,0-4-14,0-1-29,-3 1 4,2-3 8,-1-1 8,-1-2 5,0-1 27,0 1 12,-2-1 3,-1 1 9,0-2 1,2 1 0,-3 1 13,0 0-24,2 1 11,-3 1 12,-1 1 4,1 1-16,-1 1-11,-2 4 11,0 0-10,0 3 13,-1 3-16,-1 1 1,1 1 11,-1 3 16,-1 6 49,1 1-26,1 5-7,-2 2-25,0 4-18,-2 2 18,-1 1-4,-2 3-15,-1-1 0,-2 1 15,0 0-15,-7-1-11,-1-1-31,1-2 20,-3 0 3,1-4-26,-1-1-44,2-3-16,0-4-52,2-4-36,1-2-42,3-4-75,2-2-96,0-4-218,0-13-83</inkml:trace>
        </inkml:traceGroup>
        <inkml:traceGroup>
          <inkml:annotationXML>
            <emma:emma xmlns:emma="http://www.w3.org/2003/04/emma" version="1.0">
              <emma:interpretation id="{C30D4F5B-605C-48B2-94C7-0F9A44ED5508}" emma:medium="tactile" emma:mode="ink">
                <msink:context xmlns:msink="http://schemas.microsoft.com/ink/2010/main" type="inkWord" rotatedBoundingBox="10505,12792 12450,12928 12379,13954 10434,13818"/>
              </emma:interpretation>
              <emma:one-of disjunction-type="recognition" id="oneOf21">
                <emma:interpretation id="interp105" emma:lang="en-US" emma:confidence="0.5">
                  <emma:literal>z,</emma:literal>
                </emma:interpretation>
                <emma:interpretation id="interp106" emma:lang="en-US" emma:confidence="0">
                  <emma:literal>2,</emma:literal>
                </emma:interpretation>
                <emma:interpretation id="interp107" emma:lang="en-US" emma:confidence="0">
                  <emma:literal>Z,</emma:literal>
                </emma:interpretation>
                <emma:interpretation id="interp108" emma:lang="en-US" emma:confidence="0">
                  <emma:literal>27,</emma:literal>
                </emma:interpretation>
                <emma:interpretation id="interp109" emma:lang="en-US" emma:confidence="0">
                  <emma:literal>z},</emma:literal>
                </emma:interpretation>
              </emma:one-of>
            </emma:emma>
          </inkml:annotationXML>
          <inkml:trace contextRef="#ctx0" brushRef="#br0" timeOffset="13104.6878">-6756-1650 3317,'0'0'264,"0"0"-264,0 0-41,0 0-35,0 0-100,0 0 87,0 0 89,115-33 61,-44 11-36,13-3-25,9-5-32,4 2-48,1 1-173,-24 7-444,30-6-544</inkml:trace>
          <inkml:trace contextRef="#ctx0" brushRef="#br0" timeOffset="12865.4577">-5515-1692 3365,'0'0'0,"0"0"-105,0 0-58,0 0 162,0 0 1,0 0-167,0 0-540,0 0-484</inkml:trace>
        </inkml:traceGroup>
        <inkml:traceGroup>
          <inkml:annotationXML>
            <emma:emma xmlns:emma="http://www.w3.org/2003/04/emma" version="1.0">
              <emma:interpretation id="{E460DDA2-01AF-436F-940E-2B1238517FD3}" emma:medium="tactile" emma:mode="ink">
                <msink:context xmlns:msink="http://schemas.microsoft.com/ink/2010/main" type="inkWord" rotatedBoundingBox="14340,12614 16234,12760 16178,13480 14285,13334"/>
              </emma:interpretation>
              <emma:one-of disjunction-type="recognition" id="oneOf22">
                <emma:interpretation id="interp110" emma:lang="en-US" emma:confidence="0.5">
                  <emma:literal>NIT</emma:literal>
                </emma:interpretation>
                <emma:interpretation id="interp111" emma:lang="en-US" emma:confidence="0">
                  <emma:literal>Nis</emma:literal>
                </emma:interpretation>
                <emma:interpretation id="interp112" emma:lang="en-US" emma:confidence="0">
                  <emma:literal>NI</emma:literal>
                </emma:interpretation>
                <emma:interpretation id="interp113" emma:lang="en-US" emma:confidence="0">
                  <emma:literal>Ni,</emma:literal>
                </emma:interpretation>
                <emma:interpretation id="interp114" emma:lang="en-US" emma:confidence="0">
                  <emma:literal>NI,</emma:literal>
                </emma:interpretation>
              </emma:one-of>
            </emma:emma>
          </inkml:annotationXML>
          <inkml:trace contextRef="#ctx0" brushRef="#br0" timeOffset="12700.9758">-4993-1668 2504,'0'0'251,"0"0"-228,0 0-23,0 0 170,0 0-3,-66 33-33,53-21-60,0 3-43,1 3-8,-1 5-8,2 3 27,-1 4 12,3 3-32,-1 0-22,4 1 54,2 1-21,3-5-33,1 0-28,0-4 27,6-3-23,3-4-27,2-3-12,3-3 24,2-4-2,3-3-13,3-2-4,0-4-12,4 0 0,-1-5-74,0-5-53,-2-2-54,-3-4-183,-5 4-219,-1-12-488</inkml:trace>
          <inkml:trace contextRef="#ctx0" brushRef="#br0" timeOffset="140438.0863">127-1040 375,'0'0'531,"0"0"-241,0 0-124,0 0 36,0 0 49,0 0-50,0 0-107,0 0-45,0 0-23,0 0 41,-8-39 24,11 32-7,4-1-16,-1 2 6,0 1-19,2 2-55,0 2-3,0 1-45,3 0 2,0 4-2,3 3 48,3 5 19,0 2 88,1 2-17,1 2-54,0 3-1,0 0-22,1 3-12,0 0-1,-1 2 16,0 0-15,-2 0-1,-1-1-12,0-1 12,0-2 2,0-2 0,-2-2-1,-2-3 1,1-3-2,-2-2-3,0-3 3,-3-3 0,-1-2 2,-1-1-2,-1-1 13,-2 0 25,1 0 14,-2-4 5,1-5-15,-1-2-3,1-2-12,-2-4-26,0 1 1,-1 0 23,0-3-2,0-1-21,0 0 0,-1-2 27,-1 0 6,-2-1-33,0 0 0,0-2 14,0 1-10,-1 3-6,0 1-19,4 0 19,0 8-2,1 3-33,0 0-19,0 8 12,0-2-48,2 3-67,5 0-8,0 0 14,3 2-98,2 0-34,-1 4-28,-2-2-148,5 3-56</inkml:trace>
          <inkml:trace contextRef="#ctx0" brushRef="#br0" timeOffset="141005.6221">893-1231 1026,'0'0'426,"0"0"-334,0 0-11,0 0 133,0 0 69,0 0-31,0 0-38,0 0-34,-8-56-25,8 54-40,0 1-9,0 1-39,0 0-67,0 0-32,0 0 32,0 1 9,1 4 4,3 5 61,2 3 24,-2 3-40,0 4-23,1 1-23,-1 2-8,-3-1 11,1 2-15,-2-1 0,2 2-2,-2 0 2,0-3-2,0 3-20,0-4-10,0-2 13,0-3-25,0-1-33,1-1-89,0-5-78,2 1-149,0-6-339,1 2-466</inkml:trace>
          <inkml:trace contextRef="#ctx0" brushRef="#br0" timeOffset="142415.1623">1441-1038 228,'0'0'271,"0"0"-121,0 0 26,0 0-10,0 0 114,0 0-39,0 0-20,0 0-26,0 0-52,0 0-26,0-6-23,0 5-20,0 1 1,0 0 12,0 0 6,0 0 17,0 0-10,0 0-17,0 0-15,0 0-11,0 0-38,0 0-19,0 0-3,0 0 1,0 0 0,0 0-1,0 0 3,0 0 0,0 0 0,0 0 0,0 0 0,0 0 0,0 0-20,0 0-35,3 5 20,2 1 35,6 2 26,2 1-14,3 0 1,3 2-10,3-1 0,3 0-3,1 0 2,3-2 9,3 2-11,1-1 0,2 0 0,0-2 12,-2 1-11,-1-2-2,-3-2 2,-3 2-2,-2-2 0,-3 0-1,-7-1 2,-1 1-1,-6-1-11,-2-1-1,-2-1 13,-3-1 4,2 0 21,-2 2 4,0-2 22,-3 3 13,-4 0-63,-1 1 2,-4 1 10,0 1 7,-2-1-17,0 1-3,-3 2 2,-4 0-2,1 3-1,-4 2-19,0-2 20,-1 4 19,-1 0-19,1 0 0,1 2 11,1-2 5,2 0-16,1 0-15,4-3 15,-1 2 0,3-1-3,1-1-22,1 1 24,0-2 0,3-1-25,-1 1-3,2-2 26,0-1 0,2-1-32,0-1 6,2-1 13,1-2-29,1 0-58,1-2-26,-1 0-6,2-1-62,0 0-159,0 0-125,0 0-111,4-2-31</inkml:trace>
        </inkml:traceGroup>
        <inkml:traceGroup>
          <inkml:annotationXML>
            <emma:emma xmlns:emma="http://www.w3.org/2003/04/emma" version="1.0">
              <emma:interpretation id="{C92819AD-4F44-4CAF-959E-2C49FCD40B5D}" emma:medium="tactile" emma:mode="ink">
                <msink:context xmlns:msink="http://schemas.microsoft.com/ink/2010/main" type="inkWord" rotatedBoundingBox="16440,12905 17043,12761 17171,13295 16568,13439"/>
              </emma:interpretation>
              <emma:one-of disjunction-type="recognition" id="oneOf23">
                <emma:interpretation id="interp115" emma:lang="en-US" emma:confidence="0.5">
                  <emma:literal>N</emma:literal>
                </emma:interpretation>
                <emma:interpretation id="interp116" emma:lang="en-US" emma:confidence="0">
                  <emma:literal>w</emma:literal>
                </emma:interpretation>
                <emma:interpretation id="interp117" emma:lang="en-US" emma:confidence="0">
                  <emma:literal>W</emma:literal>
                </emma:interpretation>
                <emma:interpretation id="interp118" emma:lang="en-US" emma:confidence="0">
                  <emma:literal>n</emma:literal>
                </emma:interpretation>
                <emma:interpretation id="interp119" emma:lang="en-US" emma:confidence="0">
                  <emma:literal>.</emma:literal>
                </emma:interpretation>
              </emma:one-of>
            </emma:emma>
          </inkml:annotationXML>
          <inkml:trace contextRef="#ctx0" brushRef="#br0" timeOffset="143300.5328">2310-1090 2452,'0'0'316,"0"0"-248,0 0-66,0 0 91,0 0 10,0 0-97,0 0-6,0 0-67,0 0 3,0 0-10,0 0 58,-30 15 16,32 0 19,0 3 12,1-1-31,-3 4 0,2 2 6,-2 2 17,0 1-23,0 4 2,0-1 12,0 3 12,0 0-23,0-1-2,0-2 25,-1-3-1,0-3-6,1-3 4,-1-5-1,1-4-19,0-4-3,0-4-15,0-2 15,0-1 18,0 0 17,0 0 16,0-3 10,0-4 15,0-5-76,0-3-10,0-1-3,-2-3 10,2 1 3,0 0-13,0-1 12,-1-1-1,0 1 1,1-2-12,0-1 0,0 1 11,0 0 0,0 2-11,1 0 12,3 4 1,3 1-2,-1 4-27,0 4 1,0 0 5,1 5-18,0 1-30,0 0 4,3 1 51,2 8 16,1 0 1,3 3 21,1 5-21,0 1 12,1-1-11,1 3 0,0 0 11,0 0-10,-1 2-1,-1 0 1,0 0-1,-4 0 21,3-2-23,-1 1 0,-3-3 1,1-2 15,-1-1-13,0-3-3,1-1 16,-2-4-4,0-1-9,-2-3 25,1-2 30,0-1 35,1-1 15,-1-6-13,-1-2 7,0-2-16,0-3-55,0-2-18,-1-4 9,-1 0-6,-2-2-15,2-2 0,-3-1 15,1-3-16,-1-3-7,-1 0-8,-2-4 15,1-1 0,-2 1-13,0-2-16,0 4 26,-2 3-19,-1 4-10,2 5-15,0 4 12,0 5-16,-1 3-25,2 4-23,0 3-22,0 2-84,0 0-184,0 5-90,0 6 161,0-2-252,-5 9-423</inkml:trace>
        </inkml:traceGroup>
      </inkml:traceGroup>
    </inkml:traceGroup>
    <inkml:traceGroup>
      <inkml:annotationXML>
        <emma:emma xmlns:emma="http://www.w3.org/2003/04/emma" version="1.0">
          <emma:interpretation id="{7C214193-F2DC-44B4-A28F-55D1795E8CEE}" emma:medium="tactile" emma:mode="ink">
            <msink:context xmlns:msink="http://schemas.microsoft.com/ink/2010/main" type="paragraph" rotatedBoundingBox="14295,13358 21955,13780 21892,14929 14231,14507" alignmentLevel="3"/>
          </emma:interpretation>
        </emma:emma>
      </inkml:annotationXML>
      <inkml:traceGroup>
        <inkml:annotationXML>
          <emma:emma xmlns:emma="http://www.w3.org/2003/04/emma" version="1.0">
            <emma:interpretation id="{7F40443A-3720-4877-A3DA-E9E56B9E9785}" emma:medium="tactile" emma:mode="ink">
              <msink:context xmlns:msink="http://schemas.microsoft.com/ink/2010/main" type="inkBullet" rotatedBoundingBox="14274,13726 15290,13782 15255,14421 14239,14365"/>
            </emma:interpretation>
            <emma:one-of disjunction-type="recognition" id="oneOf24">
              <emma:interpretation id="interp120" emma:lang="en-US" emma:confidence="0.5">
                <emma:literal>w/</emma:literal>
              </emma:interpretation>
              <emma:interpretation id="interp121" emma:lang="en-US" emma:confidence="0">
                <emma:literal>w</emma:literal>
              </emma:interpretation>
              <emma:interpretation id="interp122" emma:lang="en-US" emma:confidence="0">
                <emma:literal>w'</emma:literal>
              </emma:interpretation>
              <emma:interpretation id="interp123" emma:lang="en-US" emma:confidence="0">
                <emma:literal>we</emma:literal>
              </emma:interpretation>
              <emma:interpretation id="interp124" emma:lang="en-US" emma:confidence="0">
                <emma:literal>wi</emma:literal>
              </emma:interpretation>
            </emma:one-of>
          </emma:emma>
        </inkml:annotationXML>
        <inkml:trace contextRef="#ctx0" brushRef="#br0" timeOffset="144525.8662">0 148 1345,'0'0'712,"0"0"-446,0 0-215,0 0-38,0 0 75,0 0 60,0 0-19,0 0-36,0 0-3,0 0 0,0 0-10,0-29-6,0 29-10,0 0 0,0 0-64,0 5-7,0 5-34,0 4 41,0 6 1,0 5 0,3 1 0,1 2 2,1-1-2,1 0-1,0-2-3,2-4 3,0-3 0,0-4-1,2-2-25,0-4 25,2-2-2,2-6 0,0 0 3,2-4 23,1-6-1,1-4-22,2-2-20,-1-2 18,2-3 0,-3 0-36,-2-1-4,0-1 40,0 0 2,-2 3-16,-3 0 10,-1 3 6,-4 4 13,-1 3-13,0 3-14,-4 4 14,-1 1 13,0 2-13,0 0-26,0 0 4,0 4-10,0 5-20,-1 3 14,1 4 38,0 1-1,0 2 1,0 1-12,3-1 12,3 0 2,3-1-2,3 0-6,1-2 6,2-2 9,4-2-9,2-3 0,0-3 13,2 0 10,3-6-4,0 0 13,0-2 35,1-6 7,-1-3-42,-2 0-7,0-2 33,-5-3-1,-2 0-41,-3-2-4,-3 0 39,-4-1 10,0-1-61,-3-2 1,-2 1 20,-2-1-8,0 0-13,0 5-15,-2-1 14,-5 2-11,-2 2-32,-1 1-93,1 0-13,-3 2-1,0 1-96,3 1-37,2 3-104,3 3-57,1 0-72,3 2-119</inkml:trace>
        <inkml:trace contextRef="#ctx0" brushRef="#br0" timeOffset="144755.0809">949-188 912,'0'0'1701,"0"0"-1411,0 0-216,0 0-52,0 0 30,0 0-4,0 0-42,0 0-6,0 0 0,0 64 88,5-43 14,1 3-58,0 0-44,-1 1 3,0 1-3,1 1-4,-2 1-37,0 1-10,0-2-99,0 2-72,1-2-129,0-6-264,1 3-415</inkml:trace>
      </inkml:traceGroup>
      <inkml:traceGroup>
        <inkml:annotationXML>
          <emma:emma xmlns:emma="http://www.w3.org/2003/04/emma" version="1.0">
            <emma:interpretation id="{BB4DEFD6-63B4-4610-81EF-924232206887}" emma:medium="tactile" emma:mode="ink">
              <msink:context xmlns:msink="http://schemas.microsoft.com/ink/2010/main" type="line" rotatedBoundingBox="15881,13445 21955,13780 21892,14929 15817,14595"/>
            </emma:interpretation>
          </emma:emma>
        </inkml:annotationXML>
        <inkml:traceGroup>
          <inkml:annotationXML>
            <emma:emma xmlns:emma="http://www.w3.org/2003/04/emma" version="1.0">
              <emma:interpretation id="{71824875-4980-4C99-8175-0577450EFF10}" emma:medium="tactile" emma:mode="ink">
                <msink:context xmlns:msink="http://schemas.microsoft.com/ink/2010/main" type="inkWord" rotatedBoundingBox="15611,14172 16087,13784 16345,14100 15869,14489"/>
              </emma:interpretation>
              <emma:one-of disjunction-type="recognition" id="oneOf25">
                <emma:interpretation id="interp125" emma:lang="en-US" emma:confidence="0.5">
                  <emma:literal>&gt;</emma:literal>
                </emma:interpretation>
                <emma:interpretation id="interp126" emma:lang="en-US" emma:confidence="0">
                  <emma:literal>.</emma:literal>
                </emma:interpretation>
                <emma:interpretation id="interp127" emma:lang="en-US" emma:confidence="0">
                  <emma:literal>7</emma:literal>
                </emma:interpretation>
                <emma:interpretation id="interp128" emma:lang="en-US" emma:confidence="0">
                  <emma:literal>?</emma:literal>
                </emma:interpretation>
                <emma:interpretation id="interp129" emma:lang="en-US" emma:confidence="0">
                  <emma:literal>y</emma:literal>
                </emma:interpretation>
              </emma:one-of>
            </emma:emma>
          </inkml:annotationXML>
          <inkml:trace contextRef="#ctx0" brushRef="#br0" timeOffset="145569.9768">1676-54 2381,'0'0'394,"0"0"-298,0 0-96,0 0-19,0 0-13,0 0-17,0 0-41,0 0-26,0 0 116,0 0 40,0 0 2,26 37 13,-9-24 19,2 0-10,1 1-29,4 0-18,1-1 21,1-1-16,2 2-22,0-3 0,1-1 0,-2-1 18,0-2-18,-2-1-4,-2-3 4,-3 1 21,-4-2-21,-2 0-4,-5-1 4,-4 1 0,0-2 0,-5 1 0,0-1 39,0 0 41,0 2-32,-8 0-47,-3 3 0,-4 1-1,-4 3 0,-4 2 0,0 1 24,-5 2-18,-3 1-6,0 1 0,-3 2 3,0 3 36,0-1-23,-1 1 9,4 3 26,-1-4 3,4 1-54,4-2-15,2-1 15,4-1 0,4-4-31,4-1-14,4-3 29,0-3-16,6-1-86,0-4-149,6 1 19,4-2 38,5 0-110,-3-3-164,13-9-112</inkml:trace>
        </inkml:traceGroup>
        <inkml:traceGroup>
          <inkml:annotationXML>
            <emma:emma xmlns:emma="http://www.w3.org/2003/04/emma" version="1.0">
              <emma:interpretation id="{8D3B4292-C024-4164-AE1E-D6FEFC4C01E2}" emma:medium="tactile" emma:mode="ink">
                <msink:context xmlns:msink="http://schemas.microsoft.com/ink/2010/main" type="inkWord" rotatedBoundingBox="16680,13979 17294,13850 17367,14198 16754,14327"/>
              </emma:interpretation>
              <emma:one-of disjunction-type="recognition" id="oneOf26">
                <emma:interpretation id="interp130" emma:lang="en-US" emma:confidence="0.5">
                  <emma:literal>w</emma:literal>
                </emma:interpretation>
                <emma:interpretation id="interp131" emma:lang="en-US" emma:confidence="0">
                  <emma:literal>W</emma:literal>
                </emma:interpretation>
                <emma:interpretation id="interp132" emma:lang="en-US" emma:confidence="0">
                  <emma:literal>u</emma:literal>
                </emma:interpretation>
                <emma:interpretation id="interp133" emma:lang="en-US" emma:confidence="0">
                  <emma:literal>.</emma:literal>
                </emma:interpretation>
                <emma:interpretation id="interp134" emma:lang="en-US" emma:confidence="0">
                  <emma:literal>n</emma:literal>
                </emma:interpretation>
              </emma:one-of>
            </emma:emma>
          </inkml:annotationXML>
          <inkml:trace contextRef="#ctx0" brushRef="#br0" timeOffset="146186.749">2511 14 1197,'0'0'1669,"0"0"-1531,0 0-100,0 0 55,0 0 76,0 0-13,0 0-29,0 0-7,0 0-3,0 0-26,0 0-12,-18-15-9,18 15-30,0 0-21,0 3-1,-1 6-17,1 5 16,0 6-15,-3 5 2,2 4 21,-1 1-13,-1 1-12,2-1-2,1-1 0,0-1 0,0-2-17,3-5-6,4-1 24,0-6-11,5-5-13,1-1-10,1-6-13,4-2 26,-1-1 7,2-8-7,0 0 9,0-5-21,-1-2-29,-1 0-10,-3-4 29,0 2 6,-2-1 1,-2 0 19,-4 1 18,0 2 3,-2 1 0,-2 3 10,0 3 6,-2 3 6,0 2-9,0 3 9,0 1-22,0 0-3,0 0-57,0 0 13,0 1-4,0 3-28,0 4-12,0 2 30,1 3 55,5 1 3,1 2-1,2-2 1,2 0 2,3-1 17,2-1-16,0-4 36,3 0 37,2-3 35,1-3-26,1-2-3,-2 0-10,1-3-3,0-5-22,-3-2-9,0-2 1,-3-2-8,1-1-6,-6-3-9,-1 0 15,-1-2-16,-4 0-15,-1 0-2,-3 0 0,-1 2 0,-1 2-29,-4 2-28,-4-1-40,0 4-26,-3 1-86,-2-1-46,-1 1-21,-2 2-175,0 4-265,5 0-109</inkml:trace>
        </inkml:traceGroup>
        <inkml:traceGroup>
          <inkml:annotationXML>
            <emma:emma xmlns:emma="http://www.w3.org/2003/04/emma" version="1.0">
              <emma:interpretation id="{A57C334A-D183-486D-B52D-6DF37973CB40}" emma:medium="tactile" emma:mode="ink">
                <msink:context xmlns:msink="http://schemas.microsoft.com/ink/2010/main" type="inkWord" rotatedBoundingBox="18110,13568 21955,13780 21892,14929 18047,14717"/>
              </emma:interpretation>
              <emma:one-of disjunction-type="recognition" id="oneOf27">
                <emma:interpretation id="interp135" emma:lang="en-US" emma:confidence="0.5">
                  <emma:literal>(1-284×4</emma:literal>
                </emma:interpretation>
                <emma:interpretation id="interp136" emma:lang="en-US" emma:confidence="0">
                  <emma:literal>(12284×4</emma:literal>
                </emma:interpretation>
                <emma:interpretation id="interp137" emma:lang="en-US" emma:confidence="0">
                  <emma:literal>(15284×4</emma:literal>
                </emma:interpretation>
                <emma:interpretation id="interp138" emma:lang="en-US" emma:confidence="0">
                  <emma:literal>(122884×4</emma:literal>
                </emma:interpretation>
                <emma:interpretation id="interp139" emma:lang="en-US" emma:confidence="0">
                  <emma:literal>(152884×4</emma:literal>
                </emma:interpretation>
              </emma:one-of>
            </emma:emma>
          </inkml:annotationXML>
          <inkml:trace contextRef="#ctx0" brushRef="#br0" timeOffset="158040.6622">4431 254 359,'0'0'241,"0"0"-117,0 0 0,0 0-13,0 0-20,0 0-26,0 0 7,0 0 58,0 0 159,0 0-149,0 0-16,-11 0 67,11 0 33,-2 0-43,0 0-36,2 0 0,-2 0-3,2 0-43,0 0-2,0 0 27,0 0-15,0 0-62,0 0-18,0 0 22,0 0 0,0 0-26,0 0 26,2 0 72,0 0-42,3 0-80,2-1 0,2-2 62,5 0 6,2-1-69,1 2-18,-1 0 2,1 1 16,-3 1-25,-2 0-10,-1 0 33,-1 0 1,-3 0-1,-2 1-27,-1 1 17,-1-1 9,-1 0-19,-2-1-32,0 2 29,0-2 22,0 1 3,0-1 0,0 0 3,0 0 25,0 0-26,0 0 11,0 0 22,0 0 15,0 0-15,0 0-13,0 0 25,0 0 3,0 0-12,0 0-16,0 0 3,0 0 1,0 0-23,0 0-1,0 0-1,0 0 1,0 0-2,0 0-14,0 0 0,0 0 13,0 0-1,0 0-14,0 0 4,0 0 11,0 0-3,0 0-21,0 0 0,0 0 3,0 0-9,0 0-22,0 0-10,0 0 0,0 0-7,0 0-19,0 0-22,0 0-3,0 0-4,0 0-39,-1 0-74,-3 0-62,0 0-173,0 1-571,-4-1 343,29-1 345</inkml:trace>
          <inkml:trace contextRef="#ctx0" brushRef="#br0" timeOffset="162186.0782">4086 536 939,'0'0'313,"0"0"-212,0 0-23,0 0-42,0 0-34,0 0 0,0 0 14,0 0 49,0 0 33,0 0-7,-2 0 0,2 0 29,0 0 13,0 0-29,0 0-23,0 0 29,0 0 6,0 0-35,0 0-20,0 0 17,0 0-4,0 0-36,-4 0-9,-2-2-29,-1-2-64,-2 1 12,-3-1 7,-2-1 44,0-2 0,0 0-15,-3-2 16,-1-1 13,-1-1 19,2-2 3,-1-2-31,1-1 21,1-1 1,4-3-26,0 2-12,3-6 11,2 1 1,0-3-2,3-1-11,1-2 0,1-2 10,2-2-23,0-3 7,5 2-13,2-1 30,1-1-17,1-1 6,1 2 13,0 1 2,3 1 33,0 1 110,1 2-13,0 1-55,0 3 0,0 1-14,1 1-11,-2 4-8,1 1-2,-2 3-4,-2 1-19,1 4-16,-1 0-3,-3 1-1,-1 6-12,1 0 13,-2 0 0,1 1-21,-3 2-7,2-1 27,-2 2-22,1 0-2,-1 0-10,0 0 3,0 0-13,-1 0-3,-1 0-84,2 1 62,-2 0 35,0 0-14,1 0-18,-2-1-27,0 0-74,1 2 42,1 1 0,-2-2-46,1 2-26,-1-1-81,3 1-108,-1-2 18,1 2-146,-19-24 188</inkml:trace>
          <inkml:trace contextRef="#ctx0" brushRef="#br0" timeOffset="158690.4383">4334 245 460,'0'0'1053,"0"0"-731,0 0-43,0 0-59,0 0 10,0 0 47,0 0-84,0 0-59,0 0 10,0 0-20,0 0-64,-19-17-34,19 17-4,0 3-22,0 1-18,0 8 18,3 6 57,1 5-3,1 5-52,-1 3-1,-2 2 30,-1 0-22,1 1-9,-2 0-9,0 0 9,0 2 0,0 0-19,0-1-19,-2-1 9,2-3-53,0-3-52,0-5-25,0-3-1,0-6-20,2-7-103,1-4-115,4-3-53,0-6 31,0-3-39</inkml:trace>
          <inkml:trace contextRef="#ctx0" brushRef="#br0" timeOffset="159106.512">4633 277 2123,'0'0'508,"0"0"-280,0 0-215,0 0-13,0 0 0,0 0 3,0 0 161,0 0 34,0 0-86,65 3-77,-44 4-32,-2 1-3,1 4 13,-1 1-10,-1-1 10,-1 3-10,-5 1-2,0 2 2,-4 2 13,-2 1-14,-1 2-2,-5 2-2,0 1-20,-7 0-13,-4-1-22,0-3-14,-1-2 20,-2-1 13,1-4-13,-2-2-4,1-4 14,3-2 18,1-4 21,-1-2-11,4-1 11,-1 0 0,1-4-1,3-4-18,-1 1 21,5-3 3,0-1 25,0 2-2,3-2-10,7 1-3,2 2-10,5 0 23,2 4 16,5 0-39,3 1-3,3 3-29,4 0 28,2 0-12,3 3-16,3-1 7,0 0-52,0-2-138,0 0-95,-4-3-65,-8-1-191,8-5-85</inkml:trace>
          <inkml:trace contextRef="#ctx0" brushRef="#br0" timeOffset="159722.0739">5367 398 2119,'0'0'414,"0"0"-295,0 0-70,0 0 5,0 0-12,0 0-42,0 0 1,0 0 18,0 0 152,6 58-30,18-52-39,5-3-35,2-1-16,3-1-22,2-1-26,0-2-2,-2-3 12,-1-4-4,-3 0-9,-2-3 0,-4-2 3,-1-1 10,-4-1-13,-3-1 0,-4-2 14,-2 0 2,-5 0-15,-1-1-1,-4 0 19,0 2 3,0-1-22,-9 2 0,-3 0 0,0 1 0,-7 1-34,-1 1-4,-2 2 19,-1 2 17,-3 5-33,1 4 13,0 1 21,-1 5-28,3 6-19,2 2 42,0 3 6,4 1 10,1 1-10,7 0-28,2 1 24,4-2-15,3 1-45,7 2 26,5-2 38,6 1 0,4 1-11,4-1 11,5 0 26,-1-3 19,3 3-43,2-2-1,-2 0 21,-1-1 10,-2 1-32,-3-1 2,-5 0 5,-3 0 12,-4-2-19,-6 1 0,-3-2 13,-5 1 25,-1 0-25,-4-1-11,-8 0 39,-3 0 4,-3-3-45,-3 0 0,0-1 20,-2-5 0,-1 2-20,-1-6 0,2 0 13,1 0 12,1-6-25,2 0 2,3-5 49,4-2-16,0-2-35,5-4-29,5-2 28,2-2-11,3-2-33,11 0-9,5 0 22,7 1 7,4 2-26,6 1 3,2 2 45,2 1 0,2 2-39,-1 2-12,0 2-87,-1 2-155,-4 3-136,-1 2-61,-10 1-109,8-1-177</inkml:trace>
          <inkml:trace contextRef="#ctx0" brushRef="#br0" timeOffset="159972.5602">6293 280 2478,'0'0'582,"0"0"-367,0 0-88,0 0-124,0 0 118,0 0 91,0 0 30,74 50-56,-46-34-87,3 3-40,2-1-43,2 2-15,-2 0-1,0 2 1,-2-1-1,-2 0-34,-2-1-10,-4 0-40,0-2-38,-3 0-54,-2-3-13,-3-2-30,-3-4-55,-2-1-17,-1-5-73,-2-3-112,-2 0-161,0-3 5</inkml:trace>
          <inkml:trace contextRef="#ctx0" brushRef="#br0" timeOffset="160211.7107">6738 326 2546,'0'0'553,"0"0"-307,0 0-49,0 0-71,0 0-28,0 0-41,-69 57 6,56-38 56,-2 2 32,2 2-76,-1 1-10,-2 1 16,1 0-16,1 0-37,2-2-25,1 1-1,2-3-2,0 0-18,3-3-19,2-2-35,3-3-49,1-3-51,0-2-39,5-3-48,4-3-33,2-2-38,2-1-30,4-6-96,-3 0-165,9-6-20</inkml:trace>
          <inkml:trace contextRef="#ctx0" brushRef="#br0" timeOffset="160596.6973">7324 256 1580,'0'0'783,"0"0"-403,0 0-171,0 0-87,0 0 134,0 0 33,0 0-213,0 0-32,0 0 69,0 0 4,0 0 0,-43 46-5,33-32-3,1 1-16,-3 1-37,2 3-16,-1-2 28,0 2 3,-1-1-34,0 2-6,2-2 39,1-1 1,0-2-50,4-1-21,2-1 25,3-1-22,0-1-3,0-1-6,8-1 6,3-1 0,1-1-25,5-2-14,1-1 39,2-2 0,5-1-3,0-1-34,4 0 35,-1-2 2,2-3-40,3-2-18,-3 1 21,1-3-28,-1 2-99,-4-1-28,0 2 33,-3-1-34,-2 0-40,-2 2-69,-5-1-49,-1 1-210,-5 2-413,0-3 209</inkml:trace>
          <inkml:trace contextRef="#ctx0" brushRef="#br0" timeOffset="160833.9284">7609 381 1360,'0'0'586,"0"0"-291,0 0-8,0 0-16,0 0 12,0 0-28,0 0-29,0 0-21,0 0-38,0 0-34,0 0-11,-37 7-77,32 10-45,2 7 0,-1 3 48,-1 6 11,0 1-59,0 2 6,0 2-6,-1 2 0,1-1-15,1 1-60,-3-1-12,2-4-45,-2-4-63,0-1-61,0-3-65,-5-4-131,5-8-521,-9-3-301</inkml:trace>
        </inkml:traceGroup>
      </inkml:traceGroup>
    </inkml:traceGroup>
  </inkml:traceGroup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</inkml:channelProperties>
      </inkml:inkSource>
      <inkml:timestamp xml:id="ts0" timeString="2024-03-15T14:41:26.501"/>
    </inkml:context>
    <inkml:brush xml:id="br0">
      <inkml:brushProperty name="width" value="0.07" units="cm"/>
      <inkml:brushProperty name="height" value="0.0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4B1E3EBB-D9AA-4B28-9542-A68C3DEE7A7B}" emma:medium="tactile" emma:mode="ink">
          <msink:context xmlns:msink="http://schemas.microsoft.com/ink/2010/main" type="writingRegion" rotatedBoundingBox="18589,13063 23849,13117 23837,14277 18577,14223"/>
        </emma:interpretation>
      </emma:emma>
    </inkml:annotationXML>
    <inkml:traceGroup>
      <inkml:annotationXML>
        <emma:emma xmlns:emma="http://www.w3.org/2003/04/emma" version="1.0">
          <emma:interpretation id="{F5B920EB-1369-4F10-A18F-AAC272716A55}" emma:medium="tactile" emma:mode="ink">
            <msink:context xmlns:msink="http://schemas.microsoft.com/ink/2010/main" type="paragraph" rotatedBoundingBox="18589,13063 23849,13117 23837,14277 18577,14223" alignmentLevel="1"/>
          </emma:interpretation>
        </emma:emma>
      </inkml:annotationXML>
      <inkml:traceGroup>
        <inkml:annotationXML>
          <emma:emma xmlns:emma="http://www.w3.org/2003/04/emma" version="1.0">
            <emma:interpretation id="{3750C399-7AB7-4093-9228-F1873D6FEAE3}" emma:medium="tactile" emma:mode="ink">
              <msink:context xmlns:msink="http://schemas.microsoft.com/ink/2010/main" type="line" rotatedBoundingBox="18589,13063 23849,13117 23837,14277 18577,14223"/>
            </emma:interpretation>
          </emma:emma>
        </inkml:annotationXML>
        <inkml:traceGroup>
          <inkml:annotationXML>
            <emma:emma xmlns:emma="http://www.w3.org/2003/04/emma" version="1.0">
              <emma:interpretation id="{6C245783-F60C-427E-9198-840D4D2FD042}" emma:medium="tactile" emma:mode="ink">
                <msink:context xmlns:msink="http://schemas.microsoft.com/ink/2010/main" type="inkWord" rotatedBoundingBox="18592,13026 21632,13103 21615,13775 18575,13698"/>
              </emma:interpretation>
              <emma:one-of disjunction-type="recognition" id="oneOf0">
                <emma:interpretation id="interp0" emma:lang="en-US" emma:confidence="0.5">
                  <emma:literal>25648</emma:literal>
                </emma:interpretation>
                <emma:interpretation id="interp1" emma:lang="en-US" emma:confidence="0">
                  <emma:literal>215648</emma:literal>
                </emma:interpretation>
                <emma:interpretation id="interp2" emma:lang="en-US" emma:confidence="0">
                  <emma:literal>24564×8</emma:literal>
                </emma:interpretation>
                <emma:interpretation id="interp3" emma:lang="en-US" emma:confidence="0">
                  <emma:literal>24567×8</emma:literal>
                </emma:interpretation>
                <emma:interpretation id="interp4" emma:lang="en-US" emma:confidence="0">
                  <emma:literal>24562×8</emma:literal>
                </emma:interpretation>
              </emma:one-of>
            </emma:emma>
          </inkml:annotationXML>
          <inkml:trace contextRef="#ctx0" brushRef="#br0">4533-853 795,'0'0'1131,"0"0"-839,0 0-124,0 0-16,0 0-3,0 0 24,0 0-25,0 0-45,0 0-8,0 0 1,0 0-13,-10-14-3,10 14-14,0-1-53,0 1-13,0 0-18,0 0 18,0 3 0,0 5 0,4 5 54,1 4 15,0 8-24,0 1-33,1 1-11,-2 5 25,-2 0-12,1 1-14,0 1 0,-2 2 4,0-1-4,-1-4-11,0-1-6,0-5 16,0-4 1,0-4-25,-1-6-13,1-1 9,0-5-53,0-3-83,0-1-52,0-1-33,0 0-75,1-3-271,1-1-155,1-10-318</inkml:trace>
          <inkml:trace contextRef="#ctx0" brushRef="#br0" timeOffset="2186.4385">4625-700 825,'0'0'775,"0"0"-521,0 0-164,0 0 14,0 0-42,0 0-39,0 0-10,0 0 19,0 0 20,0 0-7,-38 8 4,29-6-20,-3 1-26,0-1 33,-1 0 25,-4 0 26,1-2 13,-1 0-9,-1 0-11,-1-2 7,0-2-4,2-1 17,1-1-36,2-3-13,2 3-19,3-1 44,-1-1 4,3-1 3,1-2-58,1 2 1,3-2-4,-1 1-3,3 1-19,0-3-3,0 3-1,3 0-18,4-2-19,-1 3-10,7 0 10,0-1 15,2 3-12,3 0 3,1 2 34,0 0-1,1 3-33,-1 1-10,0 1 19,-1 7 7,0 2-9,0 3 26,-2 5 2,0 4 42,-2 2-26,-1 2 13,-4 6 19,-1 0-7,-3 3-28,-4 0-11,-1 1 33,-1 0-3,-7-2-32,-2-2-1,-3 0 1,-1-4 0,-1-2 0,-1-2-10,0-3 10,-1-4 15,1-4-15,1-2 0,1-3 10,1-4 15,-1-1-25,4-3 0,-2 0 41,4-2-6,0-3-35,1-3-3,-1-1 3,4-4 13,1 0-13,2-1-13,-2-1 13,3 1 0,0 1-9,3 0-4,1 4 13,6 1 0,-1 2-6,5 3-45,1 1 28,2 2 7,7 1-18,0 7 24,2 0 10,0 3 24,2 0-24,-1-1 0,2 1 14,-3-2 3,1 0-17,2-3-25,1-1 25,2-1 1,2-2-1,1-2-86,0 0-71,2-1-13,-1-5-77,-1-3-99,-2-1-156,-10 1-175,7-9-460</inkml:trace>
          <inkml:trace contextRef="#ctx0" brushRef="#br0" timeOffset="2580.3408">5242-853 1694,'0'0'1205,"0"0"-1022,0 0-132,0 0 70,0 0 58,0 0-55,0 0-55,0 0-5,-66-29-37,60 33-27,1 2-13,-1 5 1,1 3-36,-2 4 9,2-1 39,-2 5 30,2 0-30,1 1-13,-1 0 13,3-2 3,2 3-3,0-3-28,0-2 28,6 0 17,2-3-17,3 0 0,2-3 38,1-1 22,3-2-57,3-2-2,0 1 21,2-3 6,0 0-26,0 0-1,0-2 34,-1 1 3,-3 1-38,-3 0-3,-4 0 0,-1-3 2,-5 3-2,-2 0 1,-2-1 2,-1 2 24,-3-1 8,-3 4-19,-4 1-10,-4 0 6,-2 1-9,-4 1-85,-4 0-63,-3-2 2,-1 3 19,-2-5-16,0 0-17,-1-3-48,1-3-134,1-3-218,8 0-71,-8-9 58</inkml:trace>
          <inkml:trace contextRef="#ctx0" brushRef="#br0" timeOffset="2795.4514">5058-737 2276,'0'0'507,"0"0"-365,0 0 31,0 0 73,86-53-56,-59 41-110,3 1-49,2 3-18,-1 1-13,4 2-35,-2 0-9,0 1 6,-1 2-32,1-2-57,1-1-23,-2 0 15,-1 0-3,0 0-61,-1-1-56,-4 0-166,-7 3-131,6-3-113</inkml:trace>
          <inkml:trace contextRef="#ctx0" brushRef="#br0" timeOffset="3539.0236">5890-835 254,'0'0'1619,"0"0"-1288,0 0-227,0 0 96,0 0 93,0 0 12,0 0-52,0 0 4,0 0-58,0 0-70,0 0-19,-5-19 21,1 19-3,1 4-112,-6 5-16,-3 2-22,-2 6 19,-2 5-21,-3 4 24,2 4 68,-1 0-12,1 1-44,3 2-11,1 0 30,2 2 1,2-1-32,2 0-9,5-2 9,2 1 16,0-2-16,5-1-31,7-2 31,0-2-1,4-2-74,2-5 19,2-2 38,1-5 2,1-4-34,-1-2-9,1-5 56,-1-1 3,0-1-19,-3-6-19,1-2 38,-3-2 0,-2-2-3,-2-2-22,-4 1 25,-1-2 24,-3 1-24,-4 0-6,0 1 6,0 1 0,-8 0-23,-3 2-44,-3-1 17,-2 3-13,-4-2-41,-1 5 6,-2-1 45,0 3 24,0 4 10,2 0 6,2 4 1,3 4-4,2 1-16,4-1-3,3 2-19,3-2-38,4 2-61,0-1-74,2 0-21,7 0-46,4-3-52,2-3-138,-3 0-122,12-3-386</inkml:trace>
          <inkml:trace contextRef="#ctx0" brushRef="#br0" timeOffset="4069.9205">6634-659 271,'0'0'753,"0"0"-57,0 0-141,0 0-132,0 0-69,0 0-63,0 0-110,0 0-83,0 0-28,0 0-26,0 0-6,-67 36 25,58-14 44,-1 4-7,-2 0-52,-1 3-14,1-1 13,-3 4-32,1-1-15,1-1-23,-2 0 23,2-3 0,0-1-20,2-4-21,0-3 1,3-3-68,4-3-59,-1-3-82,5-5-63,0-4-166,0-1-315,6-2-266</inkml:trace>
          <inkml:trace contextRef="#ctx0" brushRef="#br0" timeOffset="3852.1539">6346-725 2485,'0'0'423,"0"0"-363,0 0-24,0 0 76,0 0-90,0 0-22,0 0-73,0 0 73,0 0 160,0 0-4,32 55-35,-15-35-26,0 0-60,3 1 6,0 0 25,1 0-3,0 1-19,2-1-22,-1 2 10,1-2-32,0 0-10,-1 1-9,1-3 17,-3-1 2,0-2-28,-4-4-48,1-1-22,-4-2-54,-2-3-57,-4-4-25,-1 0 13,-3-2-47,-1 0-71,-2-1-50,0-5 44,0-3-52,-2 0-37,-3-7-244</inkml:trace>
          <inkml:trace contextRef="#ctx0" brushRef="#br0" timeOffset="4922.2638">7115-590 1117,'0'0'1251,"0"0"-1022,0 0-187,0 0 61,0 0 113,0 0-5,0 0-134,0 0-55,0 0 45,0 0 6,0 0-73,-56 2 1,60 3 19,4-1 97,0 2 0,2-3-47,4 1 12,-1-2 6,2-2-35,1 0-15,2-2 18,0-3-8,-1-3-45,2-1-3,-1-3 19,-1-2 7,-1 1-26,-3-4-14,-1 2 14,-2 0 22,-3-1-22,-2 0 1,-1 1 1,-3 0 20,-1 1-6,0-1-14,-1 0 0,-6 1-1,0-1-1,-5 3-3,0-2-9,-1 4 11,-4 0-19,1 3 16,-2 4-23,-1 1 26,0 2-10,-1 2-20,-2 5-1,-1 4 16,-2 3 0,2 1 0,0 4 15,1-2 1,2 3 0,3-1-1,5 0-14,0 1 14,5 0 1,4-1-16,2-2 3,1 1 13,4-3 25,4 1-22,5 0 22,2-3 0,1 2-22,3-3-2,3 3 1,1-3 9,0 0-11,3-2 0,0 1 0,1-2 12,-3 2-11,2-2 7,-4 2-5,-2-1-3,-2-1 0,-3 3 0,-2 0-1,-5 0 1,0-1 0,-4 2-17,-4 0 17,0 1 18,-6 0-2,-2 1-14,-4 0-2,-5 2 13,1-1-1,-5-2-12,3 0 2,-2-2 17,-1-4 3,0 0-7,1-2 1,0-5 15,2-1 13,1 0-10,1-7 15,5-4 38,3-3-22,3-5-65,5-4-34,0-5 6,7-5 10,4-4-23,4-3-14,4 1-14,2-2 13,3 4-9,1 2 18,2 2 19,0 4-1,-2 6-25,-1 4-24,-3 4-102,-2 2-159,-2 5-176,-1 1-150,-7 3-150,2 2-577</inkml:trace>
        </inkml:traceGroup>
        <inkml:traceGroup>
          <inkml:annotationXML>
            <emma:emma xmlns:emma="http://www.w3.org/2003/04/emma" version="1.0">
              <emma:interpretation id="{9B8B1331-610D-41DE-A27C-129B52BEBCBF}" emma:medium="tactile" emma:mode="ink">
                <msink:context xmlns:msink="http://schemas.microsoft.com/ink/2010/main" type="inkWord" rotatedBoundingBox="21800,13256 23819,12995 23954,14037 21935,14298"/>
              </emma:interpretation>
              <emma:one-of disjunction-type="recognition" id="oneOf1">
                <emma:interpretation id="interp5" emma:lang="en-US" emma:confidence="0.5">
                  <emma:literal>RAM</emma:literal>
                </emma:interpretation>
                <emma:interpretation id="interp6" emma:lang="en-US" emma:confidence="0">
                  <emma:literal>PRAM</emma:literal>
                </emma:interpretation>
                <emma:interpretation id="interp7" emma:lang="en-US" emma:confidence="0">
                  <emma:literal>BRAM</emma:literal>
                </emma:interpretation>
                <emma:interpretation id="interp8" emma:lang="en-US" emma:confidence="0">
                  <emma:literal>RRAM</emma:literal>
                </emma:interpretation>
                <emma:interpretation id="interp9" emma:lang="en-US" emma:confidence="0">
                  <emma:literal>MRAM</emma:literal>
                </emma:interpretation>
              </emma:one-of>
            </emma:emma>
          </inkml:annotationXML>
          <inkml:trace contextRef="#ctx0" brushRef="#br0" timeOffset="6332.367">7974-653 339,'0'0'206,"0"0"-122,0 0 21,0 0 2,0 0 11,0 0 497,0 0-154,30-60-159,-26 52-57,-2 3 7,0 0 14,-1 4-36,-1-1-42,0 2-27,0 0 22,0 0-20,0 3-88,0 6-75,0 5 0,-1 8 22,-3 3-6,0 5-16,1 1 18,-4 1-5,2-1-13,0 2-1,0 1 0,-2 0-11,1 1-6,-1-1-11,-1-3 29,1-1-1,2-4-35,0-7 9,1-5 27,3-3 0,0-7-28,1-3-23,0-1-5,0 0 3,0-5 8,1-8 11,3-2 33,0-8-1,1-3-58,2-4-38,-1 0 19,-1-1 34,0 1 1,0 0 9,-3-2 33,3-1-18,-2-1 5,1-2 5,0 3 10,1 1 25,3 3-25,1 5 1,5 3-1,0 5 35,5 3 10,0 5-4,1 2 23,2 4 5,-2 2-18,2 0-1,-1 4 39,0 5-11,-4 1-76,-1 4-2,-2 0 29,-2 1-29,-5 1 0,-2 1-16,-4 2 16,-1 0 0,-1 3-25,-11-1-19,0 0-16,-7 0 0,1-4-25,-4 1 31,0-3 38,-2-3 16,-2 1-41,0-3 0,1-3 41,1 1 0,0-4-16,1-2 16,5-1 13,1-1 16,7 0-29,3 0 0,3 0 43,4 0-43,0 0-50,7 0-87,4 0 137,5 5 29,4-1-13,5 1 0,2 1 18,3 2 19,2 0-53,0 2-1,1 1 1,-1 1 0,-2-1-40,-2 3-39,-2-4 2,-3 3-47,-1-2-75,-2-3-42,-2 0-26,0-2-115,-5-2-144,-1-4-106,2 0-332</inkml:trace>
          <inkml:trace contextRef="#ctx0" brushRef="#br0" timeOffset="6852.4346">8610-728 1808,'0'0'1296,"0"0"-1110,0 0-164,0 0 29,0 0 19,0 0-38,0 0-7,0 0 10,-16 54 95,16-33 2,1 0-47,2 1-25,-1 1-13,0 1-9,-1 1-26,-1 1-10,0 1-2,0 0 0,-3 0-1,-2-4-36,2 1 35,-2-5 2,-1-1-13,4-5-3,0-4 16,0-3-1,0-4-11,2 0 12,-1-2-2,1 0-11,0-2 3,0-5 8,0-3-15,0-6-5,0-1-22,0-4 19,0-1 22,3-1 2,-1 0-11,0-3 10,0-2-11,0 0 0,1-2-5,-1-2 5,1 1 10,1 1 1,-1 4-1,2 2-11,0 4 14,0 6 6,1 4-3,-1 4-3,2 2 41,-2 3-41,2 1-41,-1 0 16,1 5 25,3 3 47,-1 4 1,1 1-29,1 6 12,2 0-18,-2 4-13,0 0-2,1 3 2,-1 1-3,-1-1-37,0 1 21,-1-3-10,-1 2-18,0-4-45,-3 0-28,2-3-4,-3 0-16,2-2-27,-2-3-25,-1-5-79,1 1-152,-2-6-230,-2-3-116</inkml:trace>
          <inkml:trace contextRef="#ctx0" brushRef="#br0" timeOffset="7059.4163">8595-484 2716,'0'0'455,"0"0"-352,0 0-103,0 0-29,0 0 29,0 0 12,0 0 19,83-24-2,-50 17 28,4-1-25,0 0-32,3 1-51,-1 0-28,-1 0-87,-2 2-101,-1-1-149,-11 2-258,6-4-127</inkml:trace>
          <inkml:trace contextRef="#ctx0" brushRef="#br0" timeOffset="7790.3988">9181-717 1026,'0'0'1361,"0"0"-999,0 0-221,0 0 33,0 0 78,0 0-26,0 0-134,0 0-80,0 0 7,0 0 22,0 0-25,-39 46 31,39-25 45,0 0 2,0 2-63,0 0-30,0-1 28,0 1-23,-3-1-6,0-1-28,2 0 28,-2-2 0,0-4-3,1-1-35,0-4 38,2-4-2,-1-3-14,0-2-15,1-1 31,0 0-25,0 0-23,0-5 7,0-3 19,0-4-19,0-3-38,1-2 10,2-1 43,-2 0 11,1-2-14,0-1 5,1 0 24,-2-3 0,1 0 0,-1-1-32,2-1 30,-2 2 2,2 3-13,-1 3 13,2 4 38,-1 5 38,0 3 7,-1 4-26,-2 1 9,2 1-35,1 0-31,1 5 0,1 2 48,3 5 59,1 3-70,0 2-36,0-1 27,2 3 5,0-1-33,2-1-3,-1 0 3,3-2 32,1-3-32,-2 1-23,2-2 23,-1-2 23,1-1-22,-1-2 1,3 0 9,-2-4 4,2-2-15,-2 0-2,2-1 0,0-5-10,-1-1-27,-1-2-8,1 0 16,-2-3 2,-3 0 26,1-1-16,-3 0 19,-1-2 0,-3 0 1,1 0 0,-5 1 2,0-1 25,-2 0-22,0 0-5,0 3-1,0 1 0,0 1 0,-2 5 19,0 1-19,0 2 44,1 2-35,0 0-9,0 2-41,-1 5-18,-1 5 56,1 3-11,-2 4 14,1 2 22,0 1-11,2 1-11,-2 0-1,0 2 1,0 3 22,0 1-19,-2 1-3,0 1 2,2 1-2,-2-2-22,-1 0 6,4-2-6,-2-3-19,1-3-47,1-3-32,1-4-16,0-5-23,1-3-26,-1-5-71,-1-2-150,1 0-353,-5-5-456</inkml:trace>
          <inkml:trace contextRef="#ctx0" brushRef="#br0" timeOffset="16098.7215">7571-515 293,'0'0'718,"0"0"-360,0 0-212,0 0-58,0 0-13,0 0-3,0 0 48,0 0 16,0 0 7,0 0-23,0 0 16,47 1 15,-37 1-9,0 2-3,1 0-17,1 0-32,-1 1-23,1 2-38,2 0-7,-1 3 16,1 2-34,-1 1 15,3 2 19,-2 1-6,0 0-30,2 1 14,-1 0-3,-1 3-10,0 1 10,3-1-13,-1 3 16,2 0 28,0 3-44,-2 1-9,0 3 9,-2 2 0,-1 0-14,-3 1 1,0 1 12,-3 2-2,-1-1-35,-3-1-13,0 1-16,-3-2-23,0-3 7,0-2 15,0-3 17,-4-3-23,1-3-58,-4-3-119,-1-3-164,4-5-300,-8-3-400</inkml:trace>
        </inkml:traceGroup>
      </inkml:traceGroup>
    </inkml:traceGroup>
  </inkml:traceGroup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</inkml:channelProperties>
      </inkml:inkSource>
      <inkml:timestamp xml:id="ts0" timeString="2024-03-15T14:42:06.745"/>
    </inkml:context>
    <inkml:brush xml:id="br0">
      <inkml:brushProperty name="width" value="0.14" units="cm"/>
      <inkml:brushProperty name="height" value="0.14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7D8612C8-8916-4CF6-827B-6BF0D9AA4224}" emma:medium="tactile" emma:mode="ink">
          <msink:context xmlns:msink="http://schemas.microsoft.com/ink/2010/main" type="writingRegion" rotatedBoundingBox="2464,5901 16579,5754 16610,8744 2495,8892"/>
        </emma:interpretation>
      </emma:emma>
    </inkml:annotationXML>
    <inkml:traceGroup>
      <inkml:annotationXML>
        <emma:emma xmlns:emma="http://www.w3.org/2003/04/emma" version="1.0">
          <emma:interpretation id="{CD0F15DB-6794-46E8-AA13-2E42CC04070F}" emma:medium="tactile" emma:mode="ink">
            <msink:context xmlns:msink="http://schemas.microsoft.com/ink/2010/main" type="paragraph" rotatedBoundingBox="2469,5884 6604,5871 6606,6657 2472,6670" alignmentLevel="1"/>
          </emma:interpretation>
        </emma:emma>
      </inkml:annotationXML>
      <inkml:traceGroup>
        <inkml:annotationXML>
          <emma:emma xmlns:emma="http://www.w3.org/2003/04/emma" version="1.0">
            <emma:interpretation id="{50F75509-0398-4E8C-A8FD-452BB561E800}" emma:medium="tactile" emma:mode="ink">
              <msink:context xmlns:msink="http://schemas.microsoft.com/ink/2010/main" type="line" rotatedBoundingBox="2469,5884 6604,5871 6606,6657 2472,6670"/>
            </emma:interpretation>
          </emma:emma>
        </inkml:annotationXML>
        <inkml:traceGroup>
          <inkml:annotationXML>
            <emma:emma xmlns:emma="http://www.w3.org/2003/04/emma" version="1.0">
              <emma:interpretation id="{699C69C6-084C-4DC7-90B6-4D78A51B99AE}" emma:medium="tactile" emma:mode="ink">
                <msink:context xmlns:msink="http://schemas.microsoft.com/ink/2010/main" type="inkWord" rotatedBoundingBox="2469,6609 2707,6431 2724,6454 2486,6632"/>
              </emma:interpretation>
              <emma:one-of disjunction-type="recognition" id="oneOf0">
                <emma:interpretation id="interp0" emma:lang="en-US" emma:confidence="0.5">
                  <emma:literal>.</emma:literal>
                </emma:interpretation>
                <emma:interpretation id="interp1" emma:lang="en-US" emma:confidence="0">
                  <emma:literal>c</emma:literal>
                </emma:interpretation>
                <emma:interpretation id="interp2" emma:lang="en-US" emma:confidence="0">
                  <emma:literal>p</emma:literal>
                </emma:interpretation>
                <emma:interpretation id="interp3" emma:lang="en-US" emma:confidence="0">
                  <emma:literal>a</emma:literal>
                </emma:interpretation>
                <emma:interpretation id="interp4" emma:lang="en-US" emma:confidence="0">
                  <emma:literal>A</emma:literal>
                </emma:interpretation>
              </emma:one-of>
            </emma:emma>
          </inkml:annotationXML>
          <inkml:trace contextRef="#ctx0" brushRef="#br0">-3797 188 653,'0'0'137,"0"0"-94,0 0 54,0 0 109,0 0-24,0 0-65,0 0-36,0 0-9,0 0 0,0 0-24,-24-12-18,24 12-27,0 0 0,0 0 0,0 0 10,0 0 10,0 0 6,0 0 4,0 0-4,0-1-6,0 1-10,0-1-12,0 0 12,5-2-1,1 0-12,1-4 0,5 0-1,0-2-1,3-1 0,0-1 1,2-2 1,0 2 1,0-4 3,1 1-4,1 0 0,-2 1 0,-1-1 2,-2 4-2,-1 1 0,-7 2-3,0 3 0,-2 1-13,-4 3-7,1 0 4,-1 0-4,0 0-3,0 2 26,-4 3 0,0 0 101,1 0-73,-3 1-28,4-3-1,-1 0 1,1-3 0,1 3 0,-2-2 0,0 3-19,-4-1-1,1 2 17,-2 0-10,0 1 10,0 1-17,-1-3 20,1 3 1,-3 1-1,1-2 0,1 3-1,-2-3 1,3-1 16,-2-1-16,4 2 4,1-6 35,2 1 6,2-1-13,0 0 1,1 0-4,0 0-29,0 0-11,0 0 11,0 0 59,2 0-59,1-1-26,1-3-26,2-2-3,3 1 19,-1-4 3,5 3-15,-4-4 35,1 2-3,1 1 3,0-1-4,-3 1 17,-2 3-1,1-2 1,-3 5-2,-3-2 2,0 3 0,-1 0-19,0 0-7,0 0-4,-1 0 27,-3 3 1,-1 0-14,0 1-17,-1 1-22,-3 5-33,1-2-62,0 3 14,2-5-76,-2 4-209</inkml:trace>
        </inkml:traceGroup>
        <inkml:traceGroup>
          <inkml:annotationXML>
            <emma:emma xmlns:emma="http://www.w3.org/2003/04/emma" version="1.0">
              <emma:interpretation id="{1FCEDD29-CEA9-45E0-919B-EE81F6557FDF}" emma:medium="tactile" emma:mode="ink">
                <msink:context xmlns:msink="http://schemas.microsoft.com/ink/2010/main" type="inkWord" rotatedBoundingBox="2932,5969 5236,5858 5267,6493 2963,6604"/>
              </emma:interpretation>
              <emma:one-of disjunction-type="recognition" id="oneOf1">
                <emma:interpretation id="interp5" emma:lang="en-US" emma:confidence="0.5">
                  <emma:literal>words</emma:literal>
                </emma:interpretation>
                <emma:interpretation id="interp6" emma:lang="en-US" emma:confidence="0">
                  <emma:literal>word</emma:literal>
                </emma:interpretation>
                <emma:interpretation id="interp7" emma:lang="en-US" emma:confidence="0">
                  <emma:literal>wolds</emma:literal>
                </emma:interpretation>
                <emma:interpretation id="interp8" emma:lang="en-US" emma:confidence="0">
                  <emma:literal>word's</emma:literal>
                </emma:interpretation>
                <emma:interpretation id="interp9" emma:lang="en-US" emma:confidence="0">
                  <emma:literal>wordy</emma:literal>
                </emma:interpretation>
              </emma:one-of>
            </emma:emma>
          </inkml:annotationXML>
          <inkml:trace contextRef="#ctx0" brushRef="#br0" timeOffset="15874.5388">-3321-281 127,'0'0'153,"0"0"30,0 0-13,0 0 182,0 0-189,0 0-40,0 0 73,0 0 51,0 0-78,0 0-33,-10-26-35,10 26-20,0 0-17,0 0-15,0 0-43,-1 0-6,1 0-51,0 0-69,0 5 0,-2 7 119,2 3 1,-2 5 71,1 5-48,-1 2-23,1 2 29,1 0-29,0 0 0,0-3 60,0 0-60,0-3-12,5-2 10,-1-6-14,1 0 15,0-6 1,0-2 34,-1-2-31,-2-2-3,1-3-201,-1 0 155,-2 0 46,4 0 20,-2 0-20,3-8-68,1 0 58,0-6 7,1 1-7,2-1-22,0 0 30,0 1-37,0-1 7,-1 1 9,-1 4 9,-1-1 12,-1 4 1,-1-1-32,-2 3 11,1 1-1,0 2-3,-3-1-13,2 2-23,1 0-39,2 4 17,-2 4 64,3-1 20,1 4 0,0 1 1,1 1-1,1 1 2,1-4 15,0 4-15,1-4 24,2 1-3,1-3-7,0-3 42,0-3-35,2 1 32,-2-3-22,0 0 39,2-3-7,-2-3 26,-1-3-10,1-2-26,-1 1-16,-2-1-10,-1-1-6,-1-1-23,-1-1 2,-3 1-2,0 1 0,-4 0 1,0 1-2,-1-1 1,0-1-17,-4 2 17,-1-1 0,-1 1 2,-1-1 11,-2 2-13,-1 0 0,1 0-3,-1 2 3,1 1-36,4 1-32,1 3 68,2 1-33,-1 2 1,3-1-14,0 1 11,0 0-128,4 0-9,3 0 129,5 0 43,1 1 26,5-1-3,2 0 26,2 0-10,0 0-3,2-4-23,0-2 6,0 1 4,-1-1-22,-2 1-1,-2 1-3,0-2 3,-3 1 26,-2 0-10,-1 0-15,-3 0 22,-3 2-7,-3 2-3,-2-2 3,0 3 4,-2 0 6,0 0 0,0 0 10,0 0 9,0 0 20,0 0 13,-2 2-78,-2 0-42,-1 2-7,1 3-13,-3 0 30,2 4-14,0 3 20,2 1 4,3 1-34,0 1 54,0 1 2,1 2-1,6-4-40,1 3 41,2-3 20,2-1 6,-1-1-26,4-4 1,-1-1 30,0-4-2,1-2-6,-3 0 29,0-3-10,-1 0 20,-1-1 9,-1-6 17,-2 0-17,1-4-22,-2-1-17,-1 0 23,-1-3-13,-2 0 7,0 0-24,-2 0-25,0 0 0,-2-2 0,-1 0 0,-5 2-13,2-1-6,-3 2 18,0 0 1,-2 1-26,1 1-19,0 1 9,1 1-15,3 4-27,1 0-107,2 5-221,3 1-216</inkml:trace>
          <inkml:trace contextRef="#ctx0" brushRef="#br0" timeOffset="17188.2711">-2239-41 1812,'0'0'260,"0"0"-179,0 0 126,0 0 10,0 0-49,0 0-33,0 0-32,-29-53-103,36 35-28,2-1 2,2-1-25,0 0 51,2-1 12,-2 0-2,0 0-10,-2 0 0,-1 1 1,-1 1 12,-2 2-13,-1-3-2,-2 4-1,-2 0-36,0 0 0,0 3-25,0 2 48,0 3-3,-2 4-7,-1 1-6,0 3 19,-2 0-7,-3 2-28,-1 6-81,-4 4 6,1 6 29,-1 4 33,0 2-11,2 1 43,5-2-36,3 0 13,3-4-16,0 0 10,4-3 15,7-4 1,1-2-3,3-1 25,1-4-19,5 0-78,1-5-46,0 1 95,2 0 39,-1-1 9,1 2 1,0-2 17,-5 1 0,0 0 1,-2 3-14,-4-1 14,-1 3-1,-5-1 2,-1 1 0,0 2 29,-2 0-6,-1 5-4,0-2 7,0 0 0,2 3 10,0-3-32,-1 0-4,4 0 19,0-3 17,3 2-7,2-5-28,1-1 19,4-2 116,2-2-35,2 0-10,3-6-19,0-1-1,1-3-68,0-2 17,-3 0 22,1-2-41,-1 2 0,-2-3 19,0 1 28,-4-1-9,-1 0-19,-2 0-4,-4 3 58,-1-1-25,-1 0-10,-3 2-4,-2-1 56,-1-1-49,-1 3-3,-1-1 16,0 0 29,-5 1-17,-2 1-41,-1-1-10,-2 2-15,-1 1-1,-2 2-29,-2-1-10,-1 3 27,-1 3-30,-1 0 6,-1 2 1,-3 5-17,2 4 20,0 2-17,1 2 20,2 2 10,1 2-7,4 1-26,3 1 33,3 3-40,4 0 11,2-1 12,2 0-3,8-1 23,2-4 13,2-2 3,5-3 0,0-1 28,4-8-27,0 1 31,3-5 33,-1 0-10,1-5-16,-1-5-7,0 1-6,-1-5 3,-1-1-6,-3-3-7,-1-1-12,-1-1 44,-5 0-35,-2 0 0,-3-2 13,-3 0 19,1 0-29,-6-1-16,2 0 3,-2-1 26,0-1 0,-2 0-13,-3-1-16,1 2 29,0-3-25,-2 3-1,0 0 10,1 3-7,0 1 7,-1 3-11,3 4 14,-2 4-14,5 4 26,-2 2-28,2 3-87,0 0-100,0 5-101,0 7 152,2 4 134,0 6 2,1 3 36,0 7-36,0 1 19,0 3-35,1 1 19,2-1-3,0-2 4,5-2-4,0-5 0,3-3 9,2-3 11,0-4-17,3-2 39,0-5-41,2-1 38,0-3-13,2-4 32,-1-2-13,3 0-2,1-6 37,-4-2-64,-3-1-15,-2-1 19,-2 1-1,-4-2-3,-1 0 4,-1-1-1,-2 1 7,0 0 3,-4-1 0,-1 1 0,-1 1-9,-1 0-18,0 0 9,0 0 7,0 1-18,-3-1-22,-3 2 9,0-1-3,-1 3 3,1-2-19,0 4-20,0 1-6,0 1-3,0 2-7,-1 0-42,1 7-71,-2 3 15,3 3 53,-1 5 28,5-1 20,1 4 26,0-3 7,7 3 6,2-3 13,2 2 13,1-5 1,-2 1 2,-1-1-1,-2 0 1,-3-1 27,-2 0-28,-2 2 21,0-1-21,-6 1 11,-7 3 5,-3 0-18,-4-1-169,2-3-280,-13 7-154</inkml:trace>
        </inkml:traceGroup>
        <inkml:traceGroup>
          <inkml:annotationXML>
            <emma:emma xmlns:emma="http://www.w3.org/2003/04/emma" version="1.0">
              <emma:interpretation id="{2D88B374-DD9A-4927-9110-9CCD20EAFDA7}" emma:medium="tactile" emma:mode="ink">
                <msink:context xmlns:msink="http://schemas.microsoft.com/ink/2010/main" type="inkWord" rotatedBoundingBox="6292,6437 6605,6436 6606,6657 6293,6658"/>
              </emma:interpretation>
              <emma:one-of disjunction-type="recognition" id="oneOf2">
                <emma:interpretation id="interp10" emma:lang="en-US" emma:confidence="0.5">
                  <emma:literal>s</emma:literal>
                </emma:interpretation>
                <emma:interpretation id="interp11" emma:lang="en-US" emma:confidence="0">
                  <emma:literal>.</emma:literal>
                </emma:interpretation>
                <emma:interpretation id="interp12" emma:lang="en-US" emma:confidence="0">
                  <emma:literal>p</emma:literal>
                </emma:interpretation>
                <emma:interpretation id="interp13" emma:lang="en-US" emma:confidence="0">
                  <emma:literal>S</emma:literal>
                </emma:interpretation>
                <emma:interpretation id="interp14" emma:lang="en-US" emma:confidence="0">
                  <emma:literal>A</emma:literal>
                </emma:interpretation>
              </emma:one-of>
            </emma:emma>
          </inkml:annotationXML>
          <inkml:trace contextRef="#ctx0" brushRef="#br0" timeOffset="1525.0375">13 221 749,'0'0'88,"0"0"231,0 0-237,0 0-4,0 0 0,0 0-7,0 0 14,0 0 3,0 0-7,0 0-29,0 0-23,-13 0-26,13-1-3,0 1-3,0-1 0,0 1-10,0-1-3,2-2 16,4 0 18,4-3 38,2-1 2,4-4-16,3-2 17,3-1 12,2-2-13,0 1-22,0-1 0,-1 1-10,1 0-23,-2 0 16,-3 2-18,0 2 0,-6 5 2,0-4-3,-3 6-1,-5 0 1,-1 2-2,-3 1-1,-1 1 1,0 0-1,0 0-10,0 0 0,0 0 11,0 0-11,0 0-3,-1 1-4,-4 5 20,-4-2 2,-1 3 15,-3 1-16,-1 2 12,1-5 3,0 3-3,-2-1 0,0 0 6,0 0-3,1-2-14,0 1 0,3-2 1,1-2 19,2 1-20,3-1 14,2-1 10,1-1 3,2 0-3,0 0-13,0 0-12,0 0-1,0 0-17,0 0-12,0 0 7,2 0 2,1-1-2,5-3 22,0-1 14,4-3-1,1 0-13,4-1 0,-2-1 0,2-1 17,-1 1-17,-1 1-3,0-1-14,-1 3 4,-3-1-9,-1 3-11,-2 3 4,-3-1-13,-4 2-36,0 1-45,-1 0-39,0 6-66,0-1-110,-9 9-148</inkml:trace>
        </inkml:traceGroup>
      </inkml:traceGroup>
    </inkml:traceGroup>
    <inkml:traceGroup>
      <inkml:annotationXML>
        <emma:emma xmlns:emma="http://www.w3.org/2003/04/emma" version="1.0">
          <emma:interpretation id="{93A0FF2B-EE29-4B9B-94AD-CBC48E57874B}" emma:medium="tactile" emma:mode="ink">
            <msink:context xmlns:msink="http://schemas.microsoft.com/ink/2010/main" type="paragraph" rotatedBoundingBox="6098,7551 16596,7441 16610,8744 6112,8854" alignmentLevel="2"/>
          </emma:interpretation>
        </emma:emma>
      </inkml:annotationXML>
      <inkml:traceGroup>
        <inkml:annotationXML>
          <emma:emma xmlns:emma="http://www.w3.org/2003/04/emma" version="1.0">
            <emma:interpretation id="{3A2136D6-3639-44E7-B198-CF3413F0806E}" emma:medium="tactile" emma:mode="ink">
              <msink:context xmlns:msink="http://schemas.microsoft.com/ink/2010/main" type="inkBullet" rotatedBoundingBox="6099,7612 6713,7605 6717,7978 6103,7985"/>
            </emma:interpretation>
            <emma:one-of disjunction-type="recognition" id="oneOf3">
              <emma:interpretation id="interp15" emma:lang="en-US" emma:confidence="0">
                <emma:literal>↳</emma:literal>
              </emma:interpretation>
            </emma:one-of>
          </emma:emma>
        </inkml:annotationXML>
        <inkml:trace contextRef="#ctx0" brushRef="#br0" timeOffset="5211.3234">-161 1185 1144,'0'0'1165,"0"0"-1094,0 0-55,0 0-6,0 0 22,0 0 16,0 0 1,0 0-22,0 0-27,0 0-55,-13-10-26,13 10-16,0 0-45,0 1-14,0 8 127,3 0 29,-3 4 74,1 6 4,-1 0 6,0 1-29,0 6-35,-1-1 28,-3 1-25,1 0-20,-2-1 4,3 0-7,-1-1 0,2-4 0,0-2-23,1-3 23,0-3-26,1-2-13,3-2-3,3-1 16,1-2 26,2-1 33,5 0-11,4-2 24,5-2-20,6 0 13,4-2-7,6-4-9,4-1-22,3-1-1,3-1-17,0 1-12,0 1-26,-1 2-35,0 1-56,-1 1-146,-13 3-326</inkml:trace>
      </inkml:traceGroup>
      <inkml:traceGroup>
        <inkml:annotationXML>
          <emma:emma xmlns:emma="http://www.w3.org/2003/04/emma" version="1.0">
            <emma:interpretation id="{2C7455FB-F452-4309-AD8F-F6A426B6CCF4}" emma:medium="tactile" emma:mode="ink">
              <msink:context xmlns:msink="http://schemas.microsoft.com/ink/2010/main" type="line" rotatedBoundingBox="6913,7542 16596,7441 16610,8744 6927,8846"/>
            </emma:interpretation>
          </emma:emma>
        </inkml:annotationXML>
        <inkml:traceGroup>
          <inkml:annotationXML>
            <emma:emma xmlns:emma="http://www.w3.org/2003/04/emma" version="1.0">
              <emma:interpretation id="{BF272DBE-96EC-4C6F-BBF1-04ECC015ECF8}" emma:medium="tactile" emma:mode="ink">
                <msink:context xmlns:msink="http://schemas.microsoft.com/ink/2010/main" type="inkWord" rotatedBoundingBox="6913,7769 8007,7743 8018,8193 6924,8220"/>
              </emma:interpretation>
              <emma:one-of disjunction-type="recognition" id="oneOf4">
                <emma:interpretation id="interp16" emma:lang="en-US" emma:confidence="0.5">
                  <emma:literal>No.</emma:literal>
                </emma:interpretation>
                <emma:interpretation id="interp17" emma:lang="en-US" emma:confidence="0">
                  <emma:literal>NO.</emma:literal>
                </emma:interpretation>
                <emma:interpretation id="interp18" emma:lang="en-US" emma:confidence="0">
                  <emma:literal>No</emma:literal>
                </emma:interpretation>
                <emma:interpretation id="interp19" emma:lang="en-US" emma:confidence="0">
                  <emma:literal>Non.</emma:literal>
                </emma:interpretation>
                <emma:interpretation id="interp20" emma:lang="en-US" emma:confidence="0">
                  <emma:literal>no.</emma:literal>
                </emma:interpretation>
              </emma:one-of>
            </emma:emma>
          </inkml:annotationXML>
          <inkml:trace contextRef="#ctx0" brushRef="#br0" timeOffset="5965.8795">682 1395 359,'0'0'1925,"0"0"-1741,0 0-119,0 0-28,0 0-37,0 0-3,0 0-13,0 0-3,0 0-17,0 0-38,0 0-52,-8-7 58,8 10 68,3 2 6,-1 2 30,-2 3 19,0 2-10,0 3 26,0 2-9,0 3-40,0 5-2,0 0-19,-5 3 11,0 0-12,1 1-20,-1 1 20,0-4 13,-1-1-10,3-4-2,0-4-1,1-2-1,0-3-12,2-3 13,-1-1 0,1-3 0,0-3 0,0-2 0,-2 1 39,2-1 32,0 0-6,0-1 5,-2-6-34,2-3-36,0-3-39,0-2 1,0-6 18,0 3 19,-1-2 1,1-1 0,-3-3 16,3 0 10,-2-3-13,1-1-10,-1 0 20,2-1 18,0 2-28,0 3 10,2 3 3,1 2-4,1 4-22,1 4-15,-1 0 15,0 7 0,1-1-30,-2 3-38,3 2-12,0 0-17,1 2 10,1 4 36,1 4 9,2 3 38,2 3-41,0 4 34,1 0 11,-1 1 10,2 1-10,0 1-19,1-1 8,-2 1 9,2-2 2,-2-2-13,0-3 12,-1-3-2,0-2-17,-2-5 20,0 3 1,0-5 44,-2-2-3,-1 1-19,1-2 38,-3-1 17,0 0-1,0-4 7,1-1 38,0-3 23,0-3-1,0 0-26,1-3-38,0-2-17,-2-2-15,1-2-16,-1-1-10,2-1-7,-1-1-15,-3 0-22,1 0 21,0-2 1,-2 4-4,0 0-40,-2 4 3,1 4-10,0 3-54,-1 2-46,1 5-67,3 1-168,-2 2-317,3 0 130,2 8-216</inkml:trace>
          <inkml:trace contextRef="#ctx0" brushRef="#br0" timeOffset="6297.2469">1272 1421 88,'0'0'1077,"0"0"-465,0 0-469,0 0-4,0 0 59,0 0-17,-69 51-36,59-41-29,4 3-25,2-1-50,0 3-8,2 0 2,2 0-9,0 1-23,0-1-2,6 0 25,1-1-7,2-2 3,1-3 7,2 0 19,0 0 0,1-4-3,2-1 22,-1-1 19,1-3-9,0 0-14,0 0 14,0-6-5,0 0-8,0-4-11,-2-3-5,3 0-11,-4-4-5,-1 1-20,-4-3 17,1 1-14,-3-1-15,-4 1-13,-1 1-6,0 1 19,-5-1-44,-4 1-51,-2 0-37,-2 3-126,1 2-45,-1 4-73,1 2-106,3 4-291,-1 1-629</inkml:trace>
          <inkml:trace contextRef="#ctx0" brushRef="#br0" timeOffset="6512.2423">1708 1597 2032,'0'0'1426,"0"0"-1372,0 0 70,0 0 103,0 0-28,0 0-78,0 0 1,0 0-20,0 0-102,0 0-59,0 0-103,-19-2-73,26-2 37,2-1-97,-1 1-293,0-2-731</inkml:trace>
        </inkml:traceGroup>
        <inkml:traceGroup>
          <inkml:annotationXML>
            <emma:emma xmlns:emma="http://www.w3.org/2003/04/emma" version="1.0">
              <emma:interpretation id="{5E97E8B9-A664-473D-9B36-425982213002}" emma:medium="tactile" emma:mode="ink">
                <msink:context xmlns:msink="http://schemas.microsoft.com/ink/2010/main" type="inkWord" rotatedBoundingBox="8996,7751 9401,8669 8842,8915 8438,7998"/>
              </emma:interpretation>
              <emma:one-of disjunction-type="recognition" id="oneOf5">
                <emma:interpretation id="interp21" emma:lang="en-US" emma:confidence="0.5">
                  <emma:literal>of</emma:literal>
                </emma:interpretation>
                <emma:interpretation id="interp22" emma:lang="en-US" emma:confidence="0">
                  <emma:literal>off</emma:literal>
                </emma:interpretation>
                <emma:interpretation id="interp23" emma:lang="en-US" emma:confidence="0">
                  <emma:literal>Of</emma:literal>
                </emma:interpretation>
                <emma:interpretation id="interp24" emma:lang="en-US" emma:confidence="0">
                  <emma:literal>If</emma:literal>
                </emma:interpretation>
                <emma:interpretation id="interp25" emma:lang="en-US" emma:confidence="0">
                  <emma:literal>if</emma:literal>
                </emma:interpretation>
              </emma:one-of>
            </emma:emma>
          </inkml:annotationXML>
          <inkml:trace contextRef="#ctx0" brushRef="#br0" timeOffset="7571.5319">2457 1446 1087,'0'0'1356,"0"0"-1330,0 0-10,0 0 88,0 0-7,-78 12-52,65-5 19,-2 1-3,1 0 7,1 1-17,0 1-25,0 1-26,2 3-3,-1 2-29,2 0 13,-1 5 3,0 1 4,3 2 12,-1 0 2,6 0 8,1 2-10,2-4-19,3-2 17,8-2-24,3-3 26,4-2 35,3-4 33,2-3-4,4-4 0,3-2 3,0-1-9,2-8-7,-2-2-19,0-4-17,-5 0 11,-1 0-4,-5-5-3,-1 3 0,-4-2-3,-4-1 13,-3 1-10,-2-1 6,-4 1 1,-1-1 15,-1 3-29,-7-2 17,-2 1-13,-3 0-15,1 0 24,-2 2-24,1 0 24,2 3-24,1 2 1,3 5 13,4 1-15,1 4 0,2-2-72,0 3-64,6-1-39,6 1 47,5 0 58,3 0 28,4 1-3,3 3 16,2 3 13,2 3-16,-3 0 6,1 3 7,-4 5-23,-2 3 39,-5 3-35,-5 8 18,-4 4 20,-7 7 0,-2 6 20,-8 8 34,-6 3-22,-3 6-6,-4 1 6,0-2 13,2-2 6,0-4 23,3-8 15,4-9 1,2-5-36,6-7-32,1-7-22,3-1-1,0-6-31,5-2-3,4-4 35,2-4 0,2 0 45,3-2-10,2-4-1,0 0-33,1-4 10,1-6 21,2-4-6,-3-2-4,0-4-20,-3-1 0,-1-2 30,-3 2-1,-4-3-18,-2 2 0,-4-1 9,-2 0-22,-2 1-16,-5-1-47,-6 0 18,-3 1-9,-3-2 7,-2 2-11,-3-1 36,-4 2 22,1 1 1,4 0 50,2 2-3,3 3 19,6 3-45,4-1-10,4 2-12,4-3-35,4 1-55,9-4-8,6-1-4,6-2 9,8 1-54,2 0-159,-5 5-195,16-4-233</inkml:trace>
        </inkml:traceGroup>
        <inkml:traceGroup>
          <inkml:annotationXML>
            <emma:emma xmlns:emma="http://www.w3.org/2003/04/emma" version="1.0">
              <emma:interpretation id="{CDED210C-56DB-4667-A837-53B89A604139}" emma:medium="tactile" emma:mode="ink">
                <msink:context xmlns:msink="http://schemas.microsoft.com/ink/2010/main" type="inkWord" rotatedBoundingBox="10056,7565 11648,7549 11657,8411 10065,8427"/>
              </emma:interpretation>
              <emma:one-of disjunction-type="recognition" id="oneOf6">
                <emma:interpretation id="interp26" emma:lang="en-US" emma:confidence="0.5">
                  <emma:literal>bits</emma:literal>
                </emma:interpretation>
                <emma:interpretation id="interp27" emma:lang="en-US" emma:confidence="0">
                  <emma:literal>bit's</emma:literal>
                </emma:interpretation>
                <emma:interpretation id="interp28" emma:lang="en-US" emma:confidence="0">
                  <emma:literal>bity</emma:literal>
                </emma:interpretation>
                <emma:interpretation id="interp29" emma:lang="en-US" emma:confidence="0">
                  <emma:literal>bitsy</emma:literal>
                </emma:interpretation>
                <emma:interpretation id="interp30" emma:lang="en-US" emma:confidence="0">
                  <emma:literal>bills</emma:literal>
                </emma:interpretation>
              </emma:one-of>
            </emma:emma>
          </inkml:annotationXML>
          <inkml:trace contextRef="#ctx0" brushRef="#br0" timeOffset="8278.1352">3814 1193 1243,'0'0'1446,"0"0"-1260,0 0-153,0 0 82,0 0-16,0 0-99,0 0-73,0 0-4,0 0-26,0 0-55,0 0 158,-5 27 55,10 3 19,1 11-42,-3 1-9,2 5 15,-2-1-38,0 4 13,-1-3-12,-1-2-1,-1-2 0,0-6 10,0-9-10,0-4-16,0-8 16,0-4 3,-1-6-1,-1-3 30,2-2 42,0-1 25,0 0 0,0 0 25,-3-3 16,2-4-79,-2-5-61,-1-3-73,3-4 15,-1-6 4,2 2 51,0-1-22,0-3 22,0 1-17,8 1-8,1 2-1,4 2 4,0 5 2,1 4-25,2 3-19,0 6-48,-1 3-20,3 0 22,1 9 36,0 4 22,3 2 55,-1 3 7,-1 4-6,-2 1 25,-3 1 9,-5 1-19,-2 0 29,-5 1-13,-3-2 7,-2 1-7,-8-5-32,-2 3-15,-4-5-1,-5 0 15,-2-3 1,-2 0 0,-2-1-2,-1-3-21,0-6-38,0 0-16,4-5-13,1 0-85,2-2-68,5-5-146,5 1-83,0-14-248</inkml:trace>
          <inkml:trace contextRef="#ctx0" brushRef="#br0" timeOffset="9187.3325">4255 1715 935,'0'0'1550,"0"0"-1550,0 0-35,0 0-85,0 0 36,0 0 84,0 0 62,0 0 115,0 0 27,65 22-21,-37-30-77,4-1-35,-1-3-14,-2-5-15,0 1-40,-3-2 0,-3 2 14,-3-1 4,-4 0-20,-2 2-3,-3 0 1,-1 0 2,-4 1-1,-3 3 0,-1 1 1,-2 1 0,0-1-43,0 1-30,-4 1-14,-2 2 17,0 1-14,0 2 0,1 2-6,0 1-20,0 0-19,-2 5-4,0 2 14,1 5 47,0 3 20,-1 2 10,3 3 42,1 0-13,2 3 13,1-2-2,0 1-11,6-1-10,3 1 23,1-1 26,2-3 49,5-1-23,-1-2-4,3-6 1,3-2 32,-1-2 19,3-5-41,-1 0 2,3-2 7,0-8 9,1-3-35,-1-4-6,2-3 12,-1-4-16,-3-2-16,-1-2-16,-2-1 39,-3-1 3,-3 0-40,-1-3 23,-1 1 11,-3-1-7,-1-3-26,-3 1-1,-4-1 17,-1-1-19,-1 2-3,-1 3 0,-4 1-1,0 2 4,-1 9 33,0 2-32,2 8 21,0 3 10,2 3 14,-1 4-46,0 0-29,0 4-12,-1 3-40,-3 8 1,0 3 42,-1 5 37,2 5-2,1 2 0,0 5-19,3 0 22,0 1 0,2 4 2,0-1 7,0 2 17,0-1 26,6 0-33,0-5-8,2-4-9,2-2 5,3-8-4,-1-2 7,3-4-8,0-4-2,0-3 23,0-2 2,0-5 27,2-1 5,-1 0 7,1-7-6,1-1-11,-1-4-34,2-2-11,-3-3 14,0-2-3,1 0 3,-4-1-15,-2-2-1,1 3 16,-1 0-16,-3 2 0,-2 4-22,1 2-10,-2 4-13,-1 2-16,-1 4-25,-1 1-36,1 0 1,1 7 69,0 4 49,3 3 3,-1 3 16,0 4 19,2 1-22,-3 3 10,3 2-11,-3 1 1,-1 0 23,2 4-34,-4-1 0,-2 0-1,0-2 0,0-3 15,0-1 3,-5-3-6,1-1-10,-3-3-2,2-3-1,-4-1-20,1-5-86,-1-3-29,-2-3-65,-1-3-117,2 0-228,-8-6-161</inkml:trace>
          <inkml:trace contextRef="#ctx0" brushRef="#br0" timeOffset="9582.6645">4649 1292 1387,'0'0'1524,"0"0"-1518,0 0-3,0 0-6,0 0-100,0 0-103,0 0-62,0 0 90,0 0 58,0 0-101,39 5-433</inkml:trace>
          <inkml:trace contextRef="#ctx0" brushRef="#br0" timeOffset="9393.3097">5052 1373 1463,'0'0'1064,"0"0"-1060,0 0-4,0 0-33,0 0 33,0 0 13,74-52 7,-54 44-20,3 1-28,1 2-27,1 2-13,0 1 10,-4 2-95,-5 0-376,1-2-259</inkml:trace>
        </inkml:traceGroup>
        <inkml:traceGroup>
          <inkml:annotationXML>
            <emma:emma xmlns:emma="http://www.w3.org/2003/04/emma" version="1.0">
              <emma:interpretation id="{1FFA0A69-57D9-4B80-BE6A-B91340651233}" emma:medium="tactile" emma:mode="ink">
                <msink:context xmlns:msink="http://schemas.microsoft.com/ink/2010/main" type="inkWord" rotatedBoundingBox="12498,7636 13362,7654 13351,8203 12487,8185"/>
              </emma:interpretation>
              <emma:one-of disjunction-type="recognition" id="oneOf7">
                <emma:interpretation id="interp31" emma:lang="en-US" emma:confidence="0.5">
                  <emma:literal>in</emma:literal>
                </emma:interpretation>
                <emma:interpretation id="interp32" emma:lang="en-US" emma:confidence="0">
                  <emma:literal>ins</emma:literal>
                </emma:interpretation>
                <emma:interpretation id="interp33" emma:lang="en-US" emma:confidence="0">
                  <emma:literal>ion</emma:literal>
                </emma:interpretation>
                <emma:interpretation id="interp34" emma:lang="en-US" emma:confidence="0">
                  <emma:literal>inn</emma:literal>
                </emma:interpretation>
                <emma:interpretation id="interp35" emma:lang="en-US" emma:confidence="0">
                  <emma:literal>ink</emma:literal>
                </emma:interpretation>
              </emma:one-of>
            </emma:emma>
          </inkml:annotationXML>
          <inkml:trace contextRef="#ctx0" brushRef="#br0" timeOffset="10615.1885">6196 1685 1732,'0'0'1125,"0"0"-1064,0 0-48,0 0 26,0 0 25,0 0-19,0 0 15,0 0 43,0 0-4,0 0-52,0 0-34,6-22-13,1 14-22,6-5 3,-1-2 0,2 0-7,2 0 23,-2-2 3,2-1 2,-2-2-2,0 1 0,-3-1 0,0 1-1,-4 1 0,-1 2-2,-3 2 3,0 3 0,-2-1 1,-1 3-1,0 1 2,0 3-2,-2 2-12,-1 2-29,-1 1-55,0 0 0,-3 4 0,-2 5-20,0 4 26,-2 6 42,-1 4 19,3 3 27,-2 3-2,5 1 1,0 0-26,3-2 28,2 1 1,1-1 3,1-3 23,6-4-10,1-6-13,1 0 33,2-5-11,1-5 33,3-1 39,1-2 25,5-2-17,-1-6-12,4-3 6,0-3-23,1-5-31,0-1-10,0-2 0,1-2-13,-1-3-21,-3 0 0,2 3 12,-3-2-1,-1 4-12,-2 2-3,-3 3 0,-2 3-22,-5 5-32,-2 2-23,-1 3 1,-2 2-46,0 0-32,2 8 96,1 3 61,-1 4 23,2 4-7,-1 3 16,-3 1 3,0 1 0,0-1-35,-2-4-1,1 0 1,-2-4 11,0-4-10,2-3-1,-1-2 2,-1-3 0,0-2-1,0 0 28,1-1 45,0 0 18,2-2 4,-1-4-23,4-5-29,0-1-13,1-4-31,4-1 0,-1-2 3,1-3-3,1 0 0,1-1-25,1-1 22,1 0 2,2 2-33,-1 3-1,0 4 9,-2 3-2,-2 5-52,-1 5-32,-3 2 1,2 4 24,-1 6 39,2 3 48,0 6 36,-1 2 3,-1 3-38,-1 0 1,0 0 15,-2 0 11,-2-1-28,-1-2-1,-1-2 1,-2-1 0,0-3-58,0-3-128,-7-1-78,2-6-277,-11-4-430</inkml:trace>
          <inkml:trace contextRef="#ctx0" brushRef="#br0" timeOffset="10799.9615">6466 1205 2730,'0'0'500,"0"0"-484,0 0-16,0 0-118,0 0-55,0 0-30,0 0 106,0 0 52,0 0-97,70 11-561,-52-5-495</inkml:trace>
        </inkml:traceGroup>
        <inkml:traceGroup>
          <inkml:annotationXML>
            <emma:emma xmlns:emma="http://www.w3.org/2003/04/emma" version="1.0">
              <emma:interpretation id="{8D53543F-6C0A-4AD5-B86C-1683FC00F673}" emma:medium="tactile" emma:mode="ink">
                <msink:context xmlns:msink="http://schemas.microsoft.com/ink/2010/main" type="inkWord" rotatedBoundingBox="14262,7546 16591,7440 16629,8276 14300,8382"/>
              </emma:interpretation>
              <emma:one-of disjunction-type="recognition" id="oneOf8">
                <emma:interpretation id="interp36" emma:lang="en-US" emma:confidence="0.5">
                  <emma:literal>word</emma:literal>
                </emma:interpretation>
                <emma:interpretation id="interp37" emma:lang="en-US" emma:confidence="0">
                  <emma:literal>wold</emma:literal>
                </emma:interpretation>
                <emma:interpretation id="interp38" emma:lang="en-US" emma:confidence="0">
                  <emma:literal>world</emma:literal>
                </emma:interpretation>
                <emma:interpretation id="interp39" emma:lang="en-US" emma:confidence="0">
                  <emma:literal>would</emma:literal>
                </emma:interpretation>
                <emma:interpretation id="interp40" emma:lang="en-US" emma:confidence="0">
                  <emma:literal>Word</emma:literal>
                </emma:interpretation>
              </emma:one-of>
            </emma:emma>
          </inkml:annotationXML>
          <inkml:trace contextRef="#ctx0" brushRef="#br0" timeOffset="12210.9911">8053 1311 1053,'0'0'1429,"0"0"-1295,0 0-132,0 0 41,0 0 127,0 0-19,0 0-74,0 0-25,0 0 18,0 0 0,-33-34-47,33 34-23,0 0-48,0 0-55,0 5-54,0 5 21,-1 9 136,-2 6 97,2 5-11,-3 7-12,2 2-29,0 0-19,-3 0-1,5-2-25,-2-1 1,-1-2 28,3-1-29,0-2-17,0-5 16,3-1 1,1-7-13,1-3-16,0-3 27,1-5-1,0 0-10,0-5 13,1 1 25,0-3 13,0 0-25,3-1 19,0-6 25,3 0 1,1-2-44,0-5-13,3 2 2,1-3-3,-1 1-17,-1-1-12,0 0 16,-3 0 0,1 1-25,-1 1-3,-3 0 9,0 2 12,-2 2-21,-2-1 18,-2 1 23,-1-1 19,-1-1-18,-1 0-1,-1-1-1,0-2-15,0-1-13,0-1 15,-3 1 14,1 0 16,-1 1-15,2 4 0,0 0 0,1 3-1,0 4 0,0 1-45,0 1-16,0 1-35,0 0-58,4 5-17,3 2 171,1 5 79,0 3 24,4 3-25,-1 3-14,1 1-25,0 2-39,0-2 0,0 1 26,-2-2-25,1-2-1,0-2-25,1-2 25,-2 0-1,1-6 0,-1-3 1,-1-1 0,0-3 28,0-2 5,-1 0 11,1-2 17,1-4 13,1-4-29,0-2-29,2-3 6,-1-2 0,-1 1-22,2-2-16,-3-1 13,0 1 1,-1-1-30,-2 0-32,-2 1-19,-2-1 16,-3 2-1,0 0-18,-5 1 5,-2 1 20,-2-1 26,-4 5 18,0-1 17,-3 2-25,2 1-8,-1 3 33,3 1 33,1 3 44,1 0-9,3 2-27,2 0-25,3 0-5,0 0-11,2 0-32,0 0-45,0 0-36,3 0-13,7 2 126,4 0 16,4 1 26,4-1 0,3 1-6,3-3-14,2 0 7,2 0 10,1 0-10,2-4 9,-2 0 8,1-1-5,-2-2-9,-4 2-6,-2 0-10,-6 0-15,-3 1-1,-5 1 0,-5 2 0,-1 1-1,-5-2-2,0 2 0,-1 0-10,0 0-6,0 0-17,-1 5 17,-4 1 19,-2 5 25,-1 3-25,-1 3-13,0 1 12,0 3-2,2-1-14,0 2 17,1 1 0,3 1-1,0-2 0,3 1 0,0-2 0,3 0 1,4-2 12,3-1-11,1-2 11,5-2-9,-2-3-1,5 0 21,0-6 34,2-1-18,-2-4 22,4 0-3,-2-1 18,0-7 17,1-2 2,-4-1-2,1-4 5,-3-2-9,-2-1-39,-1-3-12,-3 0-3,-2-2-13,-3 1-19,-4-2 6,-1 1-9,-4 1-18,-8-2-39,-2-1-13,-5 0-31,-3 1-61,0 3-36,-2 5-13,1 3 2,3 6-10,2 7-130,5 0-118,3 5-12,4 10-101</inkml:trace>
          <inkml:trace contextRef="#ctx0" brushRef="#br0" timeOffset="13173.5033">9344 1652 988,'0'0'1241,"0"0"-1060,0 0-39,0 0 61,0 0 25,0 0-23,0 0-32,0 0 5,0 0-11,0 0-6,0 0-23,7-4-50,-2-6-87,4-4 1,-1-3 7,3-1-9,-2-4 0,1 0 0,0-1 3,1-3-3,-2 0 0,-1-2 15,0-1-12,0 2-3,-4-1 0,2 3 13,-5 4-13,-1 5-18,0 3 16,0 6 1,0 2 0,-1 2-39,-4 2-24,3 1 2,-3 0-32,-1 3-29,0 3-4,-1 3 35,0 4 35,0 4 3,0 0 19,2 4 13,2-2-4,2 0-28,1 0 0,0-4-4,6 0 10,1-2-22,4 1 3,2-1 18,1-1-2,2-1 0,1 1 15,1-1 36,-1 0 0,2 0 0,-1 2-19,-1 0 16,-1 0 0,-4 3-22,0-1 25,-3-2 1,2 1 15,-3-2-14,1 1 14,-1-2 3,0-2 7,3 0-13,0-1-10,0-3 29,2-1 13,2 2-25,3-5-1,2 2 19,1-3-9,3 0-29,1 0-2,2-6 2,-1 0 15,1-1-15,-1-3-2,1 0 2,-1-2 29,-1-2-7,-1 1-2,-2-2 18,-1 0 10,-3 1-7,-5 2-28,-2 1 16,-4 1 6,-3 2-9,-2 0-1,-2 1-6,0-1-2,-2 1-17,-4 1-13,-4 2 1,-1 1 12,-3 0 0,-3 3 12,-2 0-11,-2 1 12,0 6-13,-2 1 0,-1 3-16,3 2 13,0 1 1,1 1-1,2 2 0,3-1-17,4 1 5,2-1-11,2 0-3,6-2 1,1-3-4,0-2-7,6 1 7,4-5 32,2 1 22,3-2 22,4-4-15,3 0 0,1-4-1,1-6-28,1-2-20,2-4-8,-1-2-1,-1-5 11,0 0 18,-1-3 13,-2-2 3,-1-2 9,-1-1-22,1-3 23,-2-1-1,-2 0 17,-2-1-1,-3-2-9,-3 1-19,-2-2-13,-4 2-16,-3-3 14,0 2-37,-3 2 11,-4 2 25,-2 9-12,2 5 15,1 8 22,-2 7-22,2 5-16,-2 2-60,1 12 2,-3 6 61,1 9 13,2 4 58,0 6 19,3 6-52,2 0-23,2 8 11,-1-2 0,-1 4-11,0 1 10,-2 0-12,-1-2-9,0 1-36,0-4 1,-1-3-132,0-7-107,1-2-207,-1-4-127,1-13-24</inkml:trace>
        </inkml:traceGroup>
      </inkml:traceGroup>
    </inkml:traceGroup>
  </inkml:traceGroup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</inkml:channelProperties>
      </inkml:inkSource>
      <inkml:timestamp xml:id="ts0" timeString="2024-03-15T14:43:00.798"/>
    </inkml:context>
    <inkml:brush xml:id="br0">
      <inkml:brushProperty name="width" value="0.14" units="cm"/>
      <inkml:brushProperty name="height" value="0.14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EB8BB5F2-FF10-429E-86A5-5294D5B5F9D0}" emma:medium="tactile" emma:mode="ink">
          <msink:context xmlns:msink="http://schemas.microsoft.com/ink/2010/main" type="writingRegion" rotatedBoundingBox="5564,7773 7304,7773 7304,7918 5564,7918"/>
        </emma:interpretation>
      </emma:emma>
    </inkml:annotationXML>
    <inkml:traceGroup>
      <inkml:annotationXML>
        <emma:emma xmlns:emma="http://www.w3.org/2003/04/emma" version="1.0">
          <emma:interpretation id="{4F10EB9F-B40D-4F70-A1BA-67847E343D20}" emma:medium="tactile" emma:mode="ink">
            <msink:context xmlns:msink="http://schemas.microsoft.com/ink/2010/main" type="paragraph" rotatedBoundingBox="5564,7773 7304,7773 7304,7918 5564,7918" alignmentLevel="1"/>
          </emma:interpretation>
        </emma:emma>
      </inkml:annotationXML>
      <inkml:traceGroup>
        <inkml:annotationXML>
          <emma:emma xmlns:emma="http://www.w3.org/2003/04/emma" version="1.0">
            <emma:interpretation id="{1FF69560-9849-4448-9FA7-7E1F8078EF75}" emma:medium="tactile" emma:mode="ink">
              <msink:context xmlns:msink="http://schemas.microsoft.com/ink/2010/main" type="line" rotatedBoundingBox="5564,7773 7304,7773 7304,7918 5564,7918"/>
            </emma:interpretation>
          </emma:emma>
        </inkml:annotationXML>
        <inkml:traceGroup>
          <inkml:annotationXML>
            <emma:emma xmlns:emma="http://www.w3.org/2003/04/emma" version="1.0">
              <emma:interpretation id="{A9D9AC1B-1183-4723-A32E-6B607D3BC5D0}" emma:medium="tactile" emma:mode="ink">
                <msink:context xmlns:msink="http://schemas.microsoft.com/ink/2010/main" type="inkWord" rotatedBoundingBox="5564,7886 5580,7917 5577,7919 5561,7888"/>
              </emma:interpretation>
              <emma:one-of disjunction-type="recognition" id="oneOf0">
                <emma:interpretation id="interp0" emma:lang="en-US" emma:confidence="0.5">
                  <emma:literal>.</emma:literal>
                </emma:interpretation>
                <emma:interpretation id="interp1" emma:lang="en-US" emma:confidence="0">
                  <emma:literal>:</emma:literal>
                </emma:interpretation>
                <emma:interpretation id="interp2" emma:lang="en-US" emma:confidence="0">
                  <emma:literal>^</emma:literal>
                </emma:interpretation>
                <emma:interpretation id="interp3" emma:lang="en-US" emma:confidence="0">
                  <emma:literal>4</emma:literal>
                </emma:interpretation>
                <emma:interpretation id="interp4" emma:lang="en-US" emma:confidence="0">
                  <emma:literal>$</emma:literal>
                </emma:interpretation>
              </emma:one-of>
            </emma:emma>
          </inkml:annotationXML>
          <inkml:trace contextRef="#ctx0" brushRef="#br0">16 30 183,'0'0'172,"0"0"-132,0 0 12,0 0 62,0 0 0,0 0-42,0 0-40,0 0-12,0 0 113,-9-14-87,7 13-46,1-2-16,1 2-4,-1-1 17,1 0-17,0 1 1,-1-1-4,1-1 7,-2 2-7,2 1-49,0 0-110,0-1-206,16 32 193</inkml:trace>
        </inkml:traceGroup>
        <inkml:traceGroup>
          <inkml:annotationXML>
            <emma:emma xmlns:emma="http://www.w3.org/2003/04/emma" version="1.0">
              <emma:interpretation id="{EF004FAA-D9E1-44F2-BB27-1A49734411DD}" emma:medium="tactile" emma:mode="ink">
                <msink:context xmlns:msink="http://schemas.microsoft.com/ink/2010/main" type="inkWord" rotatedBoundingBox="5708,7832 7303,7772 7305,7824 5710,7884"/>
              </emma:interpretation>
              <emma:one-of disjunction-type="recognition" id="oneOf1">
                <emma:interpretation id="interp5" emma:lang="en-US" emma:confidence="0.5">
                  <emma:literal>-</emma:literal>
                </emma:interpretation>
                <emma:interpretation id="interp6" emma:lang="en-US" emma:confidence="0">
                  <emma:literal>_</emma:literal>
                </emma:interpretation>
                <emma:interpretation id="interp7" emma:lang="en-US" emma:confidence="0">
                  <emma:literal>.</emma:literal>
                </emma:interpretation>
                <emma:interpretation id="interp8" emma:lang="en-US" emma:confidence="0">
                  <emma:literal>~</emma:literal>
                </emma:interpretation>
                <emma:interpretation id="interp9" emma:lang="en-US" emma:confidence="0">
                  <emma:literal>,</emma:literal>
                </emma:interpretation>
              </emma:one-of>
            </emma:emma>
          </inkml:annotationXML>
          <inkml:trace contextRef="#ctx0" brushRef="#br0" timeOffset="616.8982">164-4 676,'0'0'88,"0"0"160,0 0-69,0 0 7,0 0 64,0 0-74,0 0 2,0 0-42,0 0-54,0 0-24,0 0 16,-18-21-15,18 21-59,0 0-4,0 0-9,0 0-13,0 0-32,0 0-10,6-1 7,2-1 60,6 0-2,4-1 0,3 1 0,4-1 0,3 1-36,2 1-7,4-1 46,3 0 22,1 2-22,3-1-29,2 0 26,1 0 3,1 0-30,3 1 27,2-2 3,3-2 62,3 4-46,0-4-16,3 3-3,0 0 1,-1 1-11,-2 0-10,-3 0 10,1 0 13,-5 0-2,-3 0-31,-2 0 33,-2 1 0,-5 0-16,0-1-3,-4 0 19,-3 0 32,0 0-30,-2-1 11,-4-3 23,0 0-13,-4-2-22,-2 1 15,-1-1 3,-3 1 23,-2 0-39,-3 0-3,0 0-3,0 1-35,-2 1-60,1 0-181,-3 3-121,3 0-219</inkml:trace>
        </inkml:traceGroup>
      </inkml:traceGroup>
    </inkml:traceGroup>
  </inkml:traceGroup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</inkml:channelProperties>
      </inkml:inkSource>
      <inkml:timestamp xml:id="ts0" timeString="2024-03-15T14:43:03.095"/>
    </inkml:context>
    <inkml:brush xml:id="br0">
      <inkml:brushProperty name="width" value="0.14" units="cm"/>
      <inkml:brushProperty name="height" value="0.14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9005226D-F5B3-4029-ADC4-B6AAE1241AAF}" emma:medium="tactile" emma:mode="ink">
          <msink:context xmlns:msink="http://schemas.microsoft.com/ink/2010/main" type="writingRegion" rotatedBoundingBox="13706,9117 24710,7290 25301,10855 14298,12681"/>
        </emma:interpretation>
      </emma:emma>
    </inkml:annotationXML>
    <inkml:traceGroup>
      <inkml:annotationXML>
        <emma:emma xmlns:emma="http://www.w3.org/2003/04/emma" version="1.0">
          <emma:interpretation id="{DDE32DF0-A886-4D68-8028-2EB474A34486}" emma:medium="tactile" emma:mode="ink">
            <msink:context xmlns:msink="http://schemas.microsoft.com/ink/2010/main" type="paragraph" rotatedBoundingBox="22591,7632 24696,7685 24695,7701 22591,7648" alignmentLevel="3"/>
          </emma:interpretation>
        </emma:emma>
      </inkml:annotationXML>
      <inkml:traceGroup>
        <inkml:annotationXML>
          <emma:emma xmlns:emma="http://www.w3.org/2003/04/emma" version="1.0">
            <emma:interpretation id="{ACDB9A36-803F-4933-BA4D-196EFE43CCB1}" emma:medium="tactile" emma:mode="ink">
              <msink:context xmlns:msink="http://schemas.microsoft.com/ink/2010/main" type="line" rotatedBoundingBox="22591,7632 24696,7685 24695,7701 22591,7648"/>
            </emma:interpretation>
          </emma:emma>
        </inkml:annotationXML>
        <inkml:traceGroup>
          <inkml:annotationXML>
            <emma:emma xmlns:emma="http://www.w3.org/2003/04/emma" version="1.0">
              <emma:interpretation id="{3D523AEF-6217-4B2A-972D-CAEE5074103F}" emma:medium="tactile" emma:mode="ink">
                <msink:context xmlns:msink="http://schemas.microsoft.com/ink/2010/main" type="inkWord" rotatedBoundingBox="22591,7632 24696,7685 24695,7701 22591,7648"/>
              </emma:interpretation>
              <emma:one-of disjunction-type="recognition" id="oneOf0">
                <emma:interpretation id="interp0" emma:lang="en-US" emma:confidence="0.5">
                  <emma:literal>in</emma:literal>
                </emma:interpretation>
                <emma:interpretation id="interp1" emma:lang="en-US" emma:confidence="0">
                  <emma:literal>m</emma:literal>
                </emma:interpretation>
                <emma:interpretation id="interp2" emma:lang="en-US" emma:confidence="0">
                  <emma:literal>~</emma:literal>
                </emma:interpretation>
                <emma:interpretation id="interp3" emma:lang="en-US" emma:confidence="0">
                  <emma:literal>-</emma:literal>
                </emma:interpretation>
                <emma:interpretation id="interp4" emma:lang="en-US" emma:confidence="0">
                  <emma:literal>mm</emma:literal>
                </emma:interpretation>
              </emma:one-of>
            </emma:emma>
          </inkml:annotationXML>
          <inkml:trace contextRef="#ctx0" brushRef="#br0">2769-1451 1261,'0'0'654,"0"0"-423,0 0-173,0 0-22,0 0 22,0 0-6,0 0-27,0 0 5,0 0 41,0 0 58,0 0-36,4-6-60,10 6-1,6 0 103,4 0 29,5 0-110,3 0-35,6 2-9,4 0-10,6 0 0,5-1 0,5 3 2,4-3-2,6-1 0,2 2 1,2-2 14,8 0-15,2 0-3,2 1 1,1-1-14,-1 2-26,-2 2 13,-2-4 16,-1 4 13,-4-2-25,-4 1 6,-1-1 19,-7 2 0,0-3-24,-6 3 1,-4-3 23,-3 2 0,-6-3-12,-2 2 12,-4-1 12,-5-1-12,-5 0 0,-3 2-1,-4-1 1,-4-1-1,-3 0 0,-2 0-16,-3 1 17,-1-1 3,-2 1-3,-3-1-11,1 0 8,-1 0 1,-3 0-23,2 0 2,-1 0 20,0 0-16,-1 0-33,2 0-67,-2 0-65,0 0-101,0 0-101,0 0 12,0 0-26,0-2-216</inkml:trace>
        </inkml:traceGroup>
      </inkml:traceGroup>
    </inkml:traceGroup>
    <inkml:traceGroup>
      <inkml:annotationXML>
        <emma:emma xmlns:emma="http://www.w3.org/2003/04/emma" version="1.0">
          <emma:interpretation id="{82591CF3-F398-4628-A7EC-AABFF97E0EA2}" emma:medium="tactile" emma:mode="ink">
            <msink:context xmlns:msink="http://schemas.microsoft.com/ink/2010/main" type="paragraph" rotatedBoundingBox="19456,8384 25101,8513 25068,9989 19422,9859" alignmentLevel="2"/>
          </emma:interpretation>
        </emma:emma>
      </inkml:annotationXML>
      <inkml:traceGroup>
        <inkml:annotationXML>
          <emma:emma xmlns:emma="http://www.w3.org/2003/04/emma" version="1.0">
            <emma:interpretation id="{4963945E-E096-4F7B-878A-C4F5BB42C220}" emma:medium="tactile" emma:mode="ink">
              <msink:context xmlns:msink="http://schemas.microsoft.com/ink/2010/main" type="line" rotatedBoundingBox="19456,8384 25101,8513 25068,9989 19422,9859"/>
            </emma:interpretation>
          </emma:emma>
        </inkml:annotationXML>
        <inkml:traceGroup>
          <inkml:annotationXML>
            <emma:emma xmlns:emma="http://www.w3.org/2003/04/emma" version="1.0">
              <emma:interpretation id="{4AE6182D-56F4-4769-879A-F693D6C6822E}" emma:medium="tactile" emma:mode="ink">
                <msink:context xmlns:msink="http://schemas.microsoft.com/ink/2010/main" type="inkWord" rotatedBoundingBox="19456,8384 25101,8513 25068,9989 19422,9859"/>
              </emma:interpretation>
              <emma:one-of disjunction-type="recognition" id="oneOf1">
                <emma:interpretation id="interp5" emma:lang="en-US" emma:confidence="0.5">
                  <emma:literal>20488=2</emma:literal>
                </emma:interpretation>
                <emma:interpretation id="interp6" emma:lang="en-US" emma:confidence="0">
                  <emma:literal>2048-86=2</emma:literal>
                </emma:interpretation>
                <emma:interpretation id="interp7" emma:lang="en-US" emma:confidence="0">
                  <emma:literal>2048-81=2</emma:literal>
                </emma:interpretation>
                <emma:interpretation id="interp8" emma:lang="en-US" emma:confidence="0">
                  <emma:literal>20488=3</emma:literal>
                </emma:interpretation>
                <emma:interpretation id="interp9" emma:lang="en-US" emma:confidence="0">
                  <emma:literal>2048-856=2</emma:literal>
                </emma:interpretation>
              </emma:one-of>
            </emma:emma>
          </inkml:annotationXML>
          <inkml:trace contextRef="#ctx0" brushRef="#br0" timeOffset="51868.964">3882 208 342,'0'0'1441,"0"0"-1207,0 0-95,0 0 10,0 0 0,0 0 6,0 0-23,0 0-45,0 0-45,0 0-10,-3 3-32,-2 0-35,-4 4 9,-5 2 24,-10 4 2,-6 6-23,-8 5 23,-11 6 17,-8 3-7,-6 4-10,-7 2 0,0 3 25,-4 3 4,3-1 6,1 1-19,4-2 10,6-3-23,6-3-3,9-6-29,5-5-6,10-6-33,6-5-41,8-3-91,7-4-214,6-5-125,6-3-230</inkml:trace>
          <inkml:trace contextRef="#ctx0" brushRef="#br0" timeOffset="51517.0429">4204 286 805,'0'0'281,"0"0"-112,0 0-155,0 0-14,0 0 0,0 0 12,-75-30-12,64 27 0,-1 0 1,0 0-1,0-3 0,1 5-13,-1-2 10,2 2 1,0-2-11,0 2-7,1 1 20,-1 0 0,1 0-3,2 0-13,0 0 13,0-2 0,3 2-13,1 0 13,0 0 0,3 0-39,-2 0-166,-3-1-233</inkml:trace>
          <inkml:trace contextRef="#ctx0" brushRef="#br0" timeOffset="48901.5801">4101 119 1015,'0'0'1550,"0"0"-1518,0 0-32,0 0-58,0 0 29,0 0 29,0 0 0,0 0 0,64-21 42,-48 21 10,3-2-20,-1 1-29,1 1 20,-2 0-23,4 0-12,-5 0-17,1 3-23,-1 0-61,-4 2-230,-3-1-258,-5 3-155</inkml:trace>
          <inkml:trace contextRef="#ctx0" brushRef="#br0" timeOffset="49080.089">4207 307 1661,'0'0'483,"0"0"-418,0 0-65,0 0-126,0 0-79,0 0 23,0 0 95,0 0 9,84-5-98,-51 0-49,-7-1-195,18-3-289</inkml:trace>
          <inkml:trace contextRef="#ctx0" brushRef="#br0" timeOffset="49527.3105">4727-20 833,'0'0'1022,"0"0"-704,0 0-134,0 0 55,0 0 29,0 0-25,0 0-92,0 0-53,0 0-28,0 0 0,49-58-16,-33 53-25,0 3-26,-1 0 19,1 1-22,-1 1-9,-1 0-20,-2 4 10,1 2 0,-3 2 0,-2 3 19,-2 3 0,-4 1 29,-2 5-20,-4 3-9,-8 5-2,-5 0 2,-4 4-15,-3-1 15,-1 2 2,-3-2-2,2-2-6,2-2-17,1-3 23,0-4 16,4-4-14,3-1-2,4-2 20,4-6-20,3-2-29,4-1-18,1-3 24,3-1-28,3 2 51,10-1 23,4 0 50,6-1-16,6 0-57,4 0 0,3-4-3,3 4-13,0-2-19,3 0 6,0 2 27,-1 0 0,0 0-30,-4 4-19,-5 1 1,-2 1-85,-6 4-224,-5 2-63,-7-4-201,-1 7 12</inkml:trace>
          <inkml:trace contextRef="#ctx0" brushRef="#br0" timeOffset="38158.1962">2267 338 673,'0'0'423,"0"0"-116,0 0-272,0 0-35,0 0-52,0 0 23,0 0 29,0 0 16,0 0 56,0 0 22,66-6 88,-45 6 117,5 5-98,4 5-29,3 0-30,2 5 26,2 0-104,1 5 10,-2-2-3,1 0-71,-5 0 6,0 1-6,-3-2 0,-4-1 0,-2 1-16,-4-1-19,-3-1-58,-3-1-52,-4-1-30,-2-3 0,-3-1-58,-4-3-134,0-1-23,-1-5 12,-3 2-17</inkml:trace>
          <inkml:trace contextRef="#ctx0" brushRef="#br0" timeOffset="39254.1628">3304 397 630,'0'0'1345,"0"0"-1226,0 0-119,0 0-143,0 0 120,0 0 23,0 0 136,0 0 4,0 0-17,67 13-13,-47-16-3,0-2-24,2-4-15,0-2-7,-1-3 26,3-2 3,-4-4-29,1 0-6,-2-4 18,0 1-2,-5-1-20,0 0-7,-3 2 14,-5 2 12,-1 0-38,-5 2-4,0 1 4,-3 0-16,-6 1-16,-6 1-35,-1 1 32,-2 3-13,-6 3-3,0 4-32,-1 4 32,-3 0 6,-3 8-38,0 6-13,-1 2 62,1 3 0,2 5-27,2-3 7,4 5 21,5-2-2,5 0-39,5 0-15,5-3 25,3 4 6,7-4-22,7-1 13,5 0 35,4 1 12,8-1-10,1-1-2,5 2 36,4-2 9,1 0-23,-2 0-22,-1-1 23,-4 0-11,-4-1-12,-3 0 0,-5-2 4,-7 0-4,-3-4-7,-6 0 7,-4-1 3,-3-2 39,-6 3-10,-7-3-16,-4 1-16,-7 1-13,-3-1-25,-2-2-1,-4-1 39,0-2 0,-2 0 0,2-4 0,0 0 7,3-2 22,2-6-17,4-1-8,5-2 27,6-5-8,5-4-23,7-3-48,1-3 13,12-4 3,8-1-10,6 1-12,4 2 18,6 4-2,2 2-4,1 6 10,-1 5 0,-4 2-71,-1 4-210,-2 5-135,-10 0-127,0 5-129</inkml:trace>
          <inkml:trace contextRef="#ctx0" brushRef="#br0" timeOffset="52192.9547">4036-614 261,'0'0'1289,"0"0"-1066,0 0-222,0 0 44,0 0 143,-63 61-3,44-37-39,-4 3-39,-1 5 25,-1 1 7,1 5-72,-1 0-34,1 0-33,0 5-41,1-4-75,2 3-62,2-3-165,5-10-199,-3 7-227</inkml:trace>
          <inkml:trace contextRef="#ctx0" brushRef="#br0" timeOffset="28499.9948">95 196 385,'0'0'173,"0"0"-171,0 0 11,0 0 6,0 0 11,0 0 136,0 0 20,0 0-75,0 0-17,-3-61 20,7 47 26,0 0 23,1-1-20,1 0 0,2 2 51,0-2-6,1 1-84,0 1-33,1 4 7,-2 1-20,0 5-58,3 2 1,-3 1 73,2 3-74,-1 2-19,-1 3-46,1 2 62,0 4-16,-2 1-4,0 6 23,-3 6 32,-4 1 17,0 6-32,-4 1-15,-7 0-2,-4 4 1,-1-3-1,-3 0-32,-1-2 6,-2 0 7,3-4-14,1-4 4,0-2 0,2-5 0,0-2-3,4-2-10,0-4 19,3-1 23,2-5 16,1-3 23,1-2 10,2 0-1,1-2-45,-1-4-3,3-4-42,0-1 29,0-1 13,3-1 0,4 2 17,-1 0 15,4 2 13,1 3-33,2 1-12,-1 4-1,4-1-19,2 2-25,4 0 10,-1 5-1,4 0 33,1 2-10,3-2 10,-2 1-23,2 0 23,1-1-69,-1-2-135,0-1-186,-1-2-11,-9 0-6,10-3-229</inkml:trace>
          <inkml:trace contextRef="#ctx0" brushRef="#br0" timeOffset="28859.9234">557 280 349,'0'0'593,"0"0"-42,0 0-324,0 0-29,0 0 7,-67-33-46,58 32-17,0 1-58,2 0-39,-1 3-45,2 4-51,1 3-37,2 4 17,1 3 16,2 3 36,0 0 2,0 5 16,7-3 1,2 0 3,1-2 13,1-1 16,2-2 23,0-4 29,2-2-9,-1-2-1,-1-4-19,1-2-20,1-3 7,-3 0 0,1-2 3,-1-7-10,0-1-6,-3-3 13,0-4-13,0-2-27,-3 1 0,-2-5 17,-2 2-6,-2 0-13,0 0 2,0 2-2,-9-1 0,-1 1-12,-3 0-24,-4 3-15,-2 0-55,1 3-36,-2 2 10,3 5 9,0 3-13,5 3-20,3 0-74,2 6-40,4 6-26,2-4-124,1 8-157</inkml:trace>
          <inkml:trace contextRef="#ctx0" brushRef="#br0" timeOffset="29203.3262">846 137 1284,'0'0'793,"0"0"-491,0 0-144,0 0-32,0 0-36,0 0-32,0 0-56,0 0-2,0 0 12,0 0-12,0 0-3,16-1 3,-11 15 96,-2 2-9,1 6-42,0 0-32,-3 3 31,-1-2 2,0 0-46,0 1 0,-5-3 10,1 3 3,-1-3-13,0-1-16,3-2 16,-1-2 0,3-2-45,0-3-3,1-1 25,5-4 4,2 0-3,3-1 22,4-1 6,1-1 23,1-3-16,3 0-10,3 0 26,0-2-29,-1-3 0,1 0-58,-1 0-19,-2 0-26,2-2-19,-1 2 64,3-1-148,-4 1-206,1 1-78,-6-1 66,3 1-179</inkml:trace>
          <inkml:trace contextRef="#ctx0" brushRef="#br0" timeOffset="29453.2688">1180 286 2319,'0'0'1028,"0"0"-929,0 0-65,0 0-34,-74 17-59,67-10 30,0 1-2,3 1-65,1 5 13,3 1 83,0 6 51,0 1-3,0 3-16,2-1 9,0 3-9,1 1-29,-2 0 13,1 1-14,0 3-2,-2-1-9,0 1-29,0-5-29,0 0-26,0-4-3,0-1-48,0-5-113,0-5-186,0-4-112,2-5-119</inkml:trace>
          <inkml:trace contextRef="#ctx0" brushRef="#br0" timeOffset="30135.1111">1525 430 1398,'0'0'725,"0"0"-670,0 0-55,0 0-198,0 0 198,0 0 63,0 0 70,0 0 0,81 26-10,-58-26-46,0-4-3,3-4 1,0-5-14,-1 1-3,4-4-16,-4-2-1,0-2 1,-3-4-13,-1 3 16,-2-3 13,-2 1 19,-3 0-1,-3 1-2,-2 3-14,-4 1-18,-1 2-26,-3 1 3,-1 1 13,0 3-13,-5-2-18,-4 2 18,-1 1-16,-2-1 10,-4 2-13,-3 0-13,-1 5 11,-4-2-24,-2 6 4,-2 0-13,-2 2 19,0 5-3,1 5-3,3 1 1,1 1 21,2 1 0,4 2-39,2 1-9,4 2 4,2-1-4,4 2-7,3 0 7,4 2 16,0-1 3,4 2-3,6-2-3,4 2 35,1-3-1,3 1-14,3-2 15,0 0 0,2-2 17,2 0-17,2-1 26,-4 0-4,3 0 4,-3 1-23,-1-2-3,-3 3 2,-4-2-4,-3-1 4,-2 1-2,-6-1 23,-1 0-1,-3-1-19,-5 3 13,-7-3 20,-1 0-8,-6-1-28,-2-2-9,-3-1 9,-2-1 0,0-5-23,0-2 23,-1-3 0,4 0 36,-1-5-17,5-5-3,2-4 6,4-4-22,6-5-13,4-6-38,3-2 29,15-6-1,3 0-31,6-1 3,6 1 25,3 0-9,2 4-20,0 4 7,0 2 35,-2 3-26,-1 6-48,-3 3-132,-5 5-96,-6 3-142,-5 4 4,-7 3-143</inkml:trace>
          <inkml:trace contextRef="#ctx0" brushRef="#br0" timeOffset="47850.658">-268-534 878,'0'0'134,"0"0"110,0 0-205,0 0-26,0 0 127,31-62 26,-17 52-26,2 0-43,1 1-6,2 1-23,-1 2-19,3 2-46,-2 3 30,0 1 2,-2 1 63,-4 8 44,0 1-113,-4 7-28,-1 1-1,-5 3-22,-1 3 22,-2 3 14,-5 2-14,-7 1-26,-3 0 26,-5 4 12,-2 0-12,-4-4-17,0 2 3,0-5 14,0-1 2,1-5-1,1-2 17,1-3-5,2-1-12,2-4 0,2 0 22,1-3-1,4-3-5,4-1 8,3-3 37,3-1 25,2 0 80,0 0-115,1 0-52,8 0-29,3-3 0,7 0 6,5-2 22,6 2-15,2 1 16,3 0-18,1 0 17,4 2-1,-1 0 0,2 0-1,-1 0-13,-1 4-16,-4 0-16,-2 2-23,0 0-282,-12-1-374,9 0-739</inkml:trace>
        </inkml:traceGroup>
      </inkml:traceGroup>
    </inkml:traceGroup>
    <inkml:traceGroup>
      <inkml:annotationXML>
        <emma:emma xmlns:emma="http://www.w3.org/2003/04/emma" version="1.0">
          <emma:interpretation id="{1DA897EB-192A-4022-879C-1B8BE7B6C933}" emma:medium="tactile" emma:mode="ink">
            <msink:context xmlns:msink="http://schemas.microsoft.com/ink/2010/main" type="paragraph" rotatedBoundingBox="13976,10741 24047,9070 24369,11010 14298,12681" alignmentLevel="1"/>
          </emma:interpretation>
        </emma:emma>
      </inkml:annotationXML>
      <inkml:traceGroup>
        <inkml:annotationXML>
          <emma:emma xmlns:emma="http://www.w3.org/2003/04/emma" version="1.0">
            <emma:interpretation id="{99680258-FE79-4722-98B7-62AA92EF526F}" emma:medium="tactile" emma:mode="ink">
              <msink:context xmlns:msink="http://schemas.microsoft.com/ink/2010/main" type="line" rotatedBoundingBox="13976,10741 24047,9070 24369,11010 14298,12681"/>
            </emma:interpretation>
          </emma:emma>
        </inkml:annotationXML>
        <inkml:traceGroup>
          <inkml:annotationXML>
            <emma:emma xmlns:emma="http://www.w3.org/2003/04/emma" version="1.0">
              <emma:interpretation id="{1CE34E13-62B7-4030-BAEE-159F79244949}" emma:medium="tactile" emma:mode="ink">
                <msink:context xmlns:msink="http://schemas.microsoft.com/ink/2010/main" type="inkWord" rotatedBoundingBox="14063,11269 17218,10745 17453,12157 14298,12681"/>
              </emma:interpretation>
              <emma:one-of disjunction-type="recognition" id="oneOf2">
                <emma:interpretation id="interp10" emma:lang="en-US" emma:confidence="0.5">
                  <emma:literal>ships</emma:literal>
                </emma:interpretation>
                <emma:interpretation id="interp11" emma:lang="en-US" emma:confidence="0">
                  <emma:literal>whips</emma:literal>
                </emma:interpretation>
                <emma:interpretation id="interp12" emma:lang="en-US" emma:confidence="0">
                  <emma:literal>ship</emma:literal>
                </emma:interpretation>
                <emma:interpretation id="interp13" emma:lang="en-US" emma:confidence="0">
                  <emma:literal>whip</emma:literal>
                </emma:interpretation>
                <emma:interpretation id="interp14" emma:lang="en-US" emma:confidence="0">
                  <emma:literal>zchipS</emma:literal>
                </emma:interpretation>
              </emma:one-of>
            </emma:emma>
          </inkml:annotationXML>
          <inkml:trace contextRef="#ctx0" brushRef="#br0" timeOffset="58696.4918">-5489 2225 760,'0'0'205,"0"0"65,0 0-146,0 0-3,0 0 74,0 0-16,0 0 19,0 0-75,0 0-26,0 0 49,0 0-11,-36-40-44,34 35-24,0 1 4,-1-2 10,1 1-46,2 1-3,0-2 0,0 4-5,0-3-27,0 1-23,2 0 7,3 2-3,2-3-32,3 1-4,1 2 26,2 0 3,2 2-25,0 0-4,1 2 10,1 4 9,1 4 1,-2 2 35,-1 5 82,-4 3-2,-2 5-68,-5 3-12,-4 5-1,-1 5 1,-9 0-19,-3-1-7,-2 0 24,-3-4 2,-1-4-16,0-4 16,0-1 0,0-3 6,-1-1-6,1-4-13,-2-1 13,2-1 0,0-3-10,3-1 10,-1-5 13,4-1 23,1-2-14,2-1 7,2-1 29,2 0-13,1 0-38,1-3-7,0 1 0,3-2-1,-1 2-19,2-2-9,0 1 10,0-1-3,7 2-49,0 0 9,3-1 24,4 3 18,2 0-18,5 0-8,2 3 24,4 4 12,3-2 8,2 2 2,1 0 0,0-1 1,0 0-1,-1 0-1,-1-1 1,-2-1 0,-2 0-22,1-2 3,-2-2 16,-1 0-17,2-6-116,0 0-315,-7 1-72,5-8-649</inkml:trace>
          <inkml:trace contextRef="#ctx0" brushRef="#br0" timeOffset="59082.1969">-4477 2289 1216,'0'0'452,"0"0"-328,0 0-85,0 0 48,0 0 98,0 0-23,0 0-77,0 0-14,-66-49-3,53 46 28,-2 2-5,0 1-59,-3 0-31,1 4-1,-1 4-13,-1 3-16,-1 4-3,1 1 16,0 7 3,0-1-6,3 6-10,3-2 12,2 1-5,4 1-11,5-1 11,2 0-23,0-2 41,9 0-44,2-1 25,4-3 20,3-1-10,5-2 10,1-5-20,3-2-38,3-5-98,2-6-23,2 0-29,1-8 25,-8-1-61,13-14-251</inkml:trace>
          <inkml:trace contextRef="#ctx0" brushRef="#br0" timeOffset="60298.3955">-4156 2078 722,'0'0'1189,"0"0"-1017,0 0-13,0 0 35,0 0 51,0 0-36,0 0-61,0 0-110,0 0-38,0 0-70,-44-32-65,44 39-39,0 4 174,3 8 107,2 6-1,-2 5-36,1 2-41,0 8 22,-2 2-6,-2 5-32,0-1-11,0 3 17,-1 1-19,-1-3 0,0-2 0,0-5 4,2-5 32,0-6-36,0-5-1,0-4 1,0-8 0,1-2 0,2-6-16,-1-3 16,0 1 0,3-2 1,1-2 21,2-3 45,3-6-13,0-3-54,4-3-42,0-4-9,1-3 16,2 1-23,-1-1 1,0 0 15,1-1 3,-3 2-12,0 1 13,-2 3 38,-4 4-1,0 2-16,-4 6 1,-1 3 3,-3 3-25,1 1-59,-1 0-12,1 4 34,2 7 75,1 4 3,2 4 19,0 4 17,1 1-4,2-1-34,0 0 1,1-1 14,1-1-3,2-5-13,0-1 1,1-1 8,2-5 17,-1-3 0,4-1-7,-1-4 29,0-1 10,2-4-42,0-3-3,0-5 10,-2-1-14,-1-2-9,1 0-19,-2-2 19,-4 0-1,2 1-27,-5 0 4,0-1 24,-2 3 24,-1 0-23,-3 1-1,-1 1 26,-1 3 9,-1 1-34,-1 3 3,0 2 37,0 1-5,0 2-36,0 0-74,0 0-23,0 0-15,0 6-27,2 3 93,-2 5 46,5 1 29,-4 3-29,6 0-16,1 1 16,2 1 31,1-4-31,2 1 0,5-2 2,0-4 21,1 1-10,4-7 12,1 0 30,-1 0-6,5-5-11,-2 0-19,2-5-15,-2-1 28,0-3-29,-2 0-3,0-4 13,-3 0 3,-4 0-15,0-1 2,-3 0 17,-2-1 18,-4 0-6,-2 0-3,-1 0 3,-1 0-9,-2 0 15,-2 0-15,0 1 2,0-2-9,0 0 19,0 1-9,-5-2-13,-1 2 9,1 0 19,0 4-5,-1 1 5,2 4 7,2 1 2,0 3-18,0 1-32,2 1-9,0 0-64,-1 2-45,-1 7 3,-1 4 83,-1 7 14,2 4 18,-1 5 32,1 2 19,0 4-19,2 4-13,0 2-6,0 5 25,0 3 3,0 6-22,0 2 7,0 2-4,0 0 13,0-2-35,0-2 0,0-7 16,2-7 0,1-7 3,-1-8 3,0-7 23,1-5-45,-1-5 0,-1-5 0,0-1 0,-1-3 41,0 0 9,2-5 1,-1-5-32,0-6-19,0-5-25,1-6-61,-2-3 4,0-4 18,0 1-9,0-4-6,-4-1-30,1-5 10,0-2-23,-3-4 0,1-4 19,2 1 29,-1 0 3,2 4 71,2 3 23,0 3 10,3 8-30,5 4-2,2 5 28,1 7-10,2 3 0,0 4-19,2 4 3,-1 3-3,-1 4 0,2 0 17,1 7 31,-2 4 32,3 3-6,-4 4-52,-1 5 20,-2 2-13,-5 4-3,-2 3-26,-3 1-14,-3 0-73,-6 2-48,-2-5 10,-3-3-4,-1-4-45,-2-2-238,-4-3-4,6-8-13,-15 0-298</inkml:trace>
          <inkml:trace contextRef="#ctx0" brushRef="#br0" timeOffset="60491.5386">-3608 2245 1770,'0'0'224,"0"0"-224,0 0-442,0 0 299,0 0 78,0 0-134,0 0-459</inkml:trace>
          <inkml:trace contextRef="#ctx0" brushRef="#br0" timeOffset="61017.5534">-2725 2751 1102,'0'0'1134,"0"0"-1134,0 0 55,0 0-48,0 0 145,0 0-7,0 0-9,0 0-37,66-30-34,-52 15-20,-2-6 16,-1 1 0,1-1-36,-3-3 4,1 0 22,-3 0 10,-3-3-59,-1 1-1,-3-2 25,0 0 15,0-2-41,-5 0 0,-3-2 0,2 1 0,-4 1 0,1 3 0,-1 2 29,-1 6-17,2 4-12,2 3-12,1 6 12,0 3 0,1 3-56,-2 0-75,1 3 10,-2 6 21,-2 6-3,3 5 39,-1 3 32,2 3 31,2 1-28,2-1 0,2 0-23,0-3-9,6 0-10,2-1 9,4-3 37,3 1 25,2-4 0,2 1-20,3-2 20,-1-2 26,2 1-10,-3-2-15,2-3 32,-3 1 41,-1 1 84,1-3-36,-4-1-83,-2 1-26,-3 1 6,-4-3-16,-1 3 49,-5-3 9,0 5 12,-6 2-15,-5 1-20,-5 2-9,-3-1-29,-3 1-37,-2 0-66,-1-2-44,-2 0-30,1-3-55,-2-2-222,5-2-30,-12-4-216</inkml:trace>
        </inkml:traceGroup>
        <inkml:traceGroup>
          <inkml:annotationXML>
            <emma:emma xmlns:emma="http://www.w3.org/2003/04/emma" version="1.0">
              <emma:interpretation id="{B829572D-A745-425D-8CB8-0C5C66088717}" emma:medium="tactile" emma:mode="ink">
                <msink:context xmlns:msink="http://schemas.microsoft.com/ink/2010/main" type="inkWord" rotatedBoundingBox="19411,9839 24047,9070 24345,10867 19709,11636"/>
              </emma:interpretation>
              <emma:one-of disjunction-type="recognition" id="oneOf3">
                <emma:interpretation id="interp15" emma:lang="en-US" emma:confidence="0.5">
                  <emma:literal>1024 in.;</emma:literal>
                </emma:interpretation>
                <emma:interpretation id="interp16" emma:lang="en-US" emma:confidence="0">
                  <emma:literal>1024 in.";</emma:literal>
                </emma:interpretation>
                <emma:interpretation id="interp17" emma:lang="en-US" emma:confidence="0">
                  <emma:literal>10244 in.;</emma:literal>
                </emma:interpretation>
                <emma:interpretation id="interp18" emma:lang="en-US" emma:confidence="0">
                  <emma:literal>10274 in.;</emma:literal>
                </emma:interpretation>
                <emma:interpretation id="interp19" emma:lang="en-US" emma:confidence="0">
                  <emma:literal>$tozy:xisg</emma:literal>
                </emma:interpretation>
              </emma:one-of>
            </emma:emma>
          </inkml:annotationXML>
          <inkml:trace contextRef="#ctx0" brushRef="#br0" timeOffset="35025.1611">184 898 326,'0'0'35,"0"0"-35,0 0-52,0 0 41,0 0 11,0 0 13,0 0 23,0 0 150,0 0-4,0 0 17,-6 15-26,6-15 9,0 0 39,0 0 7,0 0-13,0 0 12,0 0-65,0 0-94,0 0-59,0 0-9,4 3-52,5 0 39,6 2 13,9 3 123,6-1-32,8 2-4,6-1-6,5-1 22,5-4-10,5-1-42,1-2-49,3 0 1,2 0 20,-1 0-23,0-2 0,1-1 0,1 1 0,2-2 13,2-1 9,-2-1-9,2-2-13,-2 2-18,-3-2 15,-4 2 3,-1 1 0,-5-1-37,-3 2 12,-5 3-30,-5 0-12,-5 1-27,-6 1-25,-7 4-33,-4 1-6,-6 3-17,-5 0-43,-6 3-48,-3-4-92,-3 9-170</inkml:trace>
          <inkml:trace contextRef="#ctx0" brushRef="#br0" timeOffset="35788.966">559 1304 150,'0'0'95,"0"0"-20,0 0 156,0 0-104,0 0 30,0 0-1,0 0-48,0 0 25,0 0 53,0 0 48,0 0-36,-7-25-13,6 24-19,0 0-30,-1 0-55,1-1-4,-1 2 20,2 0-7,0 0-48,0 0-19,0 0 12,0 0 0,0 0-18,0 0-5,0 0 34,0 0-2,0 0-21,0 0-21,0 0 20,0 0-1,0 0-21,0 0 0,0 0 3,0 0 13,0 0-16,0 0-26,-2 0 25,1 5-15,-1 5-61,1 5 16,-4 3 59,4 4 1,0 1-11,0 1 12,1 0 0,0 0 0,0 0-3,0 0-14,0-2 17,0 3 0,0-5-15,0 2-14,0-1 13,0-1 3,-2-2-42,1 0-32,-3-3-13,2-3-33,0-3-48,0 0-27,1-7 4,-1 0-43,1-2-85,-3-2-232</inkml:trace>
          <inkml:trace contextRef="#ctx0" brushRef="#br0" timeOffset="36288.1527">883 1309 336,'0'0'1304,"0"0"-1231,0 0-73,0 0-20,0 0-29,0 0 1,0 0 25,0 0 23,0 0 10,0 0 51,0 0 14,-36 35 3,29-24-6,1 3 9,-1 2 13,-1 2 26,1 0-3,3 0-43,-1 3-16,3-3-16,2 2-16,0-1-24,7-1 1,1-1 14,4-1-14,1-1 10,4-3-10,1-1-3,1-3 3,1 1 20,-1-6-21,3-1 14,-1-1 10,-1-1-26,-1-1 16,0-4 3,-1-4-2,-3-2-1,-2 0 13,-2-4 9,-3-2 7,-1-1-9,-3-2 19,-3-3-10,-1 2-4,-4-3-41,-4 4-12,-4 1 12,-3-1 0,-2 3-29,-5 0 0,0 2-10,-4 2-38,3 2-42,-1 3 2,5 3 11,5 3-24,3 2-61,6 1-98,2 5-124,3 1-147,1 5-265</inkml:trace>
          <inkml:trace contextRef="#ctx0" brushRef="#br0" timeOffset="36705.1883">1176 1373 7,'0'0'2225,"0"0"-1921,0 0-217,0 0-87,0 0-32,0 0-13,0 0 45,0 0 67,0 0 30,0 0 22,77-5-6,-49 2-23,2 2-26,-2 1-49,2 0-15,-5 0 0,-2 5-23,-3 2 10,-5 1 13,-4 2 22,-4 3-21,-2-1 2,-5 6 42,0-1-4,-6 4-22,-7 2-19,0-1 4,-5 1 15,0-2-19,-3-3 0,-1-1 2,0 1 8,1-6-10,0 1-1,2-2 1,3-4 25,1 1-22,6-6 0,2 0 33,5-1 2,2-1-38,0 0-41,0 0 0,6 0 22,4 0 19,4 0 1,5-3 75,4 1-34,6-2-39,1-1-1,3 1 27,4-1-29,2 0-45,0 0-22,0 0-73,1-1-24,-2 1-74,-3-2-49,0-1-121,-9 2-118,7-6-122</inkml:trace>
          <inkml:trace contextRef="#ctx0" brushRef="#br0" timeOffset="37037.7736">1939 1306 927,'0'0'1754,"0"0"-1516,0 0-161,0 0 16,0 0 67,0 0 50,0 0-42,0 0-22,0 0-49,0 0-97,0 0-30,-21-19 30,19 22 14,1 6-14,-3 3 0,-1 6 16,-1 2 25,-1 1-28,-1 3-12,-1 0 30,0-3 0,0 4-31,1-2-16,1-1 16,2 3 0,1-6-16,4 1-34,0-3 34,0-2 14,8-2-45,3-2 1,3-1 46,5-4 20,4-1-20,0-2 0,6-3 3,1 0-3,1-3-3,1-3-35,1 0 0,0-3-47,-1 3-61,0-4-23,-2 3-22,-2 0-33,-1 2-134,-3-1-150,-8 2-119,3-1-77</inkml:trace>
          <inkml:trace contextRef="#ctx0" brushRef="#br0" timeOffset="37281.2642">2271 1488 473,'0'0'2040,"0"0"-1717,0 0-134,0 0 96,0 0 10,-64 5-134,58-4-104,2 4-56,2 1 1,-1 3-1,1 5-1,1 7 1,1 2 12,0 4-11,0 4 23,-1 1-9,-2 1-13,1 2-2,-2-1-1,-2 2-35,-1-2-24,-1 0-23,-3-2-16,3-3 9,-3-4-19,0-5-19,-1-2-27,2-5-54,-3-2-143,2-7-167,3 1-73,-6-5-18</inkml:trace>
          <inkml:trace contextRef="#ctx0" brushRef="#br0" timeOffset="38439.1103">2654 232 939,'0'0'976,"0"0"-684,0 0-250,0 0-42,0 0 0,0 0 43,0 0 38,0 0-32,-51 60-17,43-41-3,-3 2 4,0 4-11,-2 1-21,-3 7 0,0 1-1,-4 3 1,-3 3-1,0 1-3,-1-2 1,-1 0 0,1-3 2,3-2 16,0-7 7,5-2-20,1-5-3,6-2-29,2-6-26,5-2-81,2-2-172,0-6-127,2-1-53,8-2 74</inkml:trace>
          <inkml:trace contextRef="#ctx0" brushRef="#br0" timeOffset="46564.7219">461 1694 779,'0'0'1060,"0"0"-959,0 0-62,0 0 42,0 0 117,0 0 19,0 0-82,0 0-73,0 0-14,0 0 10,-30 4 3,29-4 6,-1 0 17,2 0 2,0 0-28,-2 1-16,-1 0-4,2 1-14,-5 0-24,-1 1 0,-1 3 0,-5-1 29,-1 2-28,-2 0-1,-1 1 16,-4 0 2,-1-1-18,-1-1 0,-2-1 16,0-1 13,-1-3-27,-3-1 0,-1 0 33,0-3-9,2-5-26,-4-1 0,0-2 22,2-1 0,0-3-22,1 0-17,0 0 17,0-3 0,3 1-3,0-2-14,2-1 17,4-2 0,2-5-13,3-1-9,0-5 22,4-3 0,2-3-32,-1-4 0,2-1 32,0-2-2,1 0-20,0 1-4,0 2 25,-1 3-1,2 3-12,1 4-2,0 2 16,1 2 10,4 5-10,0-1-13,0 5 13,4 0 0,3 4-9,1 0 2,2 1 7,0 1 0,2 0-9,0 3 9,2-1 0,3 1 1,-1 1-1,0 1-4,3 1 4,-3 1 2,1 1-2,-3 3-26,-1 0 24,-1 0 1,-2 3-28,-3-1-3,-2 1 30,-2 0 1,1 0-25,-4 0-12,0 0 22,0 1 16,0 2-29,-2-2-16,-1 3 3,-2-1 10,-1 1-45,0 0-49,-1 1-41,1-1-228,-1-1-53,3-1-138,-4-2-501,62-34 1087</inkml:trace>
          <inkml:trace contextRef="#ctx0" brushRef="#br0" timeOffset="53069.9378">1609 1520 124,'0'0'0,"0"0"-46,0 0-31,-77 15 77,52-8 0</inkml:trace>
          <inkml:trace contextRef="#ctx0" brushRef="#br0" timeOffset="39906.0408">3310 1240 59,'0'0'482,"0"0"160,0 0-56,0 0-54,-21-53-154,17 50-66,0 2-117,-2 1-83,-2 0-39,-3 4-57,-1 4-16,-4 5-21,-3 4 21,0 2 57,-4 4 35,0 1-9,-1 1 18,-2 1-13,-2 1-34,2 1-34,-2 1-18,2-1 12,0 1-14,3-3-23,2 0-24,5-4 19,2-2-16,4-3-86,6-2-117,1-6-31,3-2-156,0-3-373,10-4-450</inkml:trace>
          <inkml:trace contextRef="#ctx0" brushRef="#br0" timeOffset="39702.3437">2959 1147 2187,'0'0'989,"0"0"-868,0 0-121,0 0-6,0 0-26,0 0 0,0 0 2,0 0 30,0 0 86,0 0-35,0 0-22,51 22 41,-33-4-26,4 2-41,1 3 0,-1 1 28,1 0-15,-2 0-16,1-2-25,-3 3 24,-2-1-1,-1 0-36,0 1-4,-3-1-31,-1-1-39,-2 0-57,-1-6-11,-1-1-3,-1-3-24,-2-4-55,-1-4-88,-1-5-66,0 0 41,1-5 43,-1-7 65,0-3 97,0 3-48</inkml:trace>
          <inkml:trace contextRef="#ctx0" brushRef="#br0" timeOffset="50990.1899">4444 1289 1623,'0'0'1043,"0"0"-1043,0 0-13,0 0-61,0 0 74,-75 29 152,53-13-37,-5 6-28,-4 3 0,-5 3 9,-3 2-35,-3 6-26,-3-2-13,-2 6-22,-2-2-25,0 2-55,-2 1 32,-2-3-45,-1 0-32,0-1-104,1-3 13,2-1 21,4-5-48,5-4 42,9-5 35,7-8-117,8-3-203</inkml:trace>
          <inkml:trace contextRef="#ctx0" brushRef="#br0" timeOffset="41301.9165">3365 502 421,'0'0'0,"0"0"-53</inkml:trace>
          <inkml:trace contextRef="#ctx0" brushRef="#br0" timeOffset="41526.0087">3488 1155 861,'0'0'0,"0"0"-186</inkml:trace>
          <inkml:trace contextRef="#ctx0" brushRef="#br0" timeOffset="40563.0415">3663 1409 538,'0'0'730,"0"0"-626,0 0-78,0 0 30,0 0 74,75 3 6,-56-5-38,2-4 74,0-1 71,-1-2-49,1-2-71,-3-2-16,-2-1 37,0-1-9,-1-1-45,-3 0-42,-1-3 7,-3 1-11,-2 0-28,-1-1-13,-2 0 41,-2 0 1,-1 2-29,0 0-14,-4 2 33,-3 0-11,-2 0-24,-2 2-35,-3 2 35,-2 5 22,-1 0-22,-2 2-13,-2 4 12,-1 0 1,1 4-19,-3 4 5,3 5 14,0-1 12,2 3-12,3 3-16,2-1 14,5 1-2,1 1-34,4 2-13,4-1 35,0 0 0,4 0-9,6-2 5,2 1-12,4-1 31,1-2 0,4 0-17,-2 0 18,4-1 12,3 0-11,-3-1 21,3 1 17,-1 0 18,1 0 1,-1 0-39,-2 0 19,-3 0-6,-1 3-6,-4-1-24,-2 1-2,-4-2 25,-2 3 4,-3-3-10,-4 1-3,0-2 9,-3-1-3,-5-1-3,-3-3-3,-3 1 3,0-2-6,-3-2-1,-1-2-12,-2-2 19,1-3-6,-1 0 0,3-5-1,-1-5 14,0-5-7,3-3-3,0-3-4,2-8 8,2-1-20,3-6-47,2 0-7,3-2-6,3 0 0,3 1 6,6 1-10,4 1-25,2 2-68,-2 2-112,5 2-85,-5 2-135,-2 8-119,4-7-56</inkml:trace>
          <inkml:trace contextRef="#ctx0" brushRef="#br0" timeOffset="40797.6598">3549 644 134,'0'0'808,"0"0"221,0 0-1029,0 0-68,0 0-52,0 0 32,0 0 49,0 0 37,0 0 0,0 0-30,0 0-24,52 14-116,-47-7-317</inkml:trace>
          <inkml:trace contextRef="#ctx0" brushRef="#br0" timeOffset="41095.4515">3776 1503 871,'0'0'48,"0"0"24,0 0 198,0 0-64,0 0-11,0 0-7,0 0-84,0 0-71,0 0-14,0 0-19,0 0-10,28-55-35,-28 46-91,0 0-125,0-2-64,0 3-95,-4-6-356,-20 120 744</inkml:trace>
        </inkml:traceGroup>
      </inkml:traceGroup>
    </inkml:traceGroup>
  </inkml:traceGroup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</inkml:channelProperties>
      </inkml:inkSource>
      <inkml:timestamp xml:id="ts0" timeString="2024-03-15T14:44:36.704"/>
    </inkml:context>
    <inkml:brush xml:id="br0">
      <inkml:brushProperty name="width" value="0.14" units="cm"/>
      <inkml:brushProperty name="height" value="0.14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7073D770-9114-4E64-B549-44E7BA400792}" emma:medium="tactile" emma:mode="ink">
          <msink:context xmlns:msink="http://schemas.microsoft.com/ink/2010/main" type="writingRegion" rotatedBoundingBox="4337,11022 6222,11022 6222,11141 4337,11141"/>
        </emma:interpretation>
      </emma:emma>
    </inkml:annotationXML>
    <inkml:traceGroup>
      <inkml:annotationXML>
        <emma:emma xmlns:emma="http://www.w3.org/2003/04/emma" version="1.0">
          <emma:interpretation id="{335F1F86-302F-48E0-8516-412C48CE7773}" emma:medium="tactile" emma:mode="ink">
            <msink:context xmlns:msink="http://schemas.microsoft.com/ink/2010/main" type="paragraph" rotatedBoundingBox="4337,11022 6222,11022 6222,11141 4337,11141" alignmentLevel="1"/>
          </emma:interpretation>
        </emma:emma>
      </inkml:annotationXML>
      <inkml:traceGroup>
        <inkml:annotationXML>
          <emma:emma xmlns:emma="http://www.w3.org/2003/04/emma" version="1.0">
            <emma:interpretation id="{DADACF7D-F39A-42EF-B3A9-AE086A955072}" emma:medium="tactile" emma:mode="ink">
              <msink:context xmlns:msink="http://schemas.microsoft.com/ink/2010/main" type="line" rotatedBoundingBox="4337,11022 6222,11022 6222,11141 4337,11141"/>
            </emma:interpretation>
          </emma:emma>
        </inkml:annotationXML>
        <inkml:traceGroup>
          <inkml:annotationXML>
            <emma:emma xmlns:emma="http://www.w3.org/2003/04/emma" version="1.0">
              <emma:interpretation id="{0B518DA1-F832-4DA9-AFF2-948F0D736A7B}" emma:medium="tactile" emma:mode="ink">
                <msink:context xmlns:msink="http://schemas.microsoft.com/ink/2010/main" type="inkWord" rotatedBoundingBox="4336,11076 5176,11021 5178,11050 4338,11105"/>
              </emma:interpretation>
              <emma:one-of disjunction-type="recognition" id="oneOf0">
                <emma:interpretation id="interp0" emma:lang="en-US" emma:confidence="0.5">
                  <emma:literal>-</emma:literal>
                </emma:interpretation>
                <emma:interpretation id="interp1" emma:lang="en-US" emma:confidence="0">
                  <emma:literal>_</emma:literal>
                </emma:interpretation>
                <emma:interpretation id="interp2" emma:lang="en-US" emma:confidence="0">
                  <emma:literal>.</emma:literal>
                </emma:interpretation>
                <emma:interpretation id="interp3" emma:lang="en-US" emma:confidence="0">
                  <emma:literal>,</emma:literal>
                </emma:interpretation>
                <emma:interpretation id="interp4" emma:lang="en-US" emma:confidence="0">
                  <emma:literal>~</emma:literal>
                </emma:interpretation>
              </emma:one-of>
            </emma:emma>
          </inkml:annotationXML>
          <inkml:trace contextRef="#ctx0" brushRef="#br0">17 82 673,'0'0'186,"0"0"-50,0 0-109,0 0-24,0 0 33,0 0 29,0 0 0,0 0 3,0 0 17,0 0 6,-14-25-26,14 25-9,0 0 15,0-1 14,0 1-7,0 0 9,-2 0 14,2 0-10,0 0-30,0 0-15,0 0 9,-1 0-10,1 0-22,0 0-10,0 0 3,0 0-16,0 0 0,0 0-16,0 0 3,3 0 13,3 0 29,2 0 13,3 0-22,5 1 9,3-1-20,5 0 4,4 2 0,2-1 23,4 0-36,2-1 12,4 0-12,0 0 0,3 0 19,0-2-19,3-2 0,1 0 14,-2-1-14,-1 0-42,-1 0 42,-4 0 17,-1 0-17,-6 0-16,-2-1 16,-3 2 0,-7 0-26,-4 1 7,-2 1 6,-6 0-10,-2 2 4,-4 0-20,0 0 0,-2 0-9,0 0 2,0 0-2,0 1-20,0 1-27,-2 2-41,0-1-65,-2 0-40,3 1 0,0 1-111,-3 2-160</inkml:trace>
        </inkml:traceGroup>
        <inkml:traceGroup>
          <inkml:annotationXML>
            <emma:emma xmlns:emma="http://www.w3.org/2003/04/emma" version="1.0">
              <emma:interpretation id="{00247A73-7E0D-492A-AFF8-9163770D9CBD}" emma:medium="tactile" emma:mode="ink">
                <msink:context xmlns:msink="http://schemas.microsoft.com/ink/2010/main" type="inkWord" rotatedBoundingBox="5868,11118 6221,11104 6222,11127 5869,11141"/>
              </emma:interpretation>
              <emma:one-of disjunction-type="recognition" id="oneOf1">
                <emma:interpretation id="interp5" emma:lang="en-US" emma:confidence="0.5">
                  <emma:literal>-</emma:literal>
                </emma:interpretation>
                <emma:interpretation id="interp6" emma:lang="en-US" emma:confidence="0">
                  <emma:literal>_</emma:literal>
                </emma:interpretation>
                <emma:interpretation id="interp7" emma:lang="en-US" emma:confidence="0">
                  <emma:literal>.</emma:literal>
                </emma:interpretation>
                <emma:interpretation id="interp8" emma:lang="en-US" emma:confidence="0">
                  <emma:literal>~</emma:literal>
                </emma:interpretation>
                <emma:interpretation id="interp9" emma:lang="en-US" emma:confidence="0">
                  <emma:literal>,</emma:literal>
                </emma:interpretation>
              </emma:one-of>
            </emma:emma>
          </inkml:annotationXML>
          <inkml:trace contextRef="#ctx0" brushRef="#br0" timeOffset="2630.3845">1555 119 706,'0'0'831,"0"0"-519,0 0-296,0 0 7,0 0-20,0 0 101,0 0 3,0 0-39,0 0-25,0 0-21,0 0 4,-23-7 10,28 6-14,3-2-18,0 0 25,3 0-27,-1 1 0,-1-1 12,2 2-14,0 0-13,2-1 13,0 2 12,1 0-11,3 0-2,2 0-14,0 0 15,0 0-1,0 0-18,0 0 18,0 0 1,0 0 0,-2 0-15,-1 0 2,0 0 0,-1 0-9,-2 0-105,-6 0-181,-1 0-105,-6 0-336</inkml:trace>
        </inkml:traceGroup>
      </inkml:traceGroup>
    </inkml:traceGroup>
  </inkml:traceGroup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</inkml:channelProperties>
      </inkml:inkSource>
      <inkml:timestamp xml:id="ts0" timeString="2024-03-15T14:44:44.203"/>
    </inkml:context>
    <inkml:brush xml:id="br0">
      <inkml:brushProperty name="width" value="0.14" units="cm"/>
      <inkml:brushProperty name="height" value="0.14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7CD57A49-724E-4906-91D2-5B8AD2497531}" emma:medium="tactile" emma:mode="ink">
          <msink:context xmlns:msink="http://schemas.microsoft.com/ink/2010/main" type="writingRegion" rotatedBoundingBox="21579,9466 24079,9314 24186,11067 21686,11219"/>
        </emma:interpretation>
      </emma:emma>
    </inkml:annotationXML>
    <inkml:traceGroup>
      <inkml:annotationXML>
        <emma:emma xmlns:emma="http://www.w3.org/2003/04/emma" version="1.0">
          <emma:interpretation id="{250FF9BD-917E-4366-8EED-2FCF79AA6295}" emma:medium="tactile" emma:mode="ink">
            <msink:context xmlns:msink="http://schemas.microsoft.com/ink/2010/main" type="paragraph" rotatedBoundingBox="21651,9462 24079,9314 24125,10067 21698,10216" alignmentLevel="1"/>
          </emma:interpretation>
        </emma:emma>
      </inkml:annotationXML>
      <inkml:traceGroup>
        <inkml:annotationXML>
          <emma:emma xmlns:emma="http://www.w3.org/2003/04/emma" version="1.0">
            <emma:interpretation id="{FC47FC43-DD7C-4DC0-98C9-5564E4020807}" emma:medium="tactile" emma:mode="ink">
              <msink:context xmlns:msink="http://schemas.microsoft.com/ink/2010/main" type="line" rotatedBoundingBox="21651,9462 24079,9314 24125,10067 21698,10216"/>
            </emma:interpretation>
          </emma:emma>
        </inkml:annotationXML>
        <inkml:traceGroup>
          <inkml:annotationXML>
            <emma:emma xmlns:emma="http://www.w3.org/2003/04/emma" version="1.0">
              <emma:interpretation id="{A4A999FC-59F0-4C92-891F-7A1028F543A1}" emma:medium="tactile" emma:mode="ink">
                <msink:context xmlns:msink="http://schemas.microsoft.com/ink/2010/main" type="inkWord" rotatedBoundingBox="21651,9462 22405,9416 22451,10170 21698,10216"/>
              </emma:interpretation>
              <emma:one-of disjunction-type="recognition" id="oneOf0">
                <emma:interpretation id="interp0" emma:lang="en-US" emma:confidence="0.5">
                  <emma:literal>NI</emma:literal>
                </emma:interpretation>
                <emma:interpretation id="interp1" emma:lang="en-US" emma:confidence="0">
                  <emma:literal>N/</emma:literal>
                </emma:interpretation>
                <emma:interpretation id="interp2" emma:lang="en-US" emma:confidence="0">
                  <emma:literal>N</emma:literal>
                </emma:interpretation>
                <emma:interpretation id="interp3" emma:lang="en-US" emma:confidence="0">
                  <emma:literal>NW</emma:literal>
                </emma:interpretation>
                <emma:interpretation id="interp4" emma:lang="en-US" emma:confidence="0">
                  <emma:literal>n/</emma:literal>
                </emma:interpretation>
              </emma:one-of>
            </emma:emma>
          </inkml:annotationXML>
          <inkml:trace contextRef="#ctx0" brushRef="#br0">175 154 166,'0'0'167,"0"0"-105,0 0-7,0 0 13,0 0 219,0 0-117,0 0-27,0 0 10,-9-60 23,8 51 45,1 1 46,-2-1-40,0 4-39,1-1-33,-1 2 3,-1 3-7,0 0-38,0 1-30,0 0-22,1 0-42,-2 5-19,1 4-51,-1 5 16,-1 4 12,0 7 22,0 1 0,-1 2-10,0 1 9,0-1 2,-4 0-22,4-1-7,-4-2 27,2 3-14,-1-3 0,0 0-20,0-3 17,0-2 0,2-1-1,0-5-5,1-2 5,2-3 1,1-5-10,1-3-3,0-1 29,2 0 1,0-5-31,0-7-15,0-2 45,2-4 3,1-7 3,1-1 0,2-3 33,0 2-4,1-3-13,0 2 4,2 2 9,0 1-3,-1 1-26,3 3 10,-1 2 6,-3 2-17,2 4-2,0 4 0,-1 3 3,-1 3-2,-1 0-1,1 3-29,1 0 29,-1 6-1,2 3 0,1 2 1,-1 3 17,3 0 2,0-1-19,-1 2-15,-2-1 15,3 0 0,-2-1-10,-1-1 10,1-1 0,-2-1 1,0-1-1,0-2 0,0 1 13,-1-3 3,0-1-16,0-2-1,0-2 1,1 0 16,-1 0-15,-1-5 3,4-1 41,-2-3 3,1-2-16,0-3-16,-2-2 10,1 0 3,-2-1-27,0 2-2,-1 2 16,-2-1 1,1 1-17,-1 1-16,-1-1 15,2 2-18,-2 0-42,1 0-13,0 1 26,-1 1-27,0-1-63,0 0-49,4 2-79,-1-3-175,1 0 1,-1 2-12,2-9-370</inkml:trace>
          <inkml:trace contextRef="#ctx0" brushRef="#br0" timeOffset="228.6249">681-306 1213,'0'0'1159,"0"0"-987,0 0-95,0 0 49,0 0-52,0 0-26,0 0-19,0 0 0,0 0 3,0 0 26,-5 62 19,10-41-36,0 3-38,2 2-3,-3 0 4,0 1-4,1-1-42,0 0-22,-3 0-29,4 0-97,-4-2-91,2 1-191,-2-8-175,1 3-418</inkml:trace>
        </inkml:traceGroup>
        <inkml:traceGroup>
          <inkml:annotationXML>
            <emma:emma xmlns:emma="http://www.w3.org/2003/04/emma" version="1.0">
              <emma:interpretation id="{37723521-5E38-4F0E-B48F-266C17A8F5B9}" emma:medium="tactile" emma:mode="ink">
                <msink:context xmlns:msink="http://schemas.microsoft.com/ink/2010/main" type="inkWord" rotatedBoundingBox="23362,9463 24086,9419 24120,9978 23397,10022"/>
              </emma:interpretation>
              <emma:one-of disjunction-type="recognition" id="oneOf1">
                <emma:interpretation id="interp5" emma:lang="en-US" emma:confidence="0.5">
                  <emma:literal>w/</emma:literal>
                </emma:interpretation>
                <emma:interpretation id="interp6" emma:lang="en-US" emma:confidence="0">
                  <emma:literal>w</emma:literal>
                </emma:interpretation>
                <emma:interpretation id="interp7" emma:lang="en-US" emma:confidence="0">
                  <emma:literal>W</emma:literal>
                </emma:interpretation>
                <emma:interpretation id="interp8" emma:lang="en-US" emma:confidence="0">
                  <emma:literal>WI</emma:literal>
                </emma:interpretation>
                <emma:interpretation id="interp9" emma:lang="en-US" emma:confidence="0">
                  <emma:literal>we</emma:literal>
                </emma:interpretation>
              </emma:one-of>
            </emma:emma>
          </inkml:annotationXML>
          <inkml:trace contextRef="#ctx0" brushRef="#br0" timeOffset="1001.0162">1759 82 1441,'0'0'640,"0"0"-472,0 0-103,0 0 32,-8-62 55,8 50-17,1 3-64,0 2-29,-1 2 10,0 2 28,0 3-3,0 0-3,0 0-10,-2 4-26,-2 3-38,-1 5-21,-2 3 21,-1 4 35,-1 2-3,0-1 0,3 5 6,1-5-9,1 1-14,2-2-15,2-2 0,0-2-2,6-1-14,3-5 1,0-1-14,5-4 3,0-1 7,1-3 3,3-3 16,-2-4 0,3-3-12,-3-3 0,1-1 8,-1-1-18,-1-2-16,-2 1-4,-1 1 10,-2 0-3,-3 4 0,0 1 12,-3 1 22,-1 4 0,-2 2-1,0 0-1,-1 3 3,0 0 21,0 2-21,-2 3-38,-1 2 2,1 5 20,1 3 14,1 0 2,0 6 19,0-1 1,5-1-17,2-2-3,3-1 29,0-2 3,3-1 6,1-2 1,1-2 12,1-4-10,2-1-12,-1-4 3,-1 0 6,-2-3-6,2-3-6,-5-4-1,0-2 26,-1-2-13,-4-3-37,0-1 1,-2-2-4,-3 1 2,-1 0-31,0-1-30,0 0-3,-4 3-25,0-1-55,-3-1-19,0 1-11,-1 0-91,2-1-250,1 4-93,0-4-142</inkml:trace>
          <inkml:trace contextRef="#ctx0" brushRef="#br0" timeOffset="1220.1353">2379-304 821,'0'0'2231,"0"0"-1912,0 0-204,0 0-4,0 0-73,0 0-7,0 0 36,0 0 24,5 79-9,-1-48-19,2 6-1,-2 1-62,-1 3-31,-2 0-41,1 2-29,-2 0-94,-3 0-168,-2-12-237,-10 12-663</inkml:trace>
        </inkml:traceGroup>
      </inkml:traceGroup>
    </inkml:traceGroup>
    <inkml:traceGroup>
      <inkml:annotationXML>
        <emma:emma xmlns:emma="http://www.w3.org/2003/04/emma" version="1.0">
          <emma:interpretation id="{FA316427-068C-4774-8678-5738B30F9AA6}" emma:medium="tactile" emma:mode="ink">
            <msink:context xmlns:msink="http://schemas.microsoft.com/ink/2010/main" type="paragraph" rotatedBoundingBox="21679,11100 23501,11028 23505,11133 21684,11204" alignmentLevel="1"/>
          </emma:interpretation>
        </emma:emma>
      </inkml:annotationXML>
      <inkml:traceGroup>
        <inkml:annotationXML>
          <emma:emma xmlns:emma="http://www.w3.org/2003/04/emma" version="1.0">
            <emma:interpretation id="{5A0597B1-96D0-44D9-BFA8-34335DD4E5CA}" emma:medium="tactile" emma:mode="ink">
              <msink:context xmlns:msink="http://schemas.microsoft.com/ink/2010/main" type="inkBullet" rotatedBoundingBox="21679,11100 22384,11072 22389,11177 21684,11204"/>
            </emma:interpretation>
            <emma:one-of disjunction-type="recognition" id="oneOf2">
              <emma:interpretation id="interp10" emma:lang="en-US" emma:confidence="0">
                <emma:literal>-</emma:literal>
              </emma:interpretation>
            </emma:one-of>
          </emma:emma>
        </inkml:annotationXML>
        <inkml:trace contextRef="#ctx0" brushRef="#br0" timeOffset="-9739.2966">-1 1451 1266,'0'0'384,"0"0"-134,0 0-162,0 0-62,0 0 22,0 0-9,0 0 0,0 0 16,0 0-3,-17-49 6,17 44-3,3-1 4,-1 2-1,0 0-3,-1 0-7,1 2 30,0 1 12,-2 1 3,1 0-9,-1 0 9,2 0-10,-2 0-22,0 0-7,1 0 0,0 0-18,4 0-34,2 0 20,5 3 29,4 1-3,3 1-29,7 1-16,2-1 13,6-1-16,4 2-3,2-2-26,0-2 17,3 2 11,-1 0-26,-1-2-21,-1 2-3,-3 0-16,-1-1-64,-1 0 6,-5 1 0,-3 0-27,-2-1-96,-3-2-118,-3 1-125,-6-2-30,3 0-310</inkml:trace>
      </inkml:traceGroup>
      <inkml:traceGroup>
        <inkml:annotationXML>
          <emma:emma xmlns:emma="http://www.w3.org/2003/04/emma" version="1.0">
            <emma:interpretation id="{FC239388-6E7D-4E56-B039-765B1C6F13E2}" emma:medium="tactile" emma:mode="ink">
              <msink:context xmlns:msink="http://schemas.microsoft.com/ink/2010/main" type="line" rotatedBoundingBox="23150,11062 23501,11048 23502,11058 23150,11072"/>
            </emma:interpretation>
          </emma:emma>
        </inkml:annotationXML>
        <inkml:traceGroup>
          <inkml:annotationXML>
            <emma:emma xmlns:emma="http://www.w3.org/2003/04/emma" version="1.0">
              <emma:interpretation id="{817962C5-8430-4F15-AA00-EE908AFC0419}" emma:medium="tactile" emma:mode="ink">
                <msink:context xmlns:msink="http://schemas.microsoft.com/ink/2010/main" type="inkWord" rotatedBoundingBox="23150,11062 23501,11048 23502,11058 23150,11072"/>
              </emma:interpretation>
              <emma:one-of disjunction-type="recognition" id="oneOf3">
                <emma:interpretation id="interp11" emma:lang="en-US" emma:confidence="0.5">
                  <emma:literal>_</emma:literal>
                </emma:interpretation>
                <emma:interpretation id="interp12" emma:lang="en-US" emma:confidence="0">
                  <emma:literal>-</emma:literal>
                </emma:interpretation>
                <emma:interpretation id="interp13" emma:lang="en-US" emma:confidence="0">
                  <emma:literal>.</emma:literal>
                </emma:interpretation>
                <emma:interpretation id="interp14" emma:lang="en-US" emma:confidence="0">
                  <emma:literal>,</emma:literal>
                </emma:interpretation>
                <emma:interpretation id="interp15" emma:lang="en-US" emma:confidence="0">
                  <emma:literal>)</emma:literal>
                </emma:interpretation>
              </emma:one-of>
            </emma:emma>
          </inkml:annotationXML>
          <inkml:trace contextRef="#ctx0" brushRef="#br0" timeOffset="-9213.5698">1451 1338 939,'0'0'1067,"0"0"-821,0 0-119,0 0-4,0 0-14,0 0-34,0 0-14,0 0 13,0 0-3,0 0-27,24 4 5,-11-4 5,2 1-12,-1-1-40,2 0 1,1 0 20,0 0 5,3 0-12,-1-3 7,1 1 9,0-2-32,1 2-7,0 1-54,0-1-19,-2 1 3,0 1-45,-1 0-100,-2 0-146,-2 0-181,-6 0-85</inkml:trace>
        </inkml:traceGroup>
      </inkml:traceGroup>
    </inkml:traceGroup>
  </inkml:traceGroup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</inkml:channelProperties>
      </inkml:inkSource>
      <inkml:timestamp xml:id="ts0" timeString="2024-03-15T14:45:05.784"/>
    </inkml:context>
    <inkml:brush xml:id="br0">
      <inkml:brushProperty name="width" value="0.14" units="cm"/>
      <inkml:brushProperty name="height" value="0.14" units="cm"/>
      <inkml:brushProperty name="color" value="#ED1C24"/>
      <inkml:brushProperty name="fitToCurve" value="1"/>
    </inkml:brush>
    <inkml:brush xml:id="br1">
      <inkml:brushProperty name="width" value="0.07" units="cm"/>
      <inkml:brushProperty name="height" value="0.0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E50D5D17-E65F-4DBD-9218-C8CDC17C902E}" emma:medium="tactile" emma:mode="ink">
          <msink:context xmlns:msink="http://schemas.microsoft.com/ink/2010/main" type="writingRegion" rotatedBoundingBox="8890,4312 25497,4056 25666,15068 9060,15324"/>
        </emma:interpretation>
      </emma:emma>
    </inkml:annotationXML>
    <inkml:traceGroup>
      <inkml:annotationXML>
        <emma:emma xmlns:emma="http://www.w3.org/2003/04/emma" version="1.0">
          <emma:interpretation id="{2230287F-7D9F-4816-B68E-02E1A21F1F11}" emma:medium="tactile" emma:mode="ink">
            <msink:context xmlns:msink="http://schemas.microsoft.com/ink/2010/main" type="paragraph" rotatedBoundingBox="14031,4281 25494,4055 25527,5734 14064,5960" alignmentLevel="3"/>
          </emma:interpretation>
        </emma:emma>
      </inkml:annotationXML>
      <inkml:traceGroup>
        <inkml:annotationXML>
          <emma:emma xmlns:emma="http://www.w3.org/2003/04/emma" version="1.0">
            <emma:interpretation id="{B53F0D1E-4C54-4562-B1B0-CF2B52B3F6C5}" emma:medium="tactile" emma:mode="ink">
              <msink:context xmlns:msink="http://schemas.microsoft.com/ink/2010/main" type="line" rotatedBoundingBox="14031,4281 25494,4055 25527,5734 14064,5960"/>
            </emma:interpretation>
          </emma:emma>
        </inkml:annotationXML>
        <inkml:traceGroup>
          <inkml:annotationXML>
            <emma:emma xmlns:emma="http://www.w3.org/2003/04/emma" version="1.0">
              <emma:interpretation id="{B00ADD0C-F560-4AE1-BC83-024AE368163C}" emma:medium="tactile" emma:mode="ink">
                <msink:context xmlns:msink="http://schemas.microsoft.com/ink/2010/main" type="inkWord" rotatedBoundingBox="14037,4603 16298,4559 16318,5588 14057,5632"/>
              </emma:interpretation>
              <emma:one-of disjunction-type="recognition" id="oneOf0">
                <emma:interpretation id="interp0" emma:lang="en-US" emma:confidence="0.5">
                  <emma:literal>No-of</emma:literal>
                </emma:interpretation>
                <emma:interpretation id="interp1" emma:lang="en-US" emma:confidence="0">
                  <emma:literal>no-of</emma:literal>
                </emma:interpretation>
                <emma:interpretation id="interp2" emma:lang="en-US" emma:confidence="0">
                  <emma:literal>No-if</emma:literal>
                </emma:interpretation>
                <emma:interpretation id="interp3" emma:lang="en-US" emma:confidence="0">
                  <emma:literal>No-off</emma:literal>
                </emma:interpretation>
                <emma:interpretation id="interp4" emma:lang="en-US" emma:confidence="0">
                  <emma:literal>Non-of</emma:literal>
                </emma:interpretation>
              </emma:one-of>
            </emma:emma>
          </inkml:annotationXML>
          <inkml:trace contextRef="#ctx0" brushRef="#br0">158 79 140,'0'0'157,"0"0"-50,0 0-32,0 0 13,0 0 111,0 0-91,0 0-17,2-53-9,-2 45 9,0 2-20,0 1 21,0 0-14,0 3 16,0 1-6,0 1 0,0 0-23,-2 0-65,2 0-29,0 3-56,-1 2 26,-1 2 33,1 2 13,-1 2 13,-2 5 22,0 2 11,-1 4-11,-2 2-19,0 1 26,-2 3-27,-1 2 0,-1 1 14,0 2-13,-2-1 16,2-1-18,-1-2 2,1-2 0,1-4 13,2-2-15,2-5 1,0-1 11,2-1-13,2-6 0,1-4-3,1-2-17,0-2-14,0 0 33,2-8-11,2 1-44,1-6-54,2-3-86,0-1 24,0-3-11,1 0 7,-2-4 13,1 3-39,-3 4-16</inkml:trace>
          <inkml:trace contextRef="#ctx0" brushRef="#br0" timeOffset="434.0564">95 85 137,'0'0'212,"0"0"-36,0 0 13,0 0-52,16-56 0,-11 46-20,0 5-29,-1-1-33,3 1 1,-2 4 6,2-2-36,0 3-26,2 0-20,-2 3 5,3 3 15,0 3 52,1 3-16,1-1-34,0 2 21,0 1-4,-1 1-16,3 0-1,-2 2 0,-1-1 1,0 2-3,0-2 16,0 2-15,-2-1 1,0 0-2,1 0 2,-3-1 1,1-1-3,-2-1 0,2-1 1,-2-2 2,2-1 1,-2-2 9,-1-2-10,0-2-1,0-2 21,-5-1 6,4-1 23,-2 0 33,1-2 15,0-4-22,1-3-16,0-1-23,-1-2-10,1-2-9,-1-1-7,2-1 12,-3 0-21,0-1-2,2 0 11,-1 0-13,0-2 1,1 1 0,-2-3-1,1 1-1,0-1 1,-1 1 0,0 1 0,-1-2-1,-1 5-12,1 0 11,-1 2-11,2 4-3,-2 0-10,3 5-26,-1 1-62,4 3-175,0 1-17,3 0 32,-1 0-61,4 5-213</inkml:trace>
          <inkml:trace contextRef="#ctx0" brushRef="#br0" timeOffset="823.4763">723 59 375,'0'0'483,"0"0"-330,0 0-69,0 0 27,0 0-36,-70 29 13,58-20 10,2 0-17,3 3-16,0 0-10,2 2 1,1 1-24,1 1-3,3 2-25,0-3 38,0 1-40,0-2-1,4 0 0,1-1 0,1-2-1,1-1 0,0-1 1,0-2 3,2-1 9,1-2-10,1-2 29,-2-1 1,3-1 6,0 0-10,1-6 26,2-2-10,-1-3-19,1-1-9,0-2 2,-1-2-16,-2-1-1,2-2-2,-4 0-10,-1 0 10,-1-1 1,-3 3-1,-3-1 1,-2 2-1,0 1-11,-5 1-2,-5 2-10,-1 3 7,-1 0-13,-2 3-26,-1 5-10,2 1-33,3 0-136,1 7-62,2-2-114,2 10-236</inkml:trace>
          <inkml:trace contextRef="#ctx0" brushRef="#br0" timeOffset="1025.1688">1036 198 1007,'0'0'1241,"0"0"-1050,0 0-142,0 0 9,0 0 61,0 0-66,0 0-53,0 0-49,0 0-73,0 0-20,-33-9 25,44 7-97,2 1-260,-1-1-125</inkml:trace>
          <inkml:trace contextRef="#ctx0" brushRef="#br0" timeOffset="1994.9804">1704 11 378,'0'0'39,"0"0"294,0 0-121,0 0-23,0 0-7,0 0 39,0 0 98,0 0-50,0 0-42,0 0-91,0 0-20,-5-49-42,3 49-55,2 0-19,0 0-28,0 0-11,-3 1-16,3 3-10,-4 5 43,0 2-1,-2 4 23,-2 1-3,0 6 2,2 0 1,-1 4-2,1 0-11,0 2 12,1-3 0,3 1 1,2-6-13,0 0 13,0-4-3,5-2-17,2-5 10,0-1 10,0-3 13,4-2 16,1-1-3,0-2 23,1-2 6,2-4-13,1-4-17,1-1 4,-1-1-16,0-3-11,-2-1 2,0-1-1,-2-1 19,-3 1-11,2-1-11,-3-1 0,-2 0 1,-2 0-1,-2-1 0,-2 1 1,0-1-1,0 0-2,-4 1 2,-1 5 19,0 2-15,0 3 9,3 5-13,-1-1 1,2 5-1,1-1-26,0 1-29,0 0-13,0 0-12,0 0-11,2 1 46,4 5 32,2 1 12,1 0 1,1 2 0,1 2 0,0 2 0,2 0-28,-2 1 28,3 3 1,-2 0 12,-2 2-13,0 3-3,-2 3 3,-1 3 13,-3 2-12,-3 5 2,-1 4 20,0 2-1,-6 2 7,-5 2-6,0 0 0,0-1 12,-2 0-12,-1-3 2,2-2 53,0-3-4,3-1-45,-1-3-10,2-2 1,1-2 5,2-2-24,2-2-1,3 0 3,0-4-3,4 0-3,3-3-16,2-2 6,2-2 12,2-4-2,0-1-16,1-4 18,-1-2 1,2-1 0,-1-1 1,0-2 21,-1-4 4,-1-4-10,0-2-13,-1-4 13,-3-2 6,0-1-21,-2-2-1,-3-1 13,-3-1-13,0 1 0,-6-2-16,-5-1 16,-2-4-16,-2 1 13,-3-3-27,-1 1 30,2-1 0,-1 0 0,3 2 2,4 1 21,1 3-4,8 5-6,2 2-13,2 0-19,12 3-4,7-3-2,6 1-11,4 0 20,6 0 13,2 2-26,2 2-23,0 1-67,-2 3-152,-2 2-300,-10 3-136</inkml:trace>
        </inkml:traceGroup>
        <inkml:traceGroup>
          <inkml:annotationXML>
            <emma:emma xmlns:emma="http://www.w3.org/2003/04/emma" version="1.0">
              <emma:interpretation id="{73A2E9D5-480B-4058-B5E8-4EACD394E7E2}" emma:medium="tactile" emma:mode="ink">
                <msink:context xmlns:msink="http://schemas.microsoft.com/ink/2010/main" type="inkWord" rotatedBoundingBox="16689,4514 18575,4476 18596,5507 16709,5545"/>
              </emma:interpretation>
              <emma:one-of disjunction-type="recognition" id="oneOf1">
                <emma:interpretation id="interp5" emma:lang="en-US" emma:confidence="0.5">
                  <emma:literal>chips</emma:literal>
                </emma:interpretation>
                <emma:interpretation id="interp6" emma:lang="en-US" emma:confidence="0">
                  <emma:literal>Chips</emma:literal>
                </emma:interpretation>
                <emma:interpretation id="interp7" emma:lang="en-US" emma:confidence="0">
                  <emma:literal>chip</emma:literal>
                </emma:interpretation>
                <emma:interpretation id="interp8" emma:lang="en-US" emma:confidence="0">
                  <emma:literal>chip's</emma:literal>
                </emma:interpretation>
                <emma:interpretation id="interp9" emma:lang="en-US" emma:confidence="0">
                  <emma:literal>Chip</emma:literal>
                </emma:interpretation>
              </emma:one-of>
            </emma:emma>
          </inkml:annotationXML>
          <inkml:trace contextRef="#ctx0" brushRef="#br0" timeOffset="2589.3156">2961 111 745,'0'0'202,"0"0"-4,0 0-58,0 0 95,0 0 2,0 0-3,-29-53-108,22 47-15,-1 1 8,-1 2-44,0 2-27,-2-1-15,-1 2-33,-2 0-21,-2 6 2,-2 5-4,-2 3 1,1 2 2,-2 5-3,-1 3 20,0 2 0,2 1 0,2 4-17,5-1 17,1 0-10,5-2-9,4-1-1,3-1 3,5-2 18,6-3-20,7-3 1,7-5 19,0-3 1,8-5-38,5-5-126,5-1-154,-10-5-74,22-13-155</inkml:trace>
          <inkml:trace contextRef="#ctx0" brushRef="#br0" timeOffset="3634.4882">3301-133 1395,'0'0'468,"0"0"-289,0 0-17,0 0 106,0 0-93,0 0-50,0 0-67,0 0-58,0 0-48,0 0-48,0 0 21,-50-12 56,50 33 19,0 4 3,0 6 0,0 3 1,0 3 12,-5 3-5,3 4-11,-3-2 0,-1 0 22,-2-1-20,3-2 22,-2-7-24,3-4 0,1-7 0,0-2-1,3-7 1,0-3 1,0-3 0,0-2-1,0-4 0,0 0 21,0 0 21,2-1 3,3-7-6,5-4-13,0-2-8,4-2-18,0-2-19,1 1 15,0-1-8,0 2-5,1 1 5,0 1 8,-1 2 1,-2 3-23,-1 3 4,0 1 3,-4 5-4,0 0-19,-1 5 16,2 4 23,-4 3 3,1 2 0,1 4 0,-2-2 0,0 1 20,0-2-20,-1 0 1,1-3 1,1 0 1,1-1 16,1-2-19,2-3 1,0 0 15,1-3 1,3-2 2,2-1 10,1-3 3,1-4 0,3-2-19,-1-3-10,1-2 10,-3 0 0,0-1-13,-3-1-2,-1 2 2,-3 0 0,-2 1 13,-3 2-11,-1 1 11,-3 1 3,0-1-15,-2 5 1,0-3 17,0 5-18,0 0 0,-2 3 2,0-1-3,1 1-3,-2 0-38,-1 1-17,1 3 10,-2 6 9,-1-1 16,3 4 20,0 1-11,3 1 14,0 0 14,0 2-14,1 1 0,9-1 0,2 0 0,2-1 0,4-1 0,-1-3 0,4-3 0,0 0 2,1-3 18,1-3-1,1-3-3,1 0-3,-2-3 3,-1-4 0,0-3 10,-2 0-13,-4-2 3,0 0 2,-5 0-17,0-1 1,-3 0 17,-1 1-6,-3-2-12,0 0 0,-3-1 2,-1 2 0,0-2-2,0 0-1,0 0-13,-4 0 12,0-2-15,2 3 13,-1 1-17,0 1 17,1 3-13,1 3 3,0 3 13,-1 1-3,2 1-39,0 1-6,0 0 3,0 3-13,0 1 9,0 7 35,0 0 14,0 8 3,-2 0-1,-1 6-2,1 3 13,-2 4 0,-1 3-13,0 3 1,-3 5 12,1-1-13,0 5 1,-1-1-1,3-1 2,-2-1 0,2-4-1,2-4 0,-1 0 11,3-7 0,-1-3-12,2-4 0,0-2-3,0-4 3,0-2-20,0-5 8,0 0 12,0-5 4,0-1-4,2-1-4,-2-2 4,1 0 4,-1 0-3,0 0-1,0 0 2,0 0 9,0 0-11,0 0-17,1 0 5,0 0-27,-1-1-58,3-2-49,-1 0-87,1-2-153,-1 1-57,-1-6-212,-14 36 26</inkml:trace>
          <inkml:trace contextRef="#ctx0" brushRef="#br0" timeOffset="4757.2112">3557 75 1155,'0'0'1356,"0"0"-1143,0 0-74,0 0 11,0 0-130,0 0-20,0 0-52,0 0-21,0 0-40,0 0 32,5-21 14,5 26-101,-1 2-175,-1-1-401,-2-2-470</inkml:trace>
          <inkml:trace contextRef="#ctx0" brushRef="#br0" timeOffset="4012.0607">4120 117 1079,'0'0'645,"0"0"-421,0 0-120,0 0 61,0 0-100,0 0-27,0 0-18,7-56-17,5 52-3,-1-1 0,1 4-2,0 1-21,2 0-3,-3 4-6,2 3 6,-2 3-3,-2 0 3,0 4 10,-1 1 16,-4 2 0,0 2 3,-3 4 33,-1 0 3,0 1-1,-3 1-18,-5-1-7,-2 0 16,-2-3-28,0-1 1,-2-4 1,0 0 23,-2-3-24,2-2-2,-1-1-1,1-5 1,2 1-22,0-2-147,2-4-145,2 0 44,4 0-72,-4-4-274</inkml:trace>
          <inkml:trace contextRef="#ctx0" brushRef="#br0" timeOffset="4503.0413">4354 372 969,'0'0'1177,"0"0"-990,0 0-60,0 0-18,0 0-21,0 0-8,0 0 42,0 0 52,0 0-24,0 0-96,0 0-28,44-38-10,-30 23-3,1 0-1,-2-2-8,0-1 12,-2 0-4,-2 0 11,1-3-23,-3 1 0,-2-2 0,-1-1 19,-1-2-19,-2 1-15,-1-1 14,0 0 0,0 3 2,0 3-3,-1 3 2,-2 2-4,0 5-11,2 2 12,-2 3-9,1 3-17,-1 1-32,1 0-19,0 0-64,-4 5 13,0 5 60,0 2 32,-2 3 20,1 3 16,0-1-20,2 2 20,1 1 0,2-2-13,2 1 3,0 0 13,0 0-10,3-3 10,2-1-3,3 0 2,1-1 1,3 0 18,-3-3-17,3-1-1,-2 1 1,1-1 14,-2-1-15,-2 1-13,-1-2 12,-2 1 0,-4 1-12,0 0 13,-4 0 0,-7 2 0,-3 1-12,-5 1-134,-4-1-51,0-1-98,-2-1-56,-2-2 33,9-3-73,-13-2-180</inkml:trace>
        </inkml:traceGroup>
        <inkml:traceGroup>
          <inkml:annotationXML>
            <emma:emma xmlns:emma="http://www.w3.org/2003/04/emma" version="1.0">
              <emma:interpretation id="{EEAA62A2-C920-4593-869D-129F7FA79F80}" emma:medium="tactile" emma:mode="ink">
                <msink:context xmlns:msink="http://schemas.microsoft.com/ink/2010/main" type="inkWord" rotatedBoundingBox="19142,4815 19382,4810 19386,5042 19147,5047"/>
              </emma:interpretation>
              <emma:one-of disjunction-type="recognition" id="oneOf2">
                <emma:interpretation id="interp10" emma:lang="en-US" emma:confidence="0.5">
                  <emma:literal>=</emma:literal>
                </emma:interpretation>
                <emma:interpretation id="interp11" emma:lang="en-US" emma:confidence="0">
                  <emma:literal>_</emma:literal>
                </emma:interpretation>
                <emma:interpretation id="interp12" emma:lang="en-US" emma:confidence="0">
                  <emma:literal>,</emma:literal>
                </emma:interpretation>
                <emma:interpretation id="interp13" emma:lang="en-US" emma:confidence="0">
                  <emma:literal>I</emma:literal>
                </emma:interpretation>
                <emma:interpretation id="interp14" emma:lang="en-US" emma:confidence="0">
                  <emma:literal>f</emma:literal>
                </emma:interpretation>
              </emma:one-of>
            </emma:emma>
          </inkml:annotationXML>
          <inkml:trace contextRef="#ctx0" brushRef="#br0" timeOffset="5627.4832">5099 396 836,'0'0'768,"0"0"-560,0 0-208,0 0-39,0 0-79,0 0 118,0 0 23,72 3 3,-39-4-26,5 0-16,-8 0-355,13-2-264</inkml:trace>
          <inkml:trace contextRef="#ctx0" brushRef="#br0" timeOffset="5443.1346">5112 238 121,'0'0'427,"0"0"290,0 0-473,0 0 3,0 0-98,0 0-84,0 0-32,0 0-14,0 0-17,46-60 15,-30 56-17,2 1-2,-1-1-18,0 3-16,1 1-19,-2 0-3,-1 2-4,0 4 23,0-1-10,-4 2-61,0 0-310,-3 3-281</inkml:trace>
        </inkml:traceGroup>
        <inkml:traceGroup>
          <inkml:annotationXML>
            <emma:emma xmlns:emma="http://www.w3.org/2003/04/emma" version="1.0">
              <emma:interpretation id="{D825C490-DA19-42D0-9023-0D576998FD9B}" emma:medium="tactile" emma:mode="ink">
                <msink:context xmlns:msink="http://schemas.microsoft.com/ink/2010/main" type="inkWord" rotatedBoundingBox="19746,4245 21250,4215 21281,5818 19778,5847"/>
              </emma:interpretation>
              <emma:one-of disjunction-type="recognition" id="oneOf3">
                <emma:interpretation id="interp15" emma:lang="en-US" emma:confidence="0.5">
                  <emma:literal>Regina</emma:literal>
                </emma:interpretation>
                <emma:interpretation id="interp16" emma:lang="en-US" emma:confidence="0">
                  <emma:literal>Reina</emma:literal>
                </emma:interpretation>
                <emma:interpretation id="interp17" emma:lang="en-US" emma:confidence="0">
                  <emma:literal>Rina</emma:literal>
                </emma:interpretation>
                <emma:interpretation id="interp18" emma:lang="en-US" emma:confidence="0">
                  <emma:literal>Retina</emma:literal>
                </emma:interpretation>
                <emma:interpretation id="interp19" emma:lang="en-US" emma:confidence="0">
                  <emma:literal>Regains</emma:literal>
                </emma:interpretation>
              </emma:one-of>
            </emma:emma>
          </inkml:annotationXML>
          <inkml:trace contextRef="#ctx0" brushRef="#br0" timeOffset="14324.806">6118-177 395,'0'0'120,"0"0"-45,0 0 140,0 0 66,0 0-109,10-58-12,-9 46 19,2 1-39,-1 0 51,1 1-48,1-2-20,1 0-26,0 2 13,-1 1-16,1 0-10,0 2 3,-3 0-6,1 3-20,-2 3-32,-1 1-29,0 0-48,1 1-27,-1 4 37,0 4 13,0 3 25,0 2 16,-2 4 13,-4 2-9,-3 4-6,-2 3-14,-1 3-13,0 2 13,-2 3 2,0 3-2,-2 0-16,0 0 3,0-1 13,1-4 18,0-2-18,2-4-16,4-5 0,-1-5 15,3-4 1,2-4 0,1-3 12,3-3 13,-1-3 11,2 0 38,0-6-74,0-4-13,3-4-19,2-4-13,1-3 45,2-3-2,0-3 0,3-1-1,-3-3 2,4-2 0,-3 1-14,1-2 15,-1-1 16,-1 2-16,1 1 0,1-1-2,-1 3 2,2 1 14,-1 2-14,2 2-3,-1 5 3,2 2 0,0 4-22,0 5 0,1-1 20,0 5-11,0 2-20,-1 3-5,0 0 18,-1 3 20,1 2-22,-1 5 1,-2 2 21,-2 3 23,-4 3-21,-2 3-2,-2 3 23,-2 2-5,-7 0-17,-3 1-1,-4 0 0,-3 1-30,-4-2-64,0-2 20,-2-1 19,0-3 13,1-2-3,1-3 6,3-5 35,1 0 2,2-5-14,3 0 16,2-5 16,3 0 10,1 0-13,3-2-12,2-4 22,3 1 0,0 0-23,0-2-19,3-1 17,3 3 0,3-1-34,0 3 4,3 1 19,0 2 13,-1 0-36,1 4 4,2 3 32,0 3 16,1 3-3,-2 2-11,1-2 14,1 2-16,1-1 3,-2 1-4,2-1 1,-1-2-2,-1-2-1,0-1-39,0-1 10,0-4-1,0-2-58,0-2-48,1 0-173,0-6-92,-3 1 32,5-9-175</inkml:trace>
          <inkml:trace contextRef="#ctx0" brushRef="#br0" timeOffset="14744.2111">6423-124 711,'0'0'238,"0"0"-134,0 0 62,0 0-10,0 0-45,0 0-7,0 0 43,0 0-27,0 0-7,0 0-19,-14 60 82,28-55-170,-1-1 49,-1-2-55,0-1 45,0-1-28,-1 0 44,3-1-9,0-4-17,1-1-6,-1-2-16,-1 1 0,-1-2 6,-2 0 11,0 1-21,-1-1-8,-2 0-2,-1 2-24,-3-2 25,0 3-12,-2-2-3,-1 3 13,0-2-26,-1 3 9,-4-1-13,-2 2 30,-1 0-31,-1 0-31,-3 3-40,1 0 23,-3 9 16,-3-3 13,-1 8 23,-1 0 28,2 2-11,1 2 11,0 1 0,4 1 0,0 3-12,5-3-3,0 0-7,4 0 10,1-1-36,2-3 10,5-1 17,4-3-4,1 0 6,6-4-41,1-1-17,4-4-72,2-3-52,3 0-3,5-2 75,1-5-98,1-1-128,-9 1 20</inkml:trace>
          <inkml:trace contextRef="#ctx0" brushRef="#br0" timeOffset="15321.08">6905-20 75,'0'0'388,"0"0"-20,0 0-25,0 0-76,0 0 22,0 0 3,0 0-49,0 0 10,0 0-57,0 0-93,26-57-61,-29 54-40,-3 0 47,0 1-18,-1-1-31,-4 3 0,2 0-13,-6 0 13,2 4-39,-4 2 17,1 3 22,-3 1-2,3 0-40,2 1 19,0 2 1,4-2 6,3 1-29,3-3-20,1 0 49,3-1-26,0-1-42,3-2 66,4 0 18,2-3 3,0-1 26,3-1 23,2 0 9,2-1-22,0-6-36,-1 2 16,1-4 20,-2 1-10,0 0-29,-2 0 1,0 0 19,-2-1 2,-2 3-21,2-1 1,-3 1 34,-2 1 10,0 1-46,-1 2-16,-3 1 13,0-1-35,-1 2-46,0 0-35,3 2-20,-2 4 26,2 4 100,1 2 13,-1 6 39,1 2-16,-1 5-23,-1 0-21,1 3 21,0-1 0,-2 1 0,2 0-6,2-7 6,-1 2-2,0-5-9,-1-1 11,2-4 3,0-3-1,-1-3-1,-1-1 1,-1-4 25,1 0 22,-1-2 18,3 0 46,-1-6 29,1-3-33,3-3-60,0-2-17,3-3-13,-1-2 24,2 0-43,0-3-29,-1 0 29,1-1 11,0 1-11,0-2-20,0 0 18,-2 2 2,0-1-19,-3 6-45,0-1-4,-3 7 10,0 4 29,-4 3-70,0 4-56,0 0-195,0 1-244,0 5 164,-5 3 124,0 0-14,-6 3-196</inkml:trace>
          <inkml:trace contextRef="#ctx0" brushRef="#br0" timeOffset="15994.8805">6873 39 284,'0'0'365,"0"0"-68,0 0-109,0 0-41,0 0 71,0 0-75,0 0-65,0 0-32,0 0-1,0 0-45,0 0-45,9-47-33,-9 47-23,0 0 13,0 0 4,0 0 5,0 0 18,0 0-5,0 0 8,0 2 25,0 2-3,0-1-149,0-1-4,-1 2-7,1-1-52,1-21-15</inkml:trace>
          <inkml:trace contextRef="#ctx0" brushRef="#br0" timeOffset="16503.3554">5717 518 931,'0'0'723,"0"0"-612,0 0-95,0 0 29,0 0-41,0 0-4,0 0-33,0 0-16,0 0 46,0 0 3,60-25 13,-32 21 13,4 2 3,3-2 10,5-1 17,3 1 5,5-2 20,3-1-3,5-1 0,3-1-10,2-1-6,1-1 9,1 1-39,2-1-6,-2 2-24,-2-1-2,-3 1-16,-1 3-16,-5 2-14,-7 0-12,-4 3 0,-6 1 0,-6 0 9,-5 1 7,-6 3-39,-6 0 19,-4 1 7,-1 1-56,-4 1-41,-2 0-34,-1 2-84,-1 0-190,-9 1-113</inkml:trace>
          <inkml:trace contextRef="#ctx0" brushRef="#br0" timeOffset="16792.4452">6080 633 1175,'0'0'764,"0"0"-573,0 0-122,0 0-14,0 0-6,0 0-49,0 0-22,0 0 5,0 0 5,0 0 11,0 0 1,-16-4-55,16 4-32,0 0 6,0 0 16,0 0-26,0 0-26,0 0-3,0 0-82,0 0-59,0 0-116,-3 0-220,22 4 400</inkml:trace>
          <inkml:trace contextRef="#ctx0" brushRef="#br0" timeOffset="17715.1387">5957 707 973,'0'0'1062,"0"0"-938,0 0-53,0 0 81,0 0 42,0 0-36,0 0-52,0 0-32,0 0 3,0 0-16,-8-40-51,8 40-10,0 0-39,0 0-22,0 0-45,0 2-26,0 2-3,-2 5 125,-3 3 10,0 6 55,-2 3 6,-4 0-25,0 6-11,-2 0-23,0 2 11,-4 1 2,3 2-15,-3 1-19,1 2-3,-1-3 18,4-1-15,-2-2 3,3-4-19,2-5 35,4-5-12,1-2 12,1-7 1,4-4 1,-2 1 1,2-3 39,0 0 32,0 0 13,0-5-7,3-4-45,3-3-35,3-7-1,4-6-27,0-4 8,5-2-21,1-2 21,0-2 19,3-1-27,-2-1 27,4 0-13,1-1 14,-1 3 0,0-1 4,-1 3 21,-2 4-12,-2 5 0,-1 3-10,-3 5-1,-2 5-2,-4 3-11,-3 2 8,-1 5-26,-4 0-25,2 1-43,0 0-13,-2 2 43,2 7 51,0 0 16,-1 3 16,0 3 10,-2 5-4,0 4-21,0 2 22,0 4-7,-3 5-15,-1 1 0,0 4 1,-1 3-2,3 0-42,-1-2 23,1-2 3,2-3 16,0-4-16,0-4-13,0-5 12,2-2 1,2-4-23,2-4-28,-2-4-47,1-1-116,-2-3-92,-1-4-117,1-1-76,-3-5-124</inkml:trace>
          <inkml:trace contextRef="#ctx0" brushRef="#br0" timeOffset="18244.8728">5868 969 630,'0'0'1420,"0"0"-1326,0 0-51,0 0 28,0 0-71,0 0-126,0 0 42,0 0 84,74-45 13,-42 34-13,2 0-48,0 2-4,0 0-4,0 2 8,1-1-7,-3 0 16,-2 1-13,-4-1-131,-2 0-132,-3 1 64,-3-1 111,-4 1 85,-5-1 55,1 3 33,-6-2 19,0 1 39,-3 2 53,1-1 93,-2 1 27,0 1-56,0 0-26,0 0-17,0 2-19,0 0-7,0 0-45,0 1-39,0 0-55,0 0-61,0 0-62,0 2-20,3 4-15,-1 2 158,1 4 48,1 4 11,1 5-24,2 1-9,0 4-7,1-2-15,0 2 18,0-1-22,1-5-51,0-4 48,0-2 2,-1-4-1,1-2 2,-2-2 25,0-4 11,-2 0-11,-1-1 24,1-1 38,-3 0 20,2-1 15,0-3 65,2-2 25,1-2-68,0-2-71,0-1-41,1-2-31,2-2 0,1-2-1,1-2-19,2-2-13,2-4-6,2 0 25,-1-2-25,1 0 6,1 1 30,-2 2-85,0 4-54,-1 5-52,0 0-68,0 4-225,-4 4-343</inkml:trace>
        </inkml:traceGroup>
        <inkml:traceGroup>
          <inkml:annotationXML>
            <emma:emma xmlns:emma="http://www.w3.org/2003/04/emma" version="1.0">
              <emma:interpretation id="{E067BAD4-7299-43CD-957F-9B49639657E5}" emma:medium="tactile" emma:mode="ink">
                <msink:context xmlns:msink="http://schemas.microsoft.com/ink/2010/main" type="inkWord" rotatedBoundingBox="21636,4732 21976,4725 21980,4930 21640,4937"/>
              </emma:interpretation>
              <emma:one-of disjunction-type="recognition" id="oneOf4">
                <emma:interpretation id="interp20" emma:lang="en-US" emma:confidence="0.5">
                  <emma:literal>=</emma:literal>
                </emma:interpretation>
                <emma:interpretation id="interp21" emma:lang="en-US" emma:confidence="0">
                  <emma:literal>_</emma:literal>
                </emma:interpretation>
                <emma:interpretation id="interp22" emma:lang="en-US" emma:confidence="0">
                  <emma:literal>-</emma:literal>
                </emma:interpretation>
                <emma:interpretation id="interp23" emma:lang="en-US" emma:confidence="0">
                  <emma:literal>.</emma:literal>
                </emma:interpretation>
                <emma:interpretation id="interp24" emma:lang="en-US" emma:confidence="0">
                  <emma:literal>I</emma:literal>
                </emma:interpretation>
              </emma:one-of>
            </emma:emma>
          </inkml:annotationXML>
          <inkml:trace contextRef="#ctx0" brushRef="#br0" timeOffset="19356.6643">7589 108 1045,'0'0'742,"0"0"-615,0 0-94,0 0-33,0 0-110,0 0 45,0 0 65,0 0 43,87-12-9,-57 7-34,0 1-23,1 1-3,0 0-45,-1 3 9,-5 0-22,1 0-7,-4 0-14,-8 3-100,0 1-310</inkml:trace>
          <inkml:trace contextRef="#ctx0" brushRef="#br0" timeOffset="19554.5863">7652 289 323,'0'0'815,"0"0"-613,0 0-202,0 0-17,0 0-74,0 0 91,0 0 16,66-5 30,-37 0-46,2-2-26,2 2-3,-2 1-33,-1 1-29,-7 0-141,2 1-475</inkml:trace>
        </inkml:traceGroup>
        <inkml:traceGroup>
          <inkml:annotationXML>
            <emma:emma xmlns:emma="http://www.w3.org/2003/04/emma" version="1.0">
              <emma:interpretation id="{ECB2A57F-5B99-46C6-B585-62C6080744C0}" emma:medium="tactile" emma:mode="ink">
                <msink:context xmlns:msink="http://schemas.microsoft.com/ink/2010/main" type="inkWord" rotatedBoundingBox="22894,4106 25494,4055 25514,5063 22914,5114">
                  <msink:destinationLink direction="with" ref="{DEED614E-98EC-4B55-BB92-2FBA19BA43E5}"/>
                </msink:context>
              </emma:interpretation>
              <emma:one-of disjunction-type="recognition" id="oneOf5">
                <emma:interpretation id="interp25" emma:lang="en-US" emma:confidence="0.5">
                  <emma:literal>128×161</emma:literal>
                </emma:interpretation>
                <emma:interpretation id="interp26" emma:lang="en-US" emma:confidence="0.5">
                  <emma:literal>128 XIE</emma:literal>
                </emma:interpretation>
                <emma:interpretation id="interp27" emma:lang="en-US" emma:confidence="0">
                  <emma:literal>1280×18</emma:literal>
                </emma:interpretation>
                <emma:interpretation id="interp28" emma:lang="en-US" emma:confidence="0">
                  <emma:literal>§ 28xi.</emma:literal>
                </emma:interpretation>
                <emma:interpretation id="interp29" emma:lang="en-US" emma:confidence="0">
                  <emma:literal>§ 28xi:</emma:literal>
                </emma:interpretation>
              </emma:one-of>
            </emma:emma>
          </inkml:annotationXML>
          <inkml:trace contextRef="#ctx0" brushRef="#br0" timeOffset="23737.5916">10045-19 1444,'0'0'666,"0"0"-488,0 0 13,0 0-9,0 0-182,0 0-113,0 0 100,0 0 13,0 0 19,0 0-19,0 0-26,78 20-9,-61-7 3,-1 4 31,3 3-12,-2 2 12,-1 1 1,-1 0-4,1 1 4,-5 0-13,1 1-6,-2-4 0,-1 0-4,1-3 20,-2-3-10,0-1-42,-1-5 32,0-2-22,0-2-33,-2-2-104,2-3-110,-1 0-102,-1-1-29,4-10-184</inkml:trace>
          <inkml:trace contextRef="#ctx0" brushRef="#br0" timeOffset="24005.4944">10383-23 772,'0'0'453,"0"0"-27,0 0-156,0 0 15,0 0-26,0 0-152,0 0-82,0 0-25,0 0-31,0 0-37,0 0 23,-55 4 45,43 11-13,-2 2 13,-2 1 0,-1 5 32,-1 0-32,-2 4-10,0 1 10,-2 2 3,2 0-3,0-1-22,4-3-3,0-1 12,3-1-7,3-4-41,0 0 57,3-4-31,2-2-4,3-5 0,2-2-68,0-2-133,0-4-36,5-1-27,7-2-156</inkml:trace>
          <inkml:trace contextRef="#ctx0" brushRef="#br0" timeOffset="24333.2423">10716-163 2353,'0'0'255,"0"0"-187,0 0 61,0 0 76,0 0-57,0 0-88,0 0-18,0 0-7,0 0-35,0 0-42,0 0-44,0-12-32,0 18 76,0 4 42,0 5 80,0 4-6,0 3-10,-3 8-52,-3 1 17,-1 5-29,-2 1 0,-1 1-49,2-1 48,-1-2 1,3-5-41,-1-5 37,4-3-44,1-4 7,2-6 2,0-3-9,0 0-35,0-6-52,5 0-104,2-1-100,-1-2-132,0 0-125,2-10-404</inkml:trace>
          <inkml:trace contextRef="#ctx0" brushRef="#br0" timeOffset="25199.6267">11143-103 638,'0'0'548,"0"0"-132,0 0-237,0 0 13,0 0 12,0 0-49,0 0-28,0 0 18,0 0 26,0 0-62,0 0-16,11-37 6,-11 37 1,0 0-36,0 0-29,0 0 6,0 0-41,0 0-16,-4 1-48,-4 3 13,-3 6 6,-2 1-22,-3 4 22,-1 2 24,-2 4 20,1 2-14,-1 1-27,0 3 42,0-1-1,0 2-12,3 3-12,2-3 2,2 2 7,2-1-6,3-3-7,5 0-4,2-1 30,0-4-32,5 0 22,4-1 0,3-2 13,1-1-16,4-2 3,2-2 13,1-2 16,0-1-16,1-4 0,-2-1 26,0-3-7,-2 0-18,-2-2 1,-1 0 47,-4-3-4,2-1 0,-6-1 0,2-2 12,-2 1 4,-1-1-35,-2-1-23,-1 1 26,-2-1-27,0-1-2,0 2-27,-5-3-12,-3 2 7,-3 1-19,2-1-59,-5 3 1,-3 2-20,1 3-19,-2 0 18,-1 3 46,0 6 16,2 0 0,1 4-29,0 1-62,0 2-209,5-4-107,-7 7-285</inkml:trace>
          <inkml:trace contextRef="#ctx0" brushRef="#br0" timeOffset="52467.5329">11461 162 662,'0'0'140,"0"0"36,0 0-114,-68 0-42,48 0-20,-6 3 0,0 3 0,-3 2 16,-3 1 7,1-1 26,-2 2 22,-1 1-2,-1-1-1,0 1-22,-3 2-17,-1-2-10,-1 2-6,-1-2 20,1 0 3,4-1-8,2-1-28,4-2-26,1-3-26,6 0-144,4-1-25,4-3 42,4 0-115</inkml:trace>
          <inkml:trace contextRef="#ctx0" brushRef="#br0" timeOffset="53079.0509">11067-579 62,'0'0'792,"0"0"-577,0 0-140,0 0-10,0 0 14,0 0 2,0 0-19,0 0-7,0 0-22,0 0-33,0 0-62,-12-5-26,9 13 88,-3 1 23,-1 3 74,-3 3-15,-2 0 9,0 0-36,-3 1-13,0 1-6,0 0-10,0-4 39,2 1-62,0-1 20,4-1-23,2-1-1,0 1-28,5-3 16,-1 1-4,3-2-15,0 0 32,3-1 9,3 1-7,5-2 22,2 0 8,4-1-9,3-2 13,3-1-5,1 0-31,2-2-2,2 0-18,-2-3-28,1-1 5,-2 0-15,-2 0-75,-3-2-128,-2 1-103,-7 1 2,1-4-212</inkml:trace>
          <inkml:trace contextRef="#ctx0" brushRef="#br0" timeOffset="53308.6849">11211-451 401,'0'0'59,"0"0"303,0 0-242,0 0-81,0 0 17,0 0 6,0 0 22,0 0-2,-65 57 25,53-40-28,-1 4-76,0 2 4,-1 3-7,2 2-36,-3 0-3,-1 4 13,-1 0-3,4-8-202,-10 10-284</inkml:trace>
          <inkml:trace contextRef="#ctx0" brushRef="#br0" timeOffset="22285.4778">8905-95 16,'0'0'189,"0"0"-71,0 0-46,0 0-43,0 0 0,0 0 14,0 0-11,0 0 4,0 0 3,0 0 7,19-19 35,-16 16 187,-3 2-128,2 1-65,-2-2-4,1 1-15,-1 0-14,1 0 7,-1 0 19,1 1 0,-1-1-9,2-1 6,-2 2 0,0-1-13,0 0-6,0 1 15,0-1 11,0 1-11,1 0-6,-1 0 4,0 0-7,0 0-23,0 0-16,0 0 0,0 0-12,0 0-1,0 0-33,0 0-18,0 0-31,0 1-25,0 3 43,1 3 64,0 2 58,0 3 4,-1 3-1,0 3-2,0 2-36,0 0-23,0 3-2,0 0 1,-1 1 1,-2 2 12,-2-4-12,0 2-3,-1-1 3,-1-1 0,1 0 0,0-3-23,-1 0 22,0-3-1,0 0-18,2-3-2,0 0-8,3-4-15,0-2-36,1-2-166,1-2-78,0-1-72,3-2-34,4-3-117</inkml:trace>
          <inkml:trace contextRef="#ctx0" brushRef="#br0" timeOffset="22765.6122">9210-16 323,'0'0'1300,"0"0"-1190,0 0-15,0 0 41,0 0-48,0 0-30,0 0-29,0 0-9,0 0 15,0 0 4,0 0-10,49-36-9,-37 31 2,0 3 1,-1 2-23,-1 0-3,-1 0 2,1 0-25,-3 1-3,0 4-4,1 1 30,-2 3-26,-1 2 6,-1 2 23,-4 3 28,0 2 8,-2 1-36,-6 2 2,-3 0-2,-3 1 13,-2 1-13,-2-2-2,-1-3 1,-1-1-3,1-3-15,3-1 19,0-1 15,2-5-12,1 1 1,3-3 9,4-3 19,2 2-3,0-3-3,4-1-7,0 1-19,0-1-16,0 0-52,4 0-16,2 0 84,4 0 49,4 0-30,3 0-19,4 0-4,0 0 4,3 0 0,1 0-13,1 0 13,1 0-16,0 0-33,-2 0-22,-1 0 3,-3 0-49,-1 0-224,-6 0-144,4-1-161</inkml:trace>
          <inkml:trace contextRef="#ctx0" brushRef="#br0" timeOffset="23437.6614">9623 118 621,'0'0'101,"0"0"456,0 0-307,0 0-97,0 0-94,0 0-59,0 0-33,0 0 33,0 0 1,0 0 58,0 0 6,4 0 19,1 0 7,0-1-23,0-2 4,1 0 18,1-1 8,1-1-30,-2-1-1,2 0 11,1-3-10,0 1-42,2-4-10,-1 2 26,-1-2-4,1 1-12,-1-1-26,-2-1 16,0 2 36,1 2-40,-5-3-12,1 2 33,-2-1-21,0 0-12,-2-1 2,0 2 16,-3-1-18,-2 2-32,-3 0 3,0 3 13,-2 2 14,-2 2-62,-3 1-10,-1 1 19,-1 1 0,-2 5 4,1 2 22,-1 2 6,3 1 10,0 0-13,4 2-13,0 0 14,5 0-11,2-1-26,3 1 50,2 2-37,0-3 0,2-1 33,5 1-10,3 0 13,1 0-9,1 0 20,3-2 2,-1 2-2,2 0-24,0-1 26,0 1 2,-1 0-2,1-2 22,-2 2-22,-1 1 0,-2-3-13,-2 2 13,-2-1 0,-2 1-32,-3-1 32,-1 0 35,-1 2-16,-1-2-18,-6 1 1,-3-1 1,-1-2-3,-4 0-3,2-3-13,-3-1-13,1 0 3,-2-2 26,3-3 9,1 0 30,3 0 10,1 0-7,2-5 16,0-1 30,4-1-36,0-2-10,1-1-23,2-3-5,2-1-14,4-1-23,4-1-15,1 1-4,2 1 22,4 2-41,0-1 2,4 2 4,1 2 7,0 0-30,2 1-10,-1 3-136,-7 1-307,10-2-199</inkml:trace>
        </inkml:traceGroup>
      </inkml:traceGroup>
    </inkml:traceGroup>
    <inkml:traceGroup>
      <inkml:annotationXML>
        <emma:emma xmlns:emma="http://www.w3.org/2003/04/emma" version="1.0">
          <emma:interpretation id="{82BA1B2E-FB04-4990-978F-A4C3F48C3E1D}" emma:medium="tactile" emma:mode="ink">
            <msink:context xmlns:msink="http://schemas.microsoft.com/ink/2010/main" type="paragraph" rotatedBoundingBox="9046,5767 25441,5329 25490,7197 9096,7635" alignmentLevel="1"/>
          </emma:interpretation>
        </emma:emma>
      </inkml:annotationXML>
      <inkml:traceGroup>
        <inkml:annotationXML>
          <emma:emma xmlns:emma="http://www.w3.org/2003/04/emma" version="1.0">
            <emma:interpretation id="{458882D8-F146-4B36-9207-1D29D0E121FA}" emma:medium="tactile" emma:mode="ink">
              <msink:context xmlns:msink="http://schemas.microsoft.com/ink/2010/main" type="line" rotatedBoundingBox="9046,5767 25353,5332 25388,6622 9081,7058"/>
            </emma:interpretation>
          </emma:emma>
        </inkml:annotationXML>
        <inkml:traceGroup>
          <inkml:annotationXML>
            <emma:emma xmlns:emma="http://www.w3.org/2003/04/emma" version="1.0">
              <emma:interpretation id="{FF9B3C94-A1AC-4811-B593-C7FBC5F93B72}" emma:medium="tactile" emma:mode="ink">
                <msink:context xmlns:msink="http://schemas.microsoft.com/ink/2010/main" type="inkWord" rotatedBoundingBox="9046,5767 10579,5727 10593,6224 9059,6264"/>
              </emma:interpretation>
              <emma:one-of disjunction-type="recognition" id="oneOf6">
                <emma:interpretation id="interp30" emma:lang="en-US" emma:confidence="0.5">
                  <emma:literal>.</emma:literal>
                </emma:interpretation>
                <emma:interpretation id="interp31" emma:lang="en-US" emma:confidence="0">
                  <emma:literal>-</emma:literal>
                </emma:interpretation>
                <emma:interpretation id="interp32" emma:lang="en-US" emma:confidence="0">
                  <emma:literal>a</emma:literal>
                </emma:interpretation>
                <emma:interpretation id="interp33" emma:lang="en-US" emma:confidence="0">
                  <emma:literal>=</emma:literal>
                </emma:interpretation>
                <emma:interpretation id="interp34" emma:lang="en-US" emma:confidence="0">
                  <emma:literal>:</emma:literal>
                </emma:interpretation>
              </emma:one-of>
            </emma:emma>
          </inkml:annotationXML>
          <inkml:trace contextRef="#ctx0" brushRef="#br0" timeOffset="159615.8831">-4984 1553 290,'0'0'160,"0"0"-108,0 0 160,0 0-46,0 0-74,0 0-50,0 0-16,0 0-13,0 0-13,0 0-1,-6-5 1,6 5 16,0 0 7,0 0-10,0 0 0,0-1-10,6 1 30,1 0 71,2-2 7,4 1-43,3-2-9,3 1-40,3-2 11,2 2-1,2-1 0,3 1-27,5 0 24,3 1 0,-1 0-25,3 1-2,0 0-20,2 1-2,1 3 8,-2 0 14,0 1-11,1 0-5,-2 0 14,-2 1-19,0-1 22,-1 1 20,-3-1-20,2-1-9,-2 2 9,2-2 17,-3-1-14,2-1-1,-1-1-2,2-1 3,-1 0 23,2 0-22,1-4-4,0-2 16,1-1 7,-1-1-23,-1-1 1,0 0 2,-4 1 10,1-1-13,-3 2-20,-2-1 19,-3 2-1,-1 2-27,-4-1-20,-2 3 10,-5 0 0,-1 1-16,-3 1-4,-3 0 17,-1 0-27,-1 0 1,-2 0-7,-2 1 13,2 1 7,-2-1 6,0 1-3,0 0-4,0 0 21,0-1-5,-4 2-116,1-3-1,-6 0-139</inkml:trace>
          <inkml:trace contextRef="#ctx0" brushRef="#br0" timeOffset="160283.9102">-4927 1119 329,'0'0'512,"0"0"-456,0 0-56,0 0-56,0 0 11,0 0-11,0 0-68,0 0-150</inkml:trace>
        </inkml:traceGroup>
        <inkml:traceGroup>
          <inkml:annotationXML>
            <emma:emma xmlns:emma="http://www.w3.org/2003/04/emma" version="1.0">
              <emma:interpretation id="{C2E854D1-1AAE-434E-A382-2CCB4A42156A}" emma:medium="tactile" emma:mode="ink">
                <msink:context xmlns:msink="http://schemas.microsoft.com/ink/2010/main" type="inkWord" rotatedBoundingBox="13650,5948 15800,5890 15826,6878 13677,6935"/>
              </emma:interpretation>
              <emma:one-of disjunction-type="recognition" id="oneOf7">
                <emma:interpretation id="interp35" emma:lang="en-US" emma:confidence="0.5">
                  <emma:literal>No-of</emma:literal>
                </emma:interpretation>
                <emma:interpretation id="interp36" emma:lang="en-US" emma:confidence="0">
                  <emma:literal>no-of</emma:literal>
                </emma:interpretation>
                <emma:interpretation id="interp37" emma:lang="en-US" emma:confidence="0">
                  <emma:literal>Not-of</emma:literal>
                </emma:interpretation>
                <emma:interpretation id="interp38" emma:lang="en-US" emma:confidence="0">
                  <emma:literal>No-off</emma:literal>
                </emma:interpretation>
                <emma:interpretation id="interp39" emma:lang="en-US" emma:confidence="0">
                  <emma:literal>Non-of</emma:literal>
                </emma:interpretation>
              </emma:one-of>
            </emma:emma>
          </inkml:annotationXML>
          <inkml:trace contextRef="#ctx0" brushRef="#br0" timeOffset="42747.4534">-182 1398 365,'0'0'163,"0"0"62,0 0-124,0 0 0,0 0 10,0 0-7,0 0-9,0 0 6,0 0 19,-11-44 17,11 39-7,0 1-7,0 1-25,0 0-24,0 2-12,0 1-10,0 0-26,0 0-26,0 0-26,-1 0-13,-1 2-36,0 3-16,-2 3 76,-1 7 15,-3 4 33,0 4-20,-3 4 13,-2 3-10,-1 1-16,2 1-9,-1 0 7,0 0 2,2-1-3,0-1-17,0-1-6,0 0 23,3-4 3,0-4 0,2-1 7,1-5 25,0-1-9,2-4-23,0-4 0,1 0-2,2-5-31,0 1-12,0-2 9,0 0-39,0 0-48,0-4-53,2-6-61,1 0-14,1-1-140,1-12-164</inkml:trace>
          <inkml:trace contextRef="#ctx0" brushRef="#br0" timeOffset="43195.0709">-327 1431 49,'0'0'355,"0"0"-185,0 0 32,0 0 7,0 0-20,13-56-66,-10 52-51,0 0-17,2 1-6,-2 2-46,2 1-3,1 0-29,5 2 2,-2 5 27,6 1 0,-1 5 0,3 2 13,-1 0 6,2 5-2,-1 1 2,0-1-19,-1 4 0,0-2-11,-2 2 11,0-1-3,0-1-13,-2-3-5,-3-1 19,1-5 4,-2 0-2,0-4 0,-4-1 4,2-3 15,-2 0-16,-2-4 27,1-1-28,-2 0 76,0 0 19,-1 0 4,1-1 65,0-4-1,2-5-90,-1-4-39,3 1-20,-1-4-14,-1 2-1,2-2 2,-3-2 0,4 0 1,-3-1-4,2 0 3,0-2 10,-1 0 0,1-2 6,-1 0 4,0 1-4,0 0-17,-1 4 27,0-2-29,-2 6 0,1 2-2,-2 3-27,2 3-13,-1 2 7,-1 2-4,0 3-23,0 0-48,2 0-59,-1 0-101,0 4 62,1 3-30,1 2-45,-1 0-33,0 4-242</inkml:trace>
          <inkml:trace contextRef="#ctx0" brushRef="#br0" timeOffset="58997.9791">404 1503 470,'0'0'0,"0"0"212,0 0-170,0 0-13,0 0 59,0 0 10,0 0 6,0 0-26,-16-60-12,16 55-21,-3 0 11,1-1 25,0 1 30,-1 0-24,1 1-25,-3 0-3,1 1 9,1-1 20,-2 3-4,1-2 33,0 2 26,-2-1-59,0 1-42,1 0-23,-2 1-16,0 0-3,0 0-4,-2 1 1,1 2 3,-1-1-16,-1 3 2,-1-1 14,0 2 11,1 2-11,0-1-13,0 2 13,0 2-1,0-1-3,1 4 4,-1 0 7,1 0 25,3 3 1,0-2-33,1-1-1,3 1-1,2 0-10,0-3-14,0 2 23,2-3 3,6 0-16,1 0 0,1-3 16,1-1 16,3-3-6,0 0-7,0-3 26,1 1-6,1-2-20,0-2 10,-1-3 29,1-1-3,-1-2-36,-1-1 17,-2-1 18,1-3-2,-2-1-33,-2 2 10,-1-2 16,-1 2 0,-3-1-16,-2 2-13,-2 1 32,0-2-32,0 0-13,-2 0 13,-2 1 4,-2-1-1,-1 1-3,-2 0-26,0 0 26,-3 2 0,3 0-26,-1 1-3,2 1 13,2 3 13,1 3-29,-1 1-46,4 0-3,-1 0-55,2 6-52,1 4-16,0 4-92,0-3-78,8 7-131</inkml:trace>
          <inkml:trace contextRef="#ctx0" brushRef="#br0" timeOffset="59204.5138">631 1588 1083,'0'0'372,"0"0"-337,0 0-35,0 0 0,0 0-6,0 0-127,0 0-86,0 0 11,0 0 48,0 0-264</inkml:trace>
          <inkml:trace contextRef="#ctx0" brushRef="#br0" timeOffset="60200.9063">1326 1374 310,'0'0'176,"0"0"-69,0 0 30,0 0 323,0 0-255,0 0-59,0 0 40,0 0 12,0 0-46,0 0-22,-25-21-46,18 20-19,2 1-13,-3 0-26,0 2-23,-1 7 0,0-1-3,-1 4-16,1 3 3,-1 3 12,1 0 1,1 3-26,2 2 15,1-2 9,1 3-15,3-3-19,1 0 4,0-2 6,2-3-10,4-2 33,3-4 3,1 0 10,1-4 9,1-1-6,1-1 3,0-2 30,1-2 2,2 0-15,-2-2-14,0-3 10,0-3 3,-1-3-28,0 1-2,-4-1 30,1-3-10,-4 3-22,1-5-10,-2 1 10,-2 0 0,-1 0-2,-2 0-16,0-3 18,0 2 0,-1 0-7,-3-1-3,0 1 10,2 1 29,-1 3-29,3 1 3,0 3 6,0 2-9,0 2-22,0 3-49,4-1-7,4 1-6,1 1 0,2 0 32,2 5 13,-1 2 26,1 2-10,-2 3 2,-1-1 20,0 2-2,-3 4 0,-1-1 3,0 4 10,-2 3-7,-3 2 20,-1 1-21,0 3 50,-3 2-27,-2 1-24,-2-1-1,0 1 35,-1 0-31,0 1 15,2 0-19,-2 0 16,3-3 39,-1 0-35,1-1-20,1 1 3,0-3 36,1-1-37,-1 1 17,2-3 11,-3-1-28,3 0-2,-1-1-33,0 1 33,0-2-1,2-2-34,1-3-33,0-2 35,0-3 30,1-5-45,3 0 15,1-3 30,0-3 3,3 0 48,0 0 17,3-5 10,1-5-4,2-2-45,3-6-13,-1 1 16,0-5-9,1-1-20,-3 0-12,-3-1 12,0-1 4,-3 2-3,-5-1 21,-1 0-20,-2-1 37,-5 2-13,-2 0 6,-5-2 1,1-1-4,-3 3 3,-3-2-32,2 3 35,1-1-9,1 4 6,2 3 4,2 2 9,3 1-29,1 4 0,1 1-16,4 2-18,0 0-15,0 1-12,2 1-55,8-2-3,4 1 26,3-1 19,4 0 0,4-1-1,5 1-2,0 1-4,2 1-39,1-1-32,0 4-296,-8-2-135,7 0-62</inkml:trace>
        </inkml:traceGroup>
        <inkml:traceGroup>
          <inkml:annotationXML>
            <emma:emma xmlns:emma="http://www.w3.org/2003/04/emma" version="1.0">
              <emma:interpretation id="{493432A2-D109-48B2-9C86-ABD26F6BC506}" emma:medium="tactile" emma:mode="ink">
                <msink:context xmlns:msink="http://schemas.microsoft.com/ink/2010/main" type="inkWord" rotatedBoundingBox="16000,5800 17669,5755 17686,6393 16017,6438"/>
              </emma:interpretation>
              <emma:one-of disjunction-type="recognition" id="oneOf8">
                <emma:interpretation id="interp40" emma:lang="en-US" emma:confidence="0.5">
                  <emma:literal>addle</emma:literal>
                </emma:interpretation>
                <emma:interpretation id="interp41" emma:lang="en-US" emma:confidence="0">
                  <emma:literal>added</emma:literal>
                </emma:interpretation>
                <emma:interpretation id="interp42" emma:lang="en-US" emma:confidence="0">
                  <emma:literal>adder</emma:literal>
                </emma:interpretation>
                <emma:interpretation id="interp43" emma:lang="en-US" emma:confidence="0">
                  <emma:literal>add</emma:literal>
                </emma:interpretation>
                <emma:interpretation id="interp44" emma:lang="en-US" emma:confidence="0">
                  <emma:literal>addles</emma:literal>
                </emma:interpretation>
              </emma:one-of>
            </emma:emma>
          </inkml:annotationXML>
          <inkml:trace contextRef="#ctx0" brushRef="#br0" timeOffset="60730.2657">2203 1503 688,'0'0'62,"0"0"384,0 0-192,0 0-36,0 0 39,0 0-46,7-55-17,-7 47-42,-5 2-49,3 0-6,-2 3-19,-3 0 2,0 2-54,-4 0-26,-1 1-20,-3 2-5,-3 4-4,-2 4 7,-1 2 21,2 2-1,-1 2-20,1 2 2,3-1 18,1 3-14,1-1-13,6 0 0,0-2 13,4-2 14,4-1-31,0-3-28,3-2 61,5-3 0,0 1 2,3-4 21,-2 0 32,4-3 29,0 0-17,1-3-19,0-1 10,2-4-3,-2-2-36,0-1-19,-1-2 26,0 2-1,-1-3-23,-2 1-2,-1 1 22,0 0-6,0-2-16,-3 2 0,0 1 20,1 0 9,-4 2-29,1 2-13,-2 2 12,0 2-34,-1 3-87,-1 0-77,3 3-34,1 6 156,0 4 35,3 5 19,-1 4 2,3 3 19,-2-1-45,4 2-92,0-2-108,2-4-52,3-2-140,-4-6 18,10-2-71</inkml:trace>
          <inkml:trace contextRef="#ctx0" brushRef="#br0" timeOffset="62163.0715">2664 1463 893,'0'0'792,"0"0"-588,0 0-106,0 0 106,0 0-20,0 0-70,0 0-27,-71-36-39,59 34-22,-2 2 0,-1 0-26,0 0-10,-2 4-29,0 4 20,-1 1 16,-1 2-26,0 2-23,2 2 30,-1 3-1,2-1-3,-1 2-13,5 1 0,2 0 17,2 0-1,6-3-32,2 1 23,0-3 9,8-1 23,4-3 16,2-2 49,3-3 0,2-5 29,3-1-43,0 0-2,1-6-14,0-3-9,-1-2-10,-1-2-13,-2-2 14,0-2-15,-1-2-2,-1-1 0,-4 0-2,-1-1-11,0-3 9,-3 0-11,-2-2 14,-2-2 0,-2-1-12,-1-4 13,-2 0 3,0-1 1,0 1 12,0 2 0,-1 2 13,0 3 16,-2 7-26,3 4 10,-1 3 4,0 7-4,1 1-29,0 4-20,0 0-121,0 9-121,0 3 145,-1 5 116,-1 5 1,0 7 3,0 1 20,-3 5-23,2-1 0,-2 3-3,0 1-13,-1-1 0,3 0 16,0-2 0,3-2-26,0-3-10,1-4 17,6-2 9,3-4 7,4-5 5,3 0-2,2-5 0,4 0 0,1-5-26,5-3-13,0-2-6,2 0-4,1-6-6,-2 0 0,0-3 3,-1 0 10,-3-3 38,-4 1 4,-2-2 30,-4 1 15,-2-2-6,-1 2 10,-5 0 12,-1 2 11,-2-1 25,-3 2 10,1 0-20,-3 1-26,0-1 1,0 2-17,0-1-3,-5 2-26,-1 1 42,0 1-39,-3 1-2,-1 0-17,-1 3-22,-1 0 21,-2 0-20,-1 6-37,-1-1 19,-1 5 16,2 1-6,-2 2-19,4 1 6,-1 1 39,3 0-17,0 2-19,5-2 0,1 1 36,3 0-13,2-1-10,0-2-3,0-1 29,7-3 22,2-1-6,2-3 10,4-3 64,-1-2-3,2 0-32,3 0-13,-1-6 16,1-3-13,1-2-32,0-2-10,-1-2 19,0-2-22,-1-1-3,-1 0-10,-3-3 13,0 1 51,-3-2-28,-1 1 6,-2-2 35,-2 0 20,-2-4-39,-3-1-10,-1-2-3,0 0 16,-1-1-46,-3 2 17,-1 0 16,-1 5-3,0 3-16,2 5-14,-1 6 30,1 2-10,3 2-22,-1 5-20,0 1-18,-1 6-112,1 3-7,-2 6 76,-1 7 79,0 3 2,2 3-29,-3 4-6,3 1 33,-1 2 0,1 2-21,-1-1-22,1-1 42,1-1-23,0-4-6,2-5-4,0-1 36,5-4 0,1-5 4,4-3-3,-1-1 47,2-4-25,2-1 6,1 0-27,2-4 30,2-2 26,2 0-1,2-4-56,0-2 0,1-3-1,-1 0-10,-2-1-12,-1 1 21,-1-2-2,-3 2 3,-1-2 0,-4 1 13,-1 1 20,-3-2-17,0 1 9,-5-2 7,2-1-12,-3 1-17,0-2 22,0 1-24,-6 0 1,1 3-2,-3 0-11,-1 1-34,2 4 32,0 2-22,0 2 0,0 0-36,0 1-3,-1 0 9,2 4-9,1 2-3,0 3 22,1-1 19,1 1-16,3 1 20,0 0 30,1 0 2,5 0-1,2 0 0,0 0 0,2 0-1,-1 0-23,2-1 5,-3 1 1,2-2 19,-2 0-1,0 1-19,-1 1 20,-2-1-2,-1 0-8,0-1 10,-1 1 3,-1 1 29,-1 0-30,1 0 24,0-2-25,1 0 28,-1 1-28,1-3 19,0 2-19,1-2 15,0-1-13,2 2-2,0-4 15,1 1 4,3-3-1,-1-1 7,0 0 10,5 0-7,0 0-29,1-5-26,3 2-29,-2-4-39,-1 3-376,2-3-560</inkml:trace>
        </inkml:traceGroup>
        <inkml:traceGroup>
          <inkml:annotationXML>
            <emma:emma xmlns:emma="http://www.w3.org/2003/04/emma" version="1.0">
              <emma:interpretation id="{9B92BB8A-D73E-4915-AE4E-9C405BE23048}" emma:medium="tactile" emma:mode="ink">
                <msink:context xmlns:msink="http://schemas.microsoft.com/ink/2010/main" type="inkWord" rotatedBoundingBox="17915,5974 19122,5942 19138,6525 17931,6558"/>
              </emma:interpretation>
              <emma:one-of disjunction-type="recognition" id="oneOf9">
                <emma:interpretation id="interp45" emma:lang="en-US" emma:confidence="0.5">
                  <emma:literal>lines</emma:literal>
                </emma:interpretation>
                <emma:interpretation id="interp46" emma:lang="en-US" emma:confidence="0">
                  <emma:literal>urns</emma:literal>
                </emma:interpretation>
                <emma:interpretation id="interp47" emma:lang="en-US" emma:confidence="0">
                  <emma:literal>wins</emma:literal>
                </emma:interpretation>
                <emma:interpretation id="interp48" emma:lang="en-US" emma:confidence="0">
                  <emma:literal>wines</emma:literal>
                </emma:interpretation>
                <emma:interpretation id="interp49" emma:lang="en-US" emma:confidence="0">
                  <emma:literal>cines</emma:literal>
                </emma:interpretation>
              </emma:one-of>
            </emma:emma>
          </inkml:annotationXML>
          <inkml:trace contextRef="#ctx0" brushRef="#br0" timeOffset="64022.7695">3996 1345 1018,'0'0'466,"0"0"-329,0 0-82,0 0 59,0 0 74,0 0-87,0 0-30,0 0 0,0 0-13,0 0-19,0 0-39,-34-20-34,32 24-34,-3 2 0,1 5 29,-3 3 39,0 4 13,1 2 3,-2 5 10,2 1-3,0 4-22,-1 0-1,0 1 21,2 0-20,0-2-2,1 0 3,1-4 8,1-1 10,2-3-1,0-1-19,2-1-3,5-4 3,0-1 0,4-2 0,-1-3 3,1-3 26,0 0-26,3-3 14,0-2 15,0-1 0,0 0-12,1-4-7,-1-6 6,1 1-6,0-2-12,-2-4 1,2 1 2,-4-2-4,1 0 0,-1 0 0,-3 1 9,-1-1 4,-3 1-13,-1 1-1,0-1-2,-3 1-23,0 2 7,0 1 15,0 3 3,-4 0 0,2 3 1,0 3 3,1 0-3,0 2-25,-1 0-73,-1 3-31,-1 3 48,0 4 29,-2 3 10,2 0 19,1 4 20,1-1-33,2 1 36,0 1-16,2-3 3,3 0-6,0-1 19,2-2 3,0-3 19,4-2 11,-1-3-17,1 0 36,1-4 16,2 0 3,0-1-32,0-6-13,1 0-6,0-1-1,0-4-17,-2 2 14,-1-2-3,0-1 0,-1 1-9,0-1 9,-5 0-1,4 2 31,-4 0-41,-1 1 24,0 0 3,-1 5 1,-2-1-30,-1 3-16,-1 3 13,0 0-69,0 0-83,0 4-56,0 2 201,0 4 10,0 3 0,0 2 0,0 0 0,0 1-1,0-1-25,0 2 26,0-2 0,0-1 11,0-2-11,0-1-37,0-4 37,0-3 3,0 1-1,0-5 1,0 0 52,3 0 39,1 0 29,0-3-16,4-3-32,2-1-20,-2-3-55,3-2-11,0 0 11,1 1-1,-1-2-15,1 0-7,0 0 10,-1 0 11,2 1-14,0 1-3,-1-1 19,-1 3 0,-1 1-19,-3 4-13,-2 1 2,-4 1-18,0 2-43,1 0-32,-2 0 24,0 5 99,1 2 4,-1 1 18,0 3-21,0 0 55,0 2-56,0 1 0,2 1-4,0 0 4,-1 0 0,2 1-3,0-1 3,4 2 1,0-3 1,1-1 18,2-3 58,3-1 48,-2-3-25,1-1-46,2-5-13,0 0 25,1 0-31,1-1-4,-2-6 30,3 0-17,-1-2-43,-1-3 14,-1-1 10,-2 2-4,0-3-5,-2 4-14,-1-4 19,-2 2 23,0-2-43,-2 3 2,-2-3 47,0 2-15,-2 1-33,-1-2-1,0 3 0,0 1 27,0 3-26,-3 1 13,1 1-14,2 3-2,-2 1-32,2 0-42,-4 0-32,1 1-3,-2 4 25,2 4 29,-1 2 3,-1 2 49,2-1-26,2 3 0,1 3 9,0-2 19,0 2-2,7 0-13,-1-3-2,5-2 18,0-2 23,3 0-7,-1-3 7,4-3 3,1-3 35,1-2-9,1 0-36,-1-1 13,-1-3-10,-1-2-16,-1-2 0,0 1 16,-2-4 7,-1-1-3,-3 0-23,0 1 19,-3-3 0,-2 0-6,-1 2 0,-2-2 19,-2-1-30,0 0-2,-2 0-1,-1 0-2,-3 1 3,-1 1-2,3 3 1,-3 1-1,3 4 0,0 2-37,3 3-9,-1 0-98,1 4-77,-1 5 113,1 5 71,1 3 37,0-1 0,0 4-18,0-1 11,3 1 9,-2 0 6,2 0-6,-3-1-2,0 1-1,0-2-23,0 1 23,-3-4-88,-3 1-111,-1-2 46,-2 0 42,-3-5 1,-3 2-80,-3-1-28,4-5-76,-11-1-267</inkml:trace>
          <inkml:trace contextRef="#ctx0" brushRef="#br0" timeOffset="64244.0895">4438 1398 1577,'0'0'640,"0"0"-478,0 0-162,0 0-7,0 0-100,0 0-45,0 0 110,0 0-13,0 0 13,0 0-65,29 26-277,-27-17-255</inkml:trace>
        </inkml:traceGroup>
        <inkml:traceGroup>
          <inkml:annotationXML>
            <emma:emma xmlns:emma="http://www.w3.org/2003/04/emma" version="1.0">
              <emma:interpretation id="{7EE630F1-8294-4100-9A5F-F958F5497E86}" emma:medium="tactile" emma:mode="ink">
                <msink:context xmlns:msink="http://schemas.microsoft.com/ink/2010/main" type="inkWord" rotatedBoundingBox="19637,5574 25356,5422 25384,6480 19666,6632"/>
              </emma:interpretation>
              <emma:one-of disjunction-type="recognition" id="oneOf10">
                <emma:interpretation id="interp50" emma:lang="en-US" emma:confidence="0.5">
                  <emma:literal>7128×161284×4</emma:literal>
                </emma:interpretation>
                <emma:interpretation id="interp51" emma:lang="en-US" emma:confidence="0">
                  <emma:literal>71288×161284×4</emma:literal>
                </emma:interpretation>
                <emma:interpretation id="interp52" emma:lang="en-US" emma:confidence="0">
                  <emma:literal>71285×161284×4</emma:literal>
                </emma:interpretation>
                <emma:interpretation id="interp53" emma:lang="en-US" emma:confidence="0">
                  <emma:literal>71281×161284×4</emma:literal>
                </emma:interpretation>
                <emma:interpretation id="interp54" emma:lang="en-US" emma:confidence="0">
                  <emma:literal>71282×161284×4</emma:literal>
                </emma:interpretation>
              </emma:one-of>
            </emma:emma>
          </inkml:annotationXML>
          <inkml:trace contextRef="#ctx0" brushRef="#br0" timeOffset="75381.4935">6793 1491 408,'0'0'303,"0"0"-52,0 0-114,0 0 16,0 0-23,0 0 0,0 0-3,0 0-13,0 0-30,55-56-16,-40 50-3,-1 4-6,2 0-36,-2 2-23,1 1-36,-2 7 0,-1 1-6,0 5 29,-3 1 13,-3 3 2,-3 1-2,-3 2-13,-2 3 12,-8-1 1,-2 3-16,-5-1-10,-2-2 26,0 1 12,-2-1-12,2-3-23,-1-4 23,1 0 23,2-2-22,2-4-1,2 1 16,3-7-3,3 1-12,3-2 1,0-2 31,3-1-1,1 0-29,0 0 0,0 0-3,2 0-3,4 0-45,3 0 48,5 0 13,2 0-13,2 0 0,2 0-29,2 0 26,2 2-23,-2-1-16,0 2 3,2 2 13,0-3-16,-4 2-36,2-3-55,-1-1-59,3 0-46,-8 0-23,7-4-316</inkml:trace>
          <inkml:trace contextRef="#ctx0" brushRef="#br0" timeOffset="76028.5306">7191 1664 686,'0'0'55,"0"0"17,0 0-7,0 0-45,0 0-20,0 0-13,0 0 13,0 0 45,0 0 20,0 0 14,0 0-14,63 15-10,-44-15-16,2-5 0,-3 0-9,0-1 5,-1-1-5,-2 0-4,-3-2 3,-1 2 13,0-2 4,-3-2-10,-1-1 45,-1 0 0,-2 0-9,0 0 6,-3 0-26,0-1-3,-1 2-14,0 0 20,-4 2-19,-1-2 6,-2 3 10,-5 0-52,-2 2-3,-2 2 1,-3 1-44,-2 2 4,-3 1 10,-1 2 9,0 4-3,0 2 13,2 2 12,0-1 0,4 2-1,3 0-24,2 2-3,5-3-4,3 1-9,5 1-4,1 1 33,2-2 4,7 1 9,3-2 2,2 1 17,5-2 4,1 1 0,2-2-21,1 1 11,-2 1-12,2-3 0,-3 1 2,-2 1-3,-4-2 0,0 1 0,-2-1-1,-2 1-1,-4-2 1,-1 3 1,-3-3-1,-2 1 2,0 1 1,-1-1 21,-6 1 13,-4 2-20,-2 1 3,-4-3-2,-2 2-14,-2-2-1,0 0 1,0-3 17,0 1-20,2-2 3,3 0 23,2-4 0,5 0 13,1 0 3,3 0 32,3-4-2,2-3-43,0-1-27,2-3-2,6-3-2,3-1-34,6 0 1,1 0-1,2 0-3,0 4-6,2-1-23,-2 5 12,-2 1-2,1 1-23,-1 2-20,-2 2-87,0 0-167,-3-1-82,4 0-169</inkml:trace>
          <inkml:trace contextRef="#ctx0" brushRef="#br0" timeOffset="76358.6817">7667 1583 460,'0'0'404,"0"0"-163,0 0-117,0 0 3,0 0-42,0 0-30,0 0-26,0 0 4,0 0 42,0 0 9,62-15-19,-47 20-32,1 2-30,0 2 13,1 2-16,-1 3 0,1 1 0,-2 1 3,0 2-3,0 0-14,-1 0 13,-1 2-1,1-2-34,-3 0 0,0-3 19,0 0 15,-3-2-19,1-2-8,-2-2-13,-1-3 26,0-1-43,-2-4-52,-1-1-103,1 0-70,-2 0-39,1-6-306</inkml:trace>
          <inkml:trace contextRef="#ctx0" brushRef="#br0" timeOffset="76609.6316">7971 1548 434,'0'0'163,"0"0"195,0 0-130,0 0-49,0 0 20,0 0-53,0 0-146,0 0-55,0 0 9,0 0 43,0 0 3,-59 35 33,50-18-4,-3 2 0,3 1-12,-2 1 4,-4 2-21,1-1-2,-2 3 0,-1 0-14,3-1-7,-3-3-16,4-2 10,1 0-4,0-4 1,6-4-4,-4-1-10,5-1-25,3-3-79,1-2-88,0-3-94,1-1-193</inkml:trace>
          <inkml:trace contextRef="#ctx0" brushRef="#br0" timeOffset="76936.6528">8191 1417 1694,'0'0'286,"0"0"-231,0 0 36,0 0 87,0 0-39,0 0-48,0 0-81,0 0-10,0 0-104,0 0-64,0 0 117,-2-4 51,4 18 46,-2 2-27,0 5 23,0-1-10,-2 5-9,-5-1-23,2 5 0,-2-2 10,-1 2-10,0-2-36,2 1 7,0-2-3,4-5-10,-1 2-1,2-5 5,1-1 12,0-4-13,4-1-13,0-3-16,3-2-36,2-2-85,1-5-45,2 2-75,-3-2 9,9-2-137</inkml:trace>
          <inkml:trace contextRef="#ctx0" brushRef="#br0" timeOffset="77330.5732">8488 1509 741,'0'0'658,"0"0"-469,0 0 32,0 0 26,0 0-7,0 0-8,0 0-67,0 0-91,0 0-74,0 0-48,-5-33-52,2 40 32,-4 1 68,-1 4 19,-3 3-15,1 0 9,-2 2 12,-1 3 4,1 0-29,-1 0 0,1 3 2,1-1-2,0 2-7,2 1-28,3-1 33,2-2-14,2 3-9,2 0-8,0-6 33,2 0 0,2-1-19,6-4 2,1-1 17,0-5 29,2-1-13,-1-1-16,1-1 42,0-5-10,-2 1-6,0-1-3,0 0 22,-2-2 16,2-4-23,-3-2-9,1 0 13,-2 1 10,-2-4-33,-3 2 0,-2-1-17,0 0-2,-2 2-54,-8 1-52,-3-2-23,-9 3-110,-3 2-189,-8 2-56,-4 2 38,8 0-27</inkml:trace>
          <inkml:trace contextRef="#ctx0" brushRef="#br0" timeOffset="65006.5656">5611 1720 1034,'0'0'2,"0"0"317,0 0-215,0 0-19,0 0-4,0 0-70,0 0-9,0 0 15,0 0 22,0 0-6,73-9 6,-47 6-7,0-1-12,2 1-20,-1 1-1,0 1 0,-1-1-25,-1 0 0,-1 1 9,-3 0 1,0-1-13,-2 2-23,-5 0 3,0 0-19,-1 3-20,-5-2-257,1 1-115</inkml:trace>
          <inkml:trace contextRef="#ctx0" brushRef="#br0" timeOffset="65464.7088">5849 1524 703,'0'0'176,"0"0"134,0 0-252,0 0-58,0 0-42,0 0 42,0 0 3,0 0 30,0 0 42,0 0-49,0 0 3,49 34 62,-35-29-55,-1 0 3,4 0 65,1-1 0,-1-1-52,2 2 0,0-2-10,0 1-17,-3-1-25,0 0-58,-2-1 9,0 1 36,1 1-16,-4-2 3,-2 3-10,2-3 34,-3 1 1,-3 0-12,2-1-6,-3-1 18,-3 2-37,1-2-14,-2 0 23,0 3 29,0 1 22,-2 1-20,-7 4 44,-1 2 64,-4 4-62,-2 0-48,-6 1 0,1 2 0,-4 4 0,-1-2-13,-4 1-4,-4 1-2,0 2-30,-4-2-6,-2-1-46,0 0-39,-1-3-3,10-5-134,-15-1-313</inkml:trace>
          <inkml:trace contextRef="#ctx0" brushRef="#br0" timeOffset="74927.6618">6582 1494 658,'0'0'94,"0"0"245,0 0-212,0 0-29,0 0 19,0 0 16,0 0 4,0 0 29,-8-56-33,8 49-7,0 0-28,0 2-1,0 0-7,0 3-6,0 0-37,0 2-47,0 0-52,0 0-68,-2 4-55,2 5 85,-2 2 90,-1 3 12,1 3-12,-2 2-12,-1 2 11,0 3 1,-1 0-3,1-2-32,-1 2 6,0-4-1,-1 0-12,2 0 0,1-4-62,1 1-111,1-4-110,-1-3-50,3 1-117</inkml:trace>
          <inkml:trace contextRef="#ctx0" brushRef="#br0" timeOffset="26829.6364">8943 922 620,'0'0'518,"0"0"-294,0 0-67,0 0 5,0 0-12,0 0-14,0 0-26,0 0-41,0 0-21,0 0 1,-5-20-1,5 20-12,0 0-10,0 0-8,0 0-18,0 0-29,0 0-16,0 0-7,0 0-19,0 5 67,2 0 4,-1 3 30,0 2-14,0 4-3,-1 3-13,2 4 0,-1 1 13,-1 5-13,0 1-1,0 2 1,0 2 0,0-1-33,-1-1 11,-2-2-1,1-4 20,0-1-49,1-5 10,1-3-20,0-2 36,0-4-153,1-3-198,2-2-102,4-4-199</inkml:trace>
          <inkml:trace contextRef="#ctx0" brushRef="#br0" timeOffset="27312.2287">9349 1029 470,'0'0'726,"0"0"-384,0 0-202,0 0-36,0 0 91,0 0-52,0 0-30,0 0-9,0 0-14,0 0-48,0 0-19,4-53 12,10 45-9,3 1 16,2-1 39,1 1-7,0 3-74,-1 2-3,-2 2-39,0 0-3,-3 5-26,-3 4 13,1 4 58,-5 2 9,-1 1-9,-5 4 23,-1 4-23,-3 0 26,-8-1-26,-2 1 0,-4 0 0,-2-4 19,-2-4-6,0-1-13,0-1 36,0-4 2,0-3-12,2 1-23,2-3 33,4-3 21,1 2-8,6-4-4,3 0 32,1 0-10,2 0-67,0 0-19,0 0-16,6 0-23,6-4-6,5-1 54,3-1 10,7 0 0,3-1-21,4 0 19,4 1 1,-1-2-18,3 4-10,-1 1-55,0-1 7,0 4 3,-3 0-23,-1 0-175,-9 0-332,7 0-138</inkml:trace>
          <inkml:trace contextRef="#ctx0" brushRef="#br0" timeOffset="27965.4615">9933 1083 1444,'0'0'536,"0"0"-458,0 0 0,0 0-20,0 0-58,0 0-61,0 0 61,0 0 13,0 0 100,0 0 26,18-6-19,-4 3-46,4 1-29,1-4-3,-1 1-13,1-3 10,0 2 6,-2-3 13,2 0 9,-3-2 1,0 0-1,-2 1 3,1-2 7,-1 0-35,-3 0 9,1 0-10,-3 0 13,-2 0-12,0 0-11,-2 0 11,-2 1-1,-2-1-28,1 1-10,-2-2 13,-2 2-16,-4 1-16,-4 0-10,-1 2-5,-6 2-7,-1 4-29,-7 2-26,0 0 17,-5 4 21,-1 7 14,0 0 9,0 1 19,2 1 0,5 2-22,2-1 0,3 1-1,4 0-21,6 0 9,3 0 15,5-1-41,1-2 61,4 2-9,8-3 22,3 0 13,4 1-10,3-3 20,2 0-23,4 0 1,0 1-1,1-2-20,-2 0 20,0 2 13,-3 1-13,-4-2-37,-1 4 34,-3-2-25,-5 3-1,-3-1 16,-1 1 0,-6-1 13,-1-1 32,-1 2-29,-7-2 36,-3 1 6,-2-2 13,-3-5-16,3 1-4,-4-4 26,3-1 1,-2-2-33,2 0 0,1-2 19,0-3-13,2-2-19,1-3 17,1-1 2,2-2 7,4-2-45,1 0 0,2-3-16,2-1-16,7 0-26,3-1-41,4 2 48,5 2-7,1 1-48,3 2 26,2 1 22,0 2-6,2 3-59,-2 0-68,1 4-152,-2 2-148,-7-1-72,5 2-203</inkml:trace>
          <inkml:trace contextRef="#ctx0" brushRef="#br0" timeOffset="29679.5715">10492 946 1087,'0'0'1409,"0"0"-1254,0 0-87,0 0 102,0 0-131,0 0-39,0 0-74,0 0 51,0 0 1,0 0-62,0 0-6,51 9 42,-37 4 45,3 2 2,-1 2-27,3 2 28,-3 1 0,3 1-6,-3 2-10,1-3 13,-1 0 4,-2 0-2,1 0-27,-4-5 11,2 0 4,-2 0-25,-1-6-105,0-1-119,-3-4-271,1-1-79,1-3-181</inkml:trace>
          <inkml:trace contextRef="#ctx0" brushRef="#br0" timeOffset="29680.5834">10869 852 1501,'0'0'783,"0"0"-647,0 0-101,0 0-22,0 0-13,0 0-9,0 0 9,-75 38 32,61-23-6,-1 0 19,2 3-16,-1-1-11,-2 4-17,-2 1-1,-2 1 0,0 0-2,-2 1 1,0 1-1,1-1-1,0-3-26,0-1 3,3-3 13,2-2-10,3-3-51,3-2-98,4-4-90,4-2-125,2-3-59,0-1-33,4-5-183</inkml:trace>
          <inkml:trace contextRef="#ctx0" brushRef="#br0" timeOffset="29682.6617">11099 894 696,'0'0'1990,"0"0"-1839,0 0-45,0 0 89,0 0-64,0 0-106,0 0-25,0 0-19,0 0-16,0 0-13,0 0 28,-14 7 19,6 2 1,-3 4 32,-1 2-3,-2 0-26,0 3-3,-2 0 1,-1 2 3,1 1-3,-1 2 1,1-3-1,3 0-1,1 0-14,5-4-2,2 2 14,5-6-56,0 1 26,0-3 7,5-3 25,3 1 16,4-2-13,0-1 45,6-3-3,1 0 22,4-2-32,3 0-19,0 0 12,3-4-18,1 0-10,-2 0-38,0 3-7,-4-5 4,0 6-36,-2-1-42,-3-2-41,0 3-130,-3-1-224,-5 1-263,2-3-364</inkml:trace>
          <inkml:trace contextRef="#ctx0" brushRef="#br0" timeOffset="29684.4818">11213 1015 2637,'0'0'309,"0"0"-283,0 0-26,0 0-20,0 0-57,0 0 52,-51 59 25,46-38-13,2 2 13,2 3 0,1 2-13,-3 3-26,-1 1 39,-1 4-2,-2 1-30,-3 3-123,-4-1-9,1 1-121,-4 0-176,5-10-70,-12 10-147</inkml:trace>
          <inkml:trace contextRef="#ctx0" brushRef="#br0" timeOffset="52025.1293">11302 1004 274,'0'0'163,"0"0"-75,0 0 20,0 0-7,0 0-4,0 0-18,0 0-53,0 0 195,0 0 85,0 0-117,3-1-52,-3 1 25,-2 0 81,1 0-32,1 0-11,-2 0-123,0 0-45,-1 0-32,-3 0-59,-5 0-15,-3 6 3,-4 1 32,-6 4 10,-2 1 13,-4 2 0,-2 1 0,-1 0-7,-2 0-3,2 0 4,0 0-4,2 0-23,4-1-6,1-1-42,3-4 0,6 0-37,3-3-80,7-1-1,3-5-62,4-2-84</inkml:trace>
        </inkml:traceGroup>
      </inkml:traceGroup>
      <inkml:traceGroup>
        <inkml:annotationXML>
          <emma:emma xmlns:emma="http://www.w3.org/2003/04/emma" version="1.0">
            <emma:interpretation id="{039D1D8F-40D0-4F80-81CC-512FB14AB24F}" emma:medium="tactile" emma:mode="ink">
              <msink:context xmlns:msink="http://schemas.microsoft.com/ink/2010/main" type="line" rotatedBoundingBox="20354,6437 25490,6431 25491,7204 20355,7209"/>
            </emma:interpretation>
          </emma:emma>
        </inkml:annotationXML>
        <inkml:traceGroup>
          <inkml:annotationXML>
            <emma:emma xmlns:emma="http://www.w3.org/2003/04/emma" version="1.0">
              <emma:interpretation id="{781F4E73-414F-4DBC-8EC1-C5A9FA7788FB}" emma:medium="tactile" emma:mode="ink">
                <msink:context xmlns:msink="http://schemas.microsoft.com/ink/2010/main" type="inkWord" rotatedBoundingBox="20354,6437 22651,6434 22652,7206 20355,7209"/>
              </emma:interpretation>
              <emma:one-of disjunction-type="recognition" id="oneOf11">
                <emma:interpretation id="interp55" emma:lang="en-US" emma:confidence="0.5">
                  <emma:literal>27÷1</emma:literal>
                </emma:interpretation>
                <emma:interpretation id="interp56" emma:lang="en-US" emma:confidence="0">
                  <emma:literal>27=7</emma:literal>
                </emma:interpretation>
                <emma:interpretation id="interp57" emma:lang="en-US" emma:confidence="0">
                  <emma:literal>27=1</emma:literal>
                </emma:interpretation>
                <emma:interpretation id="interp58" emma:lang="en-US" emma:confidence="0">
                  <emma:literal>273=1</emma:literal>
                </emma:interpretation>
                <emma:interpretation id="interp59" emma:lang="en-US" emma:confidence="0">
                  <emma:literal>23=1</emma:literal>
                </emma:interpretation>
              </emma:one-of>
            </emma:emma>
          </inkml:annotationXML>
          <inkml:trace contextRef="#ctx0" brushRef="#br0" timeOffset="79033.5732">6397 2204 55,'0'0'160,"0"0"-95,0 0 72,0 0 10,0 0-82,0 0 56,0 0 169,0 0-166,0 0 13,0 0-10,0 0-7,-49-45-6,46 41 9,3 0-32,-2 1-26,2 0-13,0-1 3,2-1-3,5 0-19,3-1-4,2-1 23,3 0 6,2 0-13,1 2-12,1 1-33,-2 4 0,2 0-59,-3 0-5,1 6 31,-1 3-2,0 2 2,-4 3 1,-1 2 2,-3 2 30,-1 1-3,-6 1 0,-1 3 3,-1 1 3,-10 0-3,-2 2 0,-4-1 0,-2 1 0,-1-5 0,0 2-25,-2-6 25,4 1 0,-1-4-12,0-3-1,2-2 12,4-1 1,1-1-16,0-5 2,3 1 14,1-3 33,4 0-1,-3-3 7,2-2-7,2-1 17,0-3-29,0-1-20,2-1 25,1 1-2,0-1-22,0-1 0,0 1 22,3 0 0,0 4-23,-2 0-17,2 5 15,-1-1-14,1 3-42,1 0-20,2 0 13,2 0 7,2 1 6,2 4 21,1 4 31,4-1 20,-3 3-19,3-1-1,-2-1-21,0 2 20,-1-1 1,1-1 0,-1 1 2,0-3 8,-1 2-10,-2-5-15,4 3 15,-4-2 0,1-3-6,0-1-17,0-1 20,1 0 2,1-1-48,-2-5-140,3-2-211,-6 1-50,2-6-328</inkml:trace>
          <inkml:trace contextRef="#ctx0" brushRef="#br0" timeOffset="79498.6047">6615 2131 300,'0'0'342,"0"0"-244,0 0 140,0 0-36,0 0-26,0 0 0,0 0-7,0 0-10,0 0-55,0 0-62,-14-15-42,14 15-26,1 0-23,5 0 49,3 0 16,2 0 36,4 2 9,1-2 4,2 1-10,4-1 23,0 0-7,2 0-32,1 0-16,-2 0-7,0 0-16,-2-1-20,-3 1 4,1 0 0,-4 0-10,-3 0 10,-2 0-13,-2 0 3,-2 1 0,-3 1-3,0 1 13,-1-2 3,-1 2 11,-1-1 2,0 3 13,0-2 25,0 2 8,-3 0-14,-2 2-9,1-1-1,-3 3-2,-2-1-17,1 2 13,-1 1 0,-1 0-12,1 1-4,0-1 0,-1 1 0,1-1-1,2 2-10,-1-3-12,2 1 20,-1 0-17,4 0-12,-2-1-13,2-1 6,0 1 3,2-2-38,1-1-20,0-3-101,1 1-277,5-3-111</inkml:trace>
          <inkml:trace contextRef="#ctx0" brushRef="#br0" timeOffset="79973.0382">7247 2255 960,'0'0'58,"0"0"131,0 0-119,0 0-70,0 0 0,0 0 9,0 0 79,65-18 52,-41 11-6,2 0-40,0 0-78,-2 4-16,-2 0-45,2 1-14,-5 2-12,-1 0-7,-3 2 9,-1 2-133,-6-2-156,0 4-183</inkml:trace>
          <inkml:trace contextRef="#ctx0" brushRef="#br0" timeOffset="80169.4834">7275 2439 893,'0'0'88,"0"0"222,0 0-274,0 0-36,0 0-22,0 0 22,0 0 29,87-3-18,-57-2-11,3-2-13,0 3-10,-8-1-35,13-1-363</inkml:trace>
          <inkml:trace contextRef="#ctx0" brushRef="#br0" timeOffset="77871.9654">6544 1811 395,'0'0'169,"0"0"43,0 0-179,0 0-33,0 0-66,0 0-54,0 0-79,0 0-75</inkml:trace>
          <inkml:trace contextRef="#ctx0" brushRef="#br0" timeOffset="78115.4671">7357 1791 290,'0'0'1260,"0"0"-1260,0 0-19,0 0 6,0 0 6,0 0-52,0 0 24,0 0 31,0 0-35,0 0-94,0 0-134,-7-2-89,-4 6-261</inkml:trace>
          <inkml:trace contextRef="#ctx0" brushRef="#br0" timeOffset="80753.4244">7950 2131 1064,'0'0'46,"0"0"321,0 0-201,0 0-36,0 0-65,0 0-65,0 0-32,0 0-59,0 0-36,0 0 121,-24 7 6,30-4 29,0 2 7,1 0 61,3-1-9,-2 0-23,4-2-3,4 0 9,0 0-16,2-2-16,0 0-10,4 0 13,-1-4-6,0 1-10,1-2-7,-2 0 30,1-1-10,-2 0-29,-2 1-7,-1 1 14,-4 0 2,-2 0-16,-2 0 0,-1 2 19,-5 0 4,2 1-26,-3 1 0,-1-1 11,2 1 0,-2 0-11,0 0-14,0 0 14,0 0 0,0 0-30,0 0-35,0 1-2,0 4 67,-4 4 1,1 0 2,-1 3 43,-1 1-46,0 2 0,0 1-4,2 2 1,-2 0-10,2 2-6,-2 0 6,3 0 13,-2 0 0,1 1-13,1-6-3,-1 0 12,3 0 4,0-6-32,0 0 3,0-4 27,0 2 1,0-3-35,0-3-6,0 2 3,0-2-71,0-1-231,0 0-99,0 0-6,3 0-125</inkml:trace>
          <inkml:trace contextRef="#ctx0" brushRef="#br0" timeOffset="107097.0466">8081 2520 36,'0'0'107,"0"0"-9,0 0 261,0 0-43,0 0-172,0 0-76,0 0-26,0 0 7,0 0 7,0 0 12,0 0 10,0 0 16,0-1-3,2 1-6,-1-2 19,-1 1 19,2 1-2,0-2-21,-2 2-3,2 0-3,0 0-19,0 0-30,2 0-3,0 0-3,1 0 3,2 0-13,0 0-10,2 0 13,2 3 4,0 0-23,3-1-10,-1 2 13,4-2-13,1 1 10,1 0 0,2-2-12,2 0 22,2-1-23,0 0-2,0 0-1,0 0-13,0 0 13,-2 0-23,1 0 23,-3 0 0,0 0-29,-1 0 9,-2 0 0,-5 0 7,1 0-32,-2 0-1,-2 0 14,-2 0 3,-2 4-43,-1-3-45,-1 3-51,-1 0-73,-3-2-78,0 2 26,0-1-46,0-1-215</inkml:trace>
        </inkml:traceGroup>
        <inkml:traceGroup>
          <inkml:annotationXML>
            <emma:emma xmlns:emma="http://www.w3.org/2003/04/emma" version="1.0">
              <emma:interpretation id="{FBDBC8D4-577F-43B1-BD50-F84FC798B42E}" emma:medium="tactile" emma:mode="ink">
                <msink:context xmlns:msink="http://schemas.microsoft.com/ink/2010/main" type="inkWord" rotatedBoundingBox="22831,6514 24108,6512 24109,7103 22832,7105"/>
              </emma:interpretation>
              <emma:one-of disjunction-type="recognition" id="oneOf12">
                <emma:interpretation id="interp60" emma:lang="en-US" emma:confidence="0.5">
                  <emma:literal>bits</emma:literal>
                </emma:interpretation>
                <emma:interpretation id="interp61" emma:lang="en-US" emma:confidence="0">
                  <emma:literal>bit's</emma:literal>
                </emma:interpretation>
                <emma:interpretation id="interp62" emma:lang="en-US" emma:confidence="0">
                  <emma:literal>bitts</emma:literal>
                </emma:interpretation>
                <emma:interpretation id="interp63" emma:lang="en-US" emma:confidence="0">
                  <emma:literal>bints</emma:literal>
                </emma:interpretation>
                <emma:interpretation id="interp64" emma:lang="en-US" emma:confidence="0">
                  <emma:literal>bitsy</emma:literal>
                </emma:interpretation>
              </emma:one-of>
            </emma:emma>
          </inkml:annotationXML>
          <inkml:trace contextRef="#ctx0" brushRef="#br0" timeOffset="81650.8377">8864 2026 737,'0'0'192,"0"0"-6,0 0 182,0 0-124,0 0-36,0 0-53,0 0-51,0 0-26,0 0-26,0 0-52,0 0-23,-2-12-42,2 15-58,-1 2 62,-1 4 61,-1 4 32,1 2 24,0 2-56,-3 5 0,1 1 10,-2 2 6,0 4-16,-1 0 1,0 2 19,0-1 0,2 1-20,-1-3-18,2-3 18,0-3 6,3-4-6,-1-6 0,2-1-3,0-3-10,0-2 10,0-2 3,0-3 16,0 2 16,0-3 33,0 0 19,0 0 26,0 0-6,0-6-50,0-2-50,3-2-3,0 1-1,-1-6-15,3 3 11,-4-2-8,4-1 10,-2 0-23,2 0 9,1-1 14,1-1 0,0-1-21,3 2-3,1 2 26,3 0 0,1 4-33,-1 1 13,0 3 20,2 1 0,-2 1-1,3 4 1,-4 0 26,1 0 4,1 2-30,-3 3-39,-1 1 20,-1 2-4,-1 0-9,-2 2 3,-4 0 25,0 1 4,-3 2 16,0-1-15,-4 2 36,-5 1 25,-3-1-46,-4-2-3,-2 3 13,-2-6-4,-3 2-18,2-1-3,-2-2 24,3-1 9,-1-3-34,3-3-13,0 2 12,3-3-2,3 0-39,3 0-33,2 0-41,2-3-75,3-2-82,2-1-107,0 0-151,4-8-196</inkml:trace>
          <inkml:trace contextRef="#ctx0" brushRef="#br0" timeOffset="82706.721">9184 2252 828,'0'0'69,"0"0"-50,0 0 14,0 0-7,0 0-3,0 0 22,0 0 37,0 0 113,0 0-81,0 0-26,23 33 13,-12-32-4,0 2 1,3-2-7,-1-1 22,0 0-2,3-4 12,-2 0-13,3-3-39,1-3-23,-1 1-15,1-1-14,-1-1-19,1 1-1,-3-1 1,1-2 0,-4 2 0,1-1-2,-3 0 2,-2 2 15,-2-1-14,1 2 0,-4-1 12,-1 0 3,-2 0-16,0 2 1,0-1-1,-5 0 16,-2 0-16,1 2 1,-2-1-1,0 3 3,-1 1-3,2 1-16,1 0 15,-2 3 1,2 0-35,-2 2-10,1 2 6,0 3-3,0 3 6,-1 0 4,0 5 29,1-1 3,0 4-3,2 1-30,1 1 33,-1 0 14,1 4-14,1 0 0,3-2-13,0 1 7,0-2 6,5-1 3,4-4 16,0-1 17,3-1-23,1-4 13,3-2 16,-2 1-16,4-5 0,-1-3-7,2-1 16,-1 0 7,3-1-22,0-9-19,0 2 21,0-4-22,0-2-9,1-2 9,-1-2 9,-2-3 5,-3 0-14,0 0 0,1-3 51,-5 0-21,1 0-29,-1-3-1,-2-2 13,-1-1 16,-2 0-10,0 0-19,-3 1 48,1 2-12,-3 1-7,1 2 19,-1 5 6,-2 3-2,1 5-23,-1 6 12,1-1 23,-1 4-29,0 2-35,0 0-54,0 0-23,0 0-58,0 5 4,-2 3 66,-3 2 65,0 5 36,-1 0-17,-3 2-7,2 4-11,-3 1 28,1 4-29,-3 3 0,2 2 0,1 2 1,-1 0-1,2 1 1,0 0 0,4-3 9,0-2-10,3-3-2,1-6-20,0 1 22,5-6 1,2-2 0,0-2 28,2-4 23,0-2-17,1-2-19,-1-3 55,3 0 9,2 0-42,-2-4-16,2-1 7,0-5-13,0 1-16,0-2-29,1-1 29,-2-3-2,0-2-9,0 1-15,-1-1 26,-3-1 19,1 2-17,-1-3 11,0 3 35,-2-1-7,3 0-41,-3 4 0,0 1 1,-1 5-1,0 2-30,-2 2-25,0 3-12,0 0-16,0 0-20,1 3 26,1 3 42,1 3 10,1 2 24,-1 2 0,0 2 1,1 2-1,0 3-21,-4 0 20,1 1-36,-2 4 38,-3-3-3,0 1 3,0-3-4,0-1 4,-3 1 14,-2-4-14,1-2-13,-3-3 13,0-1-12,-2-1-27,0-3-116,-1-3-74,0 0-92,1-3-202,-5-1-119</inkml:trace>
          <inkml:trace contextRef="#ctx0" brushRef="#br0" timeOffset="83137.1127">9400 1931 437,'0'0'1246,"0"0"-992,0 0-180,0 0 34,0 0 96,0 0-114,0 0-88,0 0-2,0 0-13,0 0-106,0 0-11,-3-6-68,6 6-244,-1 6-141</inkml:trace>
          <inkml:trace contextRef="#ctx0" brushRef="#br0" timeOffset="82939.0937">9747 2053 1056,'0'0'687,"0"0"-333,0 0-289,0 0 6,0 0-19,0 0-4,65-54 30,-45 45 35,2-1-3,2 0-46,-1 4-38,0 0-26,-3 2-32,-4 3-36,0-1-12,-5 2-4,-3 0-33,-1 0-87,-5 3-140,-2-2-163,0 4-60,-4-3-153</inkml:trace>
        </inkml:traceGroup>
        <inkml:traceGroup>
          <inkml:annotationXML>
            <emma:emma xmlns:emma="http://www.w3.org/2003/04/emma" version="1.0">
              <emma:interpretation id="{35D32719-85C4-4E2A-9193-8863C7BF5751}" emma:medium="tactile" emma:mode="ink">
                <msink:context xmlns:msink="http://schemas.microsoft.com/ink/2010/main" type="inkWord" rotatedBoundingBox="24440,6640 25490,6639 25490,7197 24441,7198"/>
              </emma:interpretation>
              <emma:one-of disjunction-type="recognition" id="oneOf13">
                <emma:interpretation id="interp65" emma:lang="en-US" emma:confidence="0.5">
                  <emma:literal>add</emma:literal>
                </emma:interpretation>
                <emma:interpretation id="interp66" emma:lang="en-US" emma:confidence="0">
                  <emma:literal>adhere</emma:literal>
                </emma:interpretation>
                <emma:interpretation id="interp67" emma:lang="en-US" emma:confidence="0">
                  <emma:literal>adds</emma:literal>
                </emma:interpretation>
                <emma:interpretation id="interp68" emma:lang="en-US" emma:confidence="0">
                  <emma:literal>ad</emma:literal>
                </emma:interpretation>
                <emma:interpretation id="interp69" emma:lang="en-US" emma:confidence="0">
                  <emma:literal>adder</emma:literal>
                </emma:interpretation>
              </emma:one-of>
            </emma:emma>
          </inkml:annotationXML>
          <inkml:trace contextRef="#ctx0" brushRef="#br0" timeOffset="85769.1955">10558 2311 424,'0'0'186,"0"0"-154,0 0-15,0 0 25,0 0-3,0 0 0,0 0 23,0 0 274,0 0-134,0 0-95,28-41 23,-26 35-19,3 2 22,-4-1-19,2 0-24,-1 0 24,1 0-1,-1 0-6,-1 1-3,0-1-21,-1 4-34,0-4 9,0 1-16,0 2 9,0-2-9,-4 2-3,-1-1-12,-2 2-27,-3 0-36,-1 1 10,-3 0-19,-3 1 7,1 5-1,-3 0 17,1 3 2,2-1-6,-1 2 23,3 1 1,0-1-14,2 1-16,5-1-7,0 2 23,2-4-13,5 2 0,0-3 3,0 1 26,4-3 25,4 1-9,1-2 19,3 1 10,0-5 1,2 3-11,2-3-6,0 0 13,0 0-10,-1-3-9,1 0-1,-2 0 7,1-4 0,-4 1-13,1 1 4,-2-3 2,-1 1 10,-2 1-19,-1 0-10,-1-2 29,-1 3-13,0 1-15,-2 1-1,-2 0 0,2 1 21,-2 1-24,0 1-52,0 0-15,0 0-23,0 0-52,0 1-29,0 4 45,0 2 126,0 4 0,0-2-3,0 5 1,0-3 1,3 2-22,1-3 4,2 0-23,0 0-7,3-4-61,1 0-23,1-1-23,4-2-13,-1 0-3,2-3 3,1 0-59,1 0-10,1-3 3,-2-1-42,-4 0 3</inkml:trace>
          <inkml:trace contextRef="#ctx0" brushRef="#br0" timeOffset="86902.3624">10890 2334 72,'0'0'336,"0"0"-62,0 0-30,0 0-29,0 0-39,0 0-39,0 0-33,0 0-7,-3-55 11,-3 50-37,1 0-29,-2 1 10,0 0 10,-1 3 0,-1 0-27,0 1-12,0 0 3,-2 0-1,1 1-25,-2 3-29,-2 2 26,-1 0-10,2 3 0,-1 2 10,2-2 2,0 1-2,2 1-26,3 0-17,1-2 46,1 2 13,3-3-13,1 2-26,1-2 26,0-1 55,5-2-29,3 1 46,-1-2-7,4 0 25,1-1-41,2-3-20,0 0 23,3 0-7,-1-6-19,0 1-13,3-6 6,-2 1-19,1-1 0,-1-2-23,-2-2 20,0 0 1,-1-2-21,0-2 21,1-1 2,-2-1 0,-1-3 0,0 0 23,-5-2-4,0 1-6,-3-2 6,0 0-2,-3 1-15,2 5 1,-3 1 23,2 5-4,-2 5 1,0 2-7,0 6-16,0 1 0,0 1-90,0 1-65,0 7 9,0 1 88,-5 6 58,0 3 0,1 3 22,-3 3-22,2 1 11,-2 1-9,0 3 11,0-3-13,0 2 0,1-1 0,1-1 0,2-2-11,3-2-15,0-2 23,0-2-13,5-3 16,2 0 13,2-4-11,0-3 2,2 0 18,2-1-20,-2-4 21,4 0 3,-2-3-7,3 0-15,-1 0 18,-1-2-2,-2-2-7,-1-3-10,1-1 29,-2 1-9,-1-1-4,-2-1-3,0-1 13,-3-1-3,-1 1-13,-3-2-10,0 0-3,0 2 20,0-1-20,-4 1-10,-2 0 10,0 3 0,-1 1-26,0 3 4,-1 0-20,-1 3-3,0 0-4,0 1 4,-4 4 22,3 4 20,-1-3-43,0 4 33,1 3 12,1-1-15,1 1-13,2 0 26,1 0 1,1 1-2,1-3-31,3 0 6,0-3 28,3-1 1,4-1 1,-1-1 12,2-2 45,1-2-6,0 0 3,2-1-13,1 0 29,-1-2-19,3-6-26,-3 1-10,3-3-13,-2-1 14,0-3-17,1 1-22,-1-2 22,-2 0 0,0-2-13,-1 1 10,-1-3 3,0-1 12,-1-1-12,0-1-9,-3-1 9,1 2 25,-2 0-5,-1 4 15,0 3 4,0 3 29,-1 6-66,-1 1-2,0 2 0,0 2-39,0 2-112,0 5-34,-5 4 166,0 4 19,-2 4 2,1 3 27,-1-1-13,2 3-16,-1-3-3,5 0 1,-2-3 2,3-2 0,0-2 0,0 0-13,0-5 13,3-2 23,0 0-23,2-3 3,0 0 39,1-4 10,0 0-23,1 0 0,0 0 16,3 0-3,-3-4-40,3 0-1,-2-1 2,5 2-3,-4-2-6,0 1-39,0-1 45,-2 4 0,-2-2-28,0 3-37,-2 0 10,-1 0-22,-1 4-4,1 1 63,-1 6 18,1 3 36,0 2-34,1 2 1,-1 3-2,3-2 3,2 1-4,0-2-4,0 0 4,3-2 0,-1-2-19,2-2-20,1-4-230,0-1-232,0-4-72</inkml:trace>
        </inkml:traceGroup>
      </inkml:traceGroup>
    </inkml:traceGroup>
    <inkml:traceGroup>
      <inkml:annotationXML>
        <emma:emma xmlns:emma="http://www.w3.org/2003/04/emma" version="1.0">
          <emma:interpretation id="{C806AD00-6A23-46A3-B0EF-C2527FD62703}" emma:medium="tactile" emma:mode="ink">
            <msink:context xmlns:msink="http://schemas.microsoft.com/ink/2010/main" type="paragraph" rotatedBoundingBox="13948,7775 25188,8015 25165,9089 13925,8849" alignmentLevel="3"/>
          </emma:interpretation>
        </emma:emma>
      </inkml:annotationXML>
      <inkml:traceGroup>
        <inkml:annotationXML>
          <emma:emma xmlns:emma="http://www.w3.org/2003/04/emma" version="1.0">
            <emma:interpretation id="{B954BE3B-6D4B-4551-B822-8564F5E99CE5}" emma:medium="tactile" emma:mode="ink">
              <msink:context xmlns:msink="http://schemas.microsoft.com/ink/2010/main" type="line" rotatedBoundingBox="13948,7775 25188,8015 25165,9089 13925,8849"/>
            </emma:interpretation>
          </emma:emma>
        </inkml:annotationXML>
        <inkml:traceGroup>
          <inkml:annotationXML>
            <emma:emma xmlns:emma="http://www.w3.org/2003/04/emma" version="1.0">
              <emma:interpretation id="{19E32BE6-01C4-408F-A74E-0ED93D549B21}" emma:medium="tactile" emma:mode="ink">
                <msink:context xmlns:msink="http://schemas.microsoft.com/ink/2010/main" type="inkWord" rotatedBoundingBox="13946,7862 15476,7895 15460,8658 13930,8626"/>
              </emma:interpretation>
              <emma:one-of disjunction-type="recognition" id="oneOf14">
                <emma:interpretation id="interp70" emma:lang="en-US" emma:confidence="0.5">
                  <emma:literal>pintsize</emma:literal>
                </emma:interpretation>
                <emma:interpretation id="interp71" emma:lang="en-US" emma:confidence="0">
                  <emma:literal>is-rise</emma:literal>
                </emma:interpretation>
                <emma:interpretation id="interp72" emma:lang="en-US" emma:confidence="0">
                  <emma:literal>is-size</emma:literal>
                </emma:interpretation>
                <emma:interpretation id="interp73" emma:lang="en-US" emma:confidence="0">
                  <emma:literal>pressie</emma:literal>
                </emma:interpretation>
                <emma:interpretation id="interp74" emma:lang="en-US" emma:confidence="0">
                  <emma:literal>is-vise</emma:literal>
                </emma:interpretation>
              </emma:one-of>
            </emma:emma>
          </inkml:annotationXML>
          <inkml:trace contextRef="#ctx0" brushRef="#br0" timeOffset="110643.895">35 3402 290,'0'0'330,"0"0"-259,0 0-41,0 0 77,0 0 14,0 0-50,0 0-28,0 0-4,0 0 13,0 0-6,0 0 2,-27-25 18,27 24-14,-2-2-13,2 1-16,-3-1-1,3 1 14,-1 0-16,0-1-7,0 2-10,0 0 0,-1 0-3,2 0-13,-1 1 13,1 0-2,0 0-34,0 0-9,0 0 9,0 0 3,0 0-3,0 0 4,0 0 29,0 0-10,0 0-23,0 0-26,0 0-46,0 0-41,0 0-41,-2 0-31,2 0-109,2 0 151</inkml:trace>
          <inkml:trace contextRef="#ctx0" brushRef="#br0" timeOffset="113255.0752">-8 3386 104,'0'0'79,"0"0"-30,0 0-1,0 0-12,0 0 0,0 0 150,0 0-65,0 0-76,0 0-41,0 0-1,-5 0 13,3 0 0,0 0 1,1 0 12,0 0 13,0 0 4,-1 0-10,1 0-10,0-1 7,1 1-7,-3 0-25,3 0-1,0 0 1,-1 0-1,1 0-2,0 0-37,0 0-14,0 0-22,0 0-68,0 0-92,0 1-39,5-1 96</inkml:trace>
          <inkml:trace contextRef="#ctx0" brushRef="#br0" timeOffset="113551.9679">-8 3386 150</inkml:trace>
          <inkml:trace contextRef="#ctx0" brushRef="#br0" timeOffset="114032.1851">-8 3386 150,'-66'38'88,"66"-38"-13,0 0-20,0 0 190,0 0-105,0 0-68,0 0-23,0-1-4,0 1 1,0 0 16,0 0 13,0-2-7,0-1-25,0 2-4,0-1 10,0-1 3,0 2 0,0-1 3,2-1 4,-1 2-4,2-2 4,0 3-14,1 0-12,2 0-32,0 0 12,4 0 19,-1 7 17,3-1-23,0 2-23,1 1-1,-1 5 23,3 1-25,0 3-1,0 4 1,0 2 1,-1 2-1,-3 4-19,1 2 19,-3 1 0,1-2-1,-3 0-2,-1-2 3,0-4 0,0-3-14,-1-2-8,-2-2-1,1-3 23,1-3-23,-3-3 20,1 0-33,1-5 17,-3-2-4,3 0 13,-2-2 10,1-3 49,1-2-17,-1-5-15,4-1-4,-2-4 10,2-4-23,-1-1 0,2-5 2,0 2 1,0-3-3,0 0-23,0 0 23,-1-2 1,0 0-1,-2 1-9,-1 1 9,1-3 30,0 4-27,-2-1 10,1 4 6,-2-1-16,1 4-3,-1 2 1,0 2-1,-1 2 17,-1 5-17,2 1-3,-2 5-26,0 0-1,0 2-35,0 0-13,0 0 13,2 0 49,-1 3 3,0 1-7,1 1-51,-1 1-66,0 0-19,0 2-46,-1-2 0,2 0-49,-2 0-144</inkml:trace>
          <inkml:trace contextRef="#ctx0" brushRef="#br0" timeOffset="115265.4804">275 3310 408,'0'0'443,"0"0"-339,0 0-52,0 0 85,0 0-3,0 0-59,-55-58-4,45 51 4,-2-1-26,0 1 13,0 3 19,-2 0-13,-2 3-68,-1 1-12,-1 0 9,-1 5-10,0 5 10,-1 1-43,1 2 30,0 4 3,0 2-10,1 0 4,1 0 19,3 2 0,4-3 0,3 0-22,5-1 21,2-2 1,0 0-19,9 0-8,3-2 4,4-2 23,3 2 0,2-3-13,3-1 13,4 0 1,-2-2-1,4 1-10,-3-1 10,1 1 10,-3-1-10,-1 3-13,-3 1 11,-3 0 2,-3 3-17,-4-2 15,-1 3 1,-6 3-1,-2-3 1,-2 2 1,0 2 16,-5-4 7,-3 2 0,-2-4 9,-2 2 1,-2-1-4,-2-2-6,-1 2-7,0-3-16,-1 0 23,2-2 6,0 0-13,-1-4 0,3 1 17,-2-3-17,2-1-13,-1-1 1,1-1 25,0 0-10,1-1-1,2-4-18,0-2-3,2-1-36,-1-2-4,2 0-18,2 1-21,0 0-64,4 0-1,2 1-35,0-1-56,6 3-71,4-5-132</inkml:trace>
          <inkml:trace contextRef="#ctx0" brushRef="#br0" timeOffset="115501.9744">450 3548 935,'0'0'991,"0"0"-929,0 0-36,-64 40-10,49-25 23,3 3 9,5-2 59,3-1-45,4 0-49,0-1-13,4-1-36,3 1 14,3 1-1,1-1-6,0-1-78,-1-2-153,-1-4 7,-1 0 74,-1-4-20,-2-3-42,0 0-154</inkml:trace>
          <inkml:trace contextRef="#ctx0" brushRef="#br0" timeOffset="115733.388">499 3438 1451,'0'0'621,"0"0"-488,0 0-94,0 0 3,0 0-42,0 0-19,0 0-134,0 0-103,0 0 61,0 0 65,0 0-66,38 0-172</inkml:trace>
          <inkml:trace contextRef="#ctx0" brushRef="#br0" timeOffset="116487.207">732 3535 772,'0'0'1052,"0"0"-941,0 0-30,0 0 185,0 0-63,0 0-51,0 0-26,0 0-72,0 0-54,0 0-38,0 0-20,-5-32 26,22 21 32,2 5 0,-1 0-58,1 3-29,0 3 12,-3 2 37,0 5-30,-2 2 38,-2 2 27,-2 4 2,-4 0 1,-3 6 0,-3 0 10,-3 3 24,-6-1-33,-2 0 2,-3-1 19,-2-1 4,1-3-10,-1-1-12,-1-4 18,3-1-3,2-2-15,1-3-1,4-1 10,1-2 0,3-3-13,2 0-15,1 0-21,0-1-16,0 0-19,5 0 42,2 0 29,4-2 45,2 1-19,3-3-26,1 1-2,2 0 1,1 2 1,1 1-13,2 0 11,-1 1-17,-1 7-4,-5 0-9,0 4-1,-4 3 11,-2 2 20,-6 3 0,-1-2 2,-3 0 1,0 0 19,-8 0 2,-2-1 4,-1-1 3,-2-4 7,-1 0-4,0-3-2,0-3 5,1 0 10,0-4-12,-1-2 5,2 0 4,1-2-3,1-5 9,4-2-3,1-3-25,2-2-20,3-3-36,0-2-6,9 0 4,5-1-1,2-1-3,5-1 3,3 2 20,1-4 16,2 2-17,1-2 17,2 0 3,-1 0-1,1 0 1,0 0 0,-3-2 0,0 5 26,-2 0-7,-3 3-6,-3 0-13,-3 5 0,-2 0-26,-2 4 12,-3 2 14,-3 2 20,-3 1-4,0-1 7,-3 3 31,0-1 14,0 1-23,0 0-13,-3-2 23,-3 1-16,0-1-39,-2 0-16,-3 1 3,0 0 11,0 1-2,-1 0-15,1 1 19,1 1 0,1 0-39,3 0-9,0 3 16,1 2 0,2 5-30,1 3 4,1 3 16,1 1 41,0 5-31,4 1 9,1-2 21,4 2-24,1-2 26,1-1 0,3-4 4,0-4-4,3-2 0,1-3-3,3-4 3,3-2-64,1-1-131,2 0-142,-7-3-57,9-7-218</inkml:trace>
          <inkml:trace contextRef="#ctx0" brushRef="#br0" timeOffset="111246.6955">-6 3360 199,'0'0'528,"0"0"-339,0 0-81,0 0 38,0 0-19,0 0-52,0 0-42,0 0-33,0 0 0,0 0-17,-27 0 1,26 4 15,-2 2 1,1 3 2,0 2 18,0 1-7,-2 7 0,2 2 3,-2-1-13,0 8 1,-1 0 18,0 2-12,-2 0-10,2 3 0,1-2 3,-1-3 1,1-2-4,0-4-10,1-3 8,1-4 2,-1 0 13,3-4-13,-3-1-15,1-2 13,2-1-1,-2-2-29,2-1-4,0 0-52,-1-2-46,1-2-15,-2 1-18,2-1 44,0 0-1,0-1-163</inkml:trace>
          <inkml:trace contextRef="#ctx0" brushRef="#br0" timeOffset="112483.823">-34 3387 95,'0'0'140,"0"0"-49,0 0 43,0 0 123,0 0-169,0 0-58,0 0-7,0 0-7,0 0-16,0 0 0,0 0 16,-15-15 10,15 13-13,0 0 7,-1 1 12,1 0-6,-2-1-9,1 0-16,1 2 2,0-1-1,0 1-2,0 0-23,0 0 4,0 0-7,0 0-10,0 0-6,-2 0 12,2 0 7,0 0-3,0 0 10,0 0 16,0 0 2,0 0-1,0 0 2,0 0 16,0 0 7,0 0-10,0 0-3,0 0 17,0 0 2,0 0-9,0 0-7,0 0 11,0 0-8,0 0-17,0 0 0,0 0 15,0 0-17,0 0 0,0 0-33,0 0 4,0 0-4,0 0-22,0 0-4,0 0 7,0 0 3,0 1-39,0 1-33,0 1-19,0-1-75</inkml:trace>
          <inkml:trace contextRef="#ctx0" brushRef="#br0" timeOffset="111568.5581">-55 3390 46,'0'0'0,"0"0"0,0 0-36,0 0 27,0 0 9,0 0 0,0 0 0,0 0 0</inkml:trace>
        </inkml:traceGroup>
        <inkml:traceGroup>
          <inkml:annotationXML>
            <emma:emma xmlns:emma="http://www.w3.org/2003/04/emma" version="1.0">
              <emma:interpretation id="{5574ACEA-BAD3-4867-AD6A-2488293AB97F}" emma:medium="tactile" emma:mode="ink">
                <msink:context xmlns:msink="http://schemas.microsoft.com/ink/2010/main" type="inkWord" rotatedBoundingBox="16080,7962 16816,7978 16798,8839 16061,8823"/>
              </emma:interpretation>
              <emma:one-of disjunction-type="recognition" id="oneOf15">
                <emma:interpretation id="interp75" emma:lang="en-US" emma:confidence="0.5">
                  <emma:literal>of</emma:literal>
                </emma:interpretation>
                <emma:interpretation id="interp76" emma:lang="en-US" emma:confidence="0">
                  <emma:literal>off</emma:literal>
                </emma:interpretation>
                <emma:interpretation id="interp77" emma:lang="en-US" emma:confidence="0">
                  <emma:literal>oof</emma:literal>
                </emma:interpretation>
                <emma:interpretation id="interp78" emma:lang="en-US" emma:confidence="0">
                  <emma:literal>oaf</emma:literal>
                </emma:interpretation>
                <emma:interpretation id="interp79" emma:lang="en-US" emma:confidence="0">
                  <emma:literal>oft</emma:literal>
                </emma:interpretation>
              </emma:one-of>
            </emma:emma>
          </inkml:annotationXML>
          <inkml:trace contextRef="#ctx0" brushRef="#br0" timeOffset="116952.1659">2201 3394 2138,'0'0'659,"0"0"-575,0 0-1,0 0 52,0 0-65,0 0-44,0 0 31,0 0 10,0 0-67,0 0-19,-33-12-13,26 15-28,-3 3-36,-1 4 19,-4 2 64,0 4 12,-2 2 1,0 3-16,2-1 16,1 4 19,4-2-17,4 1-1,2-2 3,3 0 8,1-3 1,5-3-10,5-1 26,2-5 19,4-1 3,5-4-16,-1-1 13,3-3 3,0-2 0,1-4-22,1-4-7,-3-2 7,-1 0-4,-2-3-9,-1 0-3,-3-2 12,-2 1 7,-4-1-29,-1 2 22,-3-1 4,-3 1-10,-2 0-18,0 1-1,-7 2-19,-2-2-41,-3 5-58,-5-1-12,1 2-23,-3 2-36,3 1-17,-1 4-4,4-1-19,1 2-222,5 0-46,1 6-175</inkml:trace>
          <inkml:trace contextRef="#ctx0" brushRef="#br0" timeOffset="117478.2658">2501 3326 95,'0'0'1957,"0"0"-1695,0 0-197,0 0-65,0 0-1,0 0-19,0 0 17,0 0 3,0 0 100,0 0 17,17 57-1,-13-38-52,0 2-3,-1 3-9,-1 5-1,1 1-16,-3 7-15,0 7 12,0 1-10,-3 5-9,-4 4 9,0 2 20,0-2 19,0 0-42,0-4 10,2-5 3,3-4 4,0-6-36,2-7 0,0-2 6,2-7-6,4-1-19,0-7-16,3-3 3,3-2 13,-1-5 3,3-1 16,0-1 3,0-8 32,1-3-35,0-2-17,0-4 14,-3-3-19,-1 0-17,0-2 1,-3 1 15,-1-1-2,-3 1-30,-3-1 10,-1 2 0,-1 0 0,-7-1-29,-4 1-6,-4-1 12,-3 1 13,0-2-22,-5 2 67,1 0 10,-3 1 52,3 2-30,0 2 24,1 1-8,3 4 69,6 1 2,1 2-13,5 2 33,2 3-8,4 1-85,1-1-36,1-1-64,9-2-35,6-3 13,6-3 28,8-3 36,5-2 18,3 1-41,5-1-16,3 0-10,-3 1-12,-7 4-409,8-3-506</inkml:trace>
        </inkml:traceGroup>
        <inkml:traceGroup>
          <inkml:annotationXML>
            <emma:emma xmlns:emma="http://www.w3.org/2003/04/emma" version="1.0">
              <emma:interpretation id="{AC5579B1-5734-44E4-AB5C-5B6E7AEB6D0B}" emma:medium="tactile" emma:mode="ink">
                <msink:context xmlns:msink="http://schemas.microsoft.com/ink/2010/main" type="inkWord" rotatedBoundingBox="17255,7845 18685,7876 18670,8557 17240,8527"/>
              </emma:interpretation>
              <emma:one-of disjunction-type="recognition" id="oneOf16">
                <emma:interpretation id="interp80" emma:lang="en-US" emma:confidence="0.5">
                  <emma:literal>dc</emma:literal>
                </emma:interpretation>
                <emma:interpretation id="interp81" emma:lang="en-US" emma:confidence="0">
                  <emma:literal>deck</emma:literal>
                </emma:interpretation>
                <emma:interpretation id="interp82" emma:lang="en-US" emma:confidence="0">
                  <emma:literal>doc</emma:literal>
                </emma:interpretation>
                <emma:interpretation id="interp83" emma:lang="en-US" emma:confidence="0">
                  <emma:literal>dee</emma:literal>
                </emma:interpretation>
                <emma:interpretation id="interp84" emma:lang="en-US" emma:confidence="0">
                  <emma:literal>deco</emma:literal>
                </emma:interpretation>
              </emma:one-of>
            </emma:emma>
          </inkml:annotationXML>
          <inkml:trace contextRef="#ctx0" brushRef="#br0" timeOffset="118962.2921">3646 3553 457,'0'0'1753,"0"0"-1610,0 0-85,0 0-13,0 0 59,0 0-27,0 0-35,-73-43 10,62 37 54,-3 2 32,2 1-29,-2-2-58,0 5-51,0 0-1,-3 0-53,-2 6-33,-2 3 20,-2 5 15,0 1 33,-2 4 6,1 2 11,1 1 2,-1 5-16,2 0-13,1 3 6,3 0 1,1 2 19,6-4-49,2 1 33,6-7 1,3-3 18,1-3 35,9-5-9,5-2 12,3-6 24,3-3-33,5 0 0,2-9 9,3-6-3,0-2-35,1-5-1,1-3-2,-1-2 0,-3-2-23,-1-2 26,-2-1 0,-5 0 23,0-2-20,-3 2 0,-1-2 26,-3 4 0,0-5-7,-3 5-20,-3-1 50,-3 0-15,0-1-36,-3 4 17,-2 0-5,0 3 21,0 5-34,-2 4 0,-1 2 0,0 7 0,2 2-16,1 4-22,0 1-7,-1 0-10,-1 3-50,1 3-66,-1 2 91,-2 5 79,0 4-22,-1 4 4,0 3 19,-1 5 0,0 1-13,0 1-9,1 1 22,0 3 0,3-1-1,-1 1-24,2 1 25,1-3 78,0 0-20,0-1-10,4-5 33,2-3-23,3-1-14,1-5-31,2-3 3,4-2 16,1-3-30,1-4 1,1-2 22,1-2 10,0-2-35,1-2 0,1-6 24,-2-3-21,2 0-3,-2-3-38,-1-1 22,0-1 13,-1-3-30,-3 3-1,-2-2 34,-3 2 0,-1-1-1,-3 2-34,-2 1 35,-1 2 0,-3 0-3,0 2 1,0-1 2,-7 0 0,1 2-43,-2-1-22,-1 5 46,1-1-3,1 2-14,0 3-2,-1 1 15,1 0-29,1 2-35,-1 7 10,0 0 35,0 4 13,1 3-4,1 5 1,1 0 32,3 6 14,1-1-14,0 2 3,5 1 33,3-1-7,0 0-28,3-4 44,3-2-44,0-4 41,2-5 0,2-3-9,-1-4 8,2-4 14,0-2-10,2 0-3,-1-6-10,0-4-3,1-4-3,1-1-26,-2-1-3,2-3 0,-3-1 1,1 0-18,-1-2 7,-2 0 11,1 1 2,-2-2 1,-1 2 1,0 1 15,-1 3-5,-1 1-12,-2 4 0,-2 2-25,-1 5-17,-3 3-32,0-1-17,-2 3 1,0 0-4,2 5 46,-2 0 48,1 3 3,1-1 17,0 2-4,-1 0-15,0-2 28,-2-2-10,1-1-19,-2 1-14,0-4 14,-1-1 2,1 0 18,-1 0 22,0 0 42,0 0 22,0 0 0,0 0 7,0 0 2,0-6-115,0 0-35,-1 2 35,-1-2 1,-2-2 22,0 3-23,-1 0-2,-1 0-18,-2 0 17,0 2-42,-3-1-19,1 4 22,-1 0-19,-1 0 3,0 2 7,0 6-1,0 1-3,1 4 0,-1 2 13,3 3 16,-1-2 23,3 4-13,1-2 2,0 1 12,5 0 4,1 0 28,0 1 19,0-1 44,1 1-28,5-3-23,1 0-20,2-2 49,2-2-7,1-1-22,3-4 3,1-3 16,3-1-6,2-4-23,1 0-31,2-5 18,2-3-19,2-2-72,1-2-75,1 1-4,-1-2-1,-1 0-107,-8 3-328,3-3-201</inkml:trace>
        </inkml:traceGroup>
        <inkml:traceGroup>
          <inkml:annotationXML>
            <emma:emma xmlns:emma="http://www.w3.org/2003/04/emma" version="1.0">
              <emma:interpretation id="{97F7BE60-44D1-4509-B605-8EE765E68229}" emma:medium="tactile" emma:mode="ink">
                <msink:context xmlns:msink="http://schemas.microsoft.com/ink/2010/main" type="inkWord" rotatedBoundingBox="20462,8028 22017,8061 21996,9022 20441,8988"/>
              </emma:interpretation>
              <emma:one-of disjunction-type="recognition" id="oneOf17">
                <emma:interpretation id="interp85" emma:lang="en-US" emma:confidence="0.5">
                  <emma:literal>571st</emma:literal>
                </emma:interpretation>
                <emma:interpretation id="interp86" emma:lang="en-US" emma:confidence="0">
                  <emma:literal>57th</emma:literal>
                </emma:interpretation>
                <emma:interpretation id="interp87" emma:lang="en-US" emma:confidence="0">
                  <emma:literal>5757th</emma:literal>
                </emma:interpretation>
                <emma:interpretation id="interp88" emma:lang="en-US" emma:confidence="0">
                  <emma:literal>5705th</emma:literal>
                </emma:interpretation>
                <emma:interpretation id="interp89" emma:lang="en-US" emma:confidence="0">
                  <emma:literal>7-17?</emma:literal>
                </emma:interpretation>
              </emma:one-of>
            </emma:emma>
          </inkml:annotationXML>
          <inkml:trace contextRef="#ctx0" brushRef="#br0" timeOffset="133477.7272">6863 4352 176,'0'0'192,"0"0"86,0 0 12,0 0-206,0 0-51,0 0 52,0 0 38,0 0 4,0 0-3,0 0 23,0 0-4,16-25-27,-16 25 18,0-1 28,0 1-1,0-2-41,0 2-30,0 0 7,0-1-3,0 1-53,-5-1-41,1-1-22,-3 0 20,-1 1-37,-1-1 20,-2 0 18,-2 2 1,-1-1-3,-1 1 3,-2-3 6,1 1 33,0-1-37,-3 0 11,0-1-12,0-2 0,1 1-1,-1-2 13,2-1-4,-2 0-9,1 0-2,2-3 0,0-1-27,1-2 29,-1-1 0,0-4-16,1-1-19,0-3 9,0-1 13,1-2-16,0-2 16,3 4 10,1-2-10,2 0 0,4 1-35,-1 2 15,3 1 7,2 1 4,0 0-20,0 2 19,4 1-12,1-1 15,1 3 1,0-1 18,3 0 1,0 1-3,1 1 3,-1 3 10,1-2-10,-1 5-1,-2 3-41,-2 0 10,2 2-7,-5 2-10,2-1 4,-1 3-4,0 0-32,1 0-10,-2 0 0,2 0 0,-1 0-65,0 0 3,2 3 23,-4-1-20,2 0-71,0 0-59,-1-2-118</inkml:trace>
          <inkml:trace contextRef="#ctx0" brushRef="#br0" timeOffset="133905.1637">6427 3593 303,'0'0'52,"0"0"376,0 0-344,0 0-83,0 0-1,0 0 43,0 0 35,0 0 0,0 0-9,0 0-8,0 0 50,31 0 0,-18-1-20,1-3-29,3 3-7,2-5 23,0 3-23,0-2-55,-1 4-26,1-1-22,-2 0 18,-2 2-9,-1 0-13,-3 0 50,-2 0-11,-1 2-26,-2 0-13,-2 2 39,-2-2 11,1 1-24,-3 1 26,0-1-3,0 4 1,0 0 0,0 2 2,-5 3 0,0 3 17,-1-1-17,-2 2 0,-1 1 2,0 0 1,-1 2-3,0-2-29,-1 1 12,0 2-12,0-2-43,0 0-94,2-6-261,-2 5-265</inkml:trace>
          <inkml:trace contextRef="#ctx0" brushRef="#br0" timeOffset="128266.8527">6694 3964 49,'0'0'114,"0"0"-39,0 0-29,0 0 237,0 0-94,0 0-91,0 0-62,0 0-3,0 0 61,0 0 27,0 0 16,25 4 22,-13-3 10,3 0 36,4-1-23,5 0-17,4 0-9,3-1-43,3-3-48,4 0-10,1-1 6,1-1-9,4 2-51,1 0 1,1 0 17,3 0 8,1-1-27,2 2-25,-1 0 25,0-2 13,-1 1-13,-1 2-26,-3-1 7,-3 2 0,-3 0-1,-4-1-9,-4 2 29,-4 0-2,-4 0-24,-6 0-9,-2 3 9,-1-1 10,-3 1 0,-1-1-7,-3 0-13,-2 1-28,-1 0-85,-3 1-108,0-1-159,-2 1-7,-2 0-229</inkml:trace>
          <inkml:trace contextRef="#ctx0" brushRef="#br0" timeOffset="126343.3663">6781 3438 795,'0'0'618,"0"0"-478,0 0-139,0 0 32,0 0 110,0 0 23,0 0-27,0 0-58,0 0-6,0 0-17,0-32-45,0 32-10,0 0 43,0 0 2,-2 0-15,2 0-17,0 0-2,0 2-14,-1 1-49,-1 3 49,0 7 23,-1 0-20,1 4-3,-3 0-19,3 4 16,-3 1 0,3 0-19,0-1 9,-1 1 11,-1 0 2,2-3-26,-1 2-7,0-1 33,2-5-3,-2 0-29,1 0-7,1-4 16,0-1-25,1-4-290,0-1-75,0-3-27,1-2-368</inkml:trace>
          <inkml:trace contextRef="#ctx0" brushRef="#br0" timeOffset="126911.9774">6980 3473 160,'0'0'759,"0"0"-553,0 0-138,0 0-6,0 0 19,0 0 59,0 0 98,0 0 51,0 0-95,0 0-80,0 0-24,0-7-6,2 3-22,0 1-7,2-1 6,1-1-10,1 0-9,1 1-6,2-2-11,0 3-25,0 0-6,1 1-23,0 2-13,1 0-25,-1 0-17,-2 3 32,2 2 10,-2 2 16,1 1 6,-2 3 20,0 3 39,-3 1-1,-1 1-15,-3 5-23,0-1-23,-4-1-15,-4 2 9,-1-2 12,-3-2 15,3 0 0,-3-2 1,0-3 1,1-1 13,3-2 6,-1-4 1,2 0-7,2-2 16,3-1 3,0-1-3,2-1-6,-2 0-4,2 0-19,0 0-2,0 0-18,0 0 7,0 0-6,2 0-10,2 0 29,4 0 11,3 0 7,2 0-18,2 0-15,4 3 15,1-3 0,2 1-19,0 3-17,0-1 33,2 0-26,-2 1 0,0 1-10,0-2-16,-2 0-97,0-1-173,1-1-58,-2-1 178,-7 0-189</inkml:trace>
          <inkml:trace contextRef="#ctx0" brushRef="#br0" timeOffset="137432.0641">6973 4247 52,'0'0'52,"0"0"-22,0 0-11,0 0-15,0 0 12,0 0 0,0 0-14,0 0 11,0 0 10,0 0 13,2-6 88,-2 5-46,2-1-45,-1 2-20,-1 0-13,0 0 0,0 0-16,0 0-4,0 0-19,0 0-30,0 0-113,0 0-2</inkml:trace>
          <inkml:trace contextRef="#ctx0" brushRef="#br0" timeOffset="128668.5226">7043 4063 1178,'0'0'971,"0"0"-838,0 0-72,0 0 33,0 0-4,0 0-19,0 0 20,0 0 31,0 0-58,0 0-64,0 0-74,-11-12 7,11 12-7,0 0-17,0 0 1,0 3 90,2 5 35,1-1 7,1 7 17,-2-3-21,0 4-22,3 0-16,-2 1-5,2 1 5,-4-1 31,2 0-31,-1 1-3,-2-1 2,0-4-1,2 1-50,-1-2-38,-1-2-7,2-2-71,-1-2-82,0-1-114,2-4-3,-1 0-119,3-2-303</inkml:trace>
          <inkml:trace contextRef="#ctx0" brushRef="#br0" timeOffset="119580.7677">5119 3685 919,'0'0'723,"0"0"-515,0 0-55,0 0 29,0 0 41,0 0-78,0 0-45,0 0 3,0 0-32,0 0-35,0 0-34,-29-19-1,38 15 0,3 1 37,5-3 1,3 1-10,5 0 9,4-1 1,4 0 2,1-2 23,2 2-13,4 0-28,-1 3-23,2 0-32,-2 0 0,1 3 10,-1 0 18,-2 0-31,-3 0 3,-3 4 0,-2 0-29,-4 2-112,-3-1-82,-3 0-23,-4 1-98,-5 0-60,-4-2-46</inkml:trace>
          <inkml:trace contextRef="#ctx0" brushRef="#br0" timeOffset="119986.3491">5446 3402 1034,'0'0'1409,"0"0"-1267,0 0-100,0 0-42,0 0-35,0 0-101,0 0-45,0 0 181,0 0 77,0 0 20,0 0-16,44 39-46,-23-30 7,0-1 13,2 2-30,1-1-24,1 0 10,1 0 25,0-1-23,0 1 16,0-3 25,0 1 1,-3 0-52,1-3 17,-1 2-1,-3 0 15,-1-3-34,-2 3-19,-2-1 19,-1-1-1,-3 0-18,1 1-20,-5 0 39,-1 0 0,1 2-25,-4-1 25,-2 4 49,-1-1 21,0 5-31,-3 1-37,-5 1 36,-4 3-6,-3-1-32,-4 4-16,-3-4-6,-3 3 6,1-2-3,-4 0-20,-2 1 4,0-3-39,-3 1-90,-1 0-65,-2 1-157,-1 0-88,9-5-79</inkml:trace>
        </inkml:traceGroup>
        <inkml:traceGroup>
          <inkml:annotationXML>
            <emma:emma xmlns:emma="http://www.w3.org/2003/04/emma" version="1.0">
              <emma:interpretation id="{89642D63-76B5-40D5-B5CA-D2B46E1730BF}" emma:medium="tactile" emma:mode="ink">
                <msink:context xmlns:msink="http://schemas.microsoft.com/ink/2010/main" type="inkWord" rotatedBoundingBox="21918,8018 22019,8996 21269,9073 21168,8095"/>
              </emma:interpretation>
              <emma:one-of disjunction-type="recognition" id="oneOf18">
                <emma:interpretation id="interp90" emma:lang="en-US" emma:confidence="0.5">
                  <emma:literal>G</emma:literal>
                </emma:interpretation>
                <emma:interpretation id="interp91" emma:lang="en-US" emma:confidence="0">
                  <emma:literal>%</emma:literal>
                </emma:interpretation>
                <emma:interpretation id="interp92" emma:lang="en-US" emma:confidence="0">
                  <emma:literal>£</emma:literal>
                </emma:interpretation>
                <emma:interpretation id="interp93" emma:lang="en-US" emma:confidence="0">
                  <emma:literal>S</emma:literal>
                </emma:interpretation>
                <emma:interpretation id="interp94" emma:lang="en-US" emma:confidence="0">
                  <emma:literal>{</emma:literal>
                </emma:interpretation>
              </emma:one-of>
            </emma:emma>
          </inkml:annotationXML>
          <inkml:trace contextRef="#ctx0" brushRef="#br0" timeOffset="127615.7471">7515 3602 810,'0'0'794,"0"0"-430,0 0-364,0 0-39,0 0-61,0 0-4,0 0 9,0 0 95,0 0 72,0 0 152,0 0-78,16 8-52,-7-8 7,0 0 9,1 0-20,1-2-25,1 0 6,-2-2-10,1-2-38,-2-2-4,1 1 23,1-1 3,-1 1-19,-2-2-10,1-1 35,-1-1 0,-1 2-18,-1-1-17,-2-1 16,0 3 6,-1 1-19,-3-1-19,0 1 39,0-1-33,0 1-6,-5-1-9,-1 2 8,-1-2 1,-3 1-23,-2 2-6,-2-2 29,0 2-1,1 1 1,-4 1 0,3 1 0,-2 2 0,1 0-16,-2 0-32,3 5 22,-2 1 1,3 3-23,1 0-13,-1 1 22,5 0 7,0 0-23,4 1-13,1 0 39,3 0 3,0-3-16,0 5 17,7-2 12,1-1 13,0 1-4,3 0 4,3-1 7,-2-1-4,3 1 17,1-3-19,2 1 24,1-3 11,1 2-13,-1-2 6,2 3-26,-2-3-3,0 1-13,-3-1 0,-2 1-10,-2 2 10,-3-2-19,-2 0 10,-3-1-17,-3 2 39,-1 0 16,-1 1 20,-8 3-7,-2-1-29,-3 1-43,-3-1 17,-2 0 26,0-1 12,-2-2 10,2-1-6,1-2 4,2-3 15,0-1 10,4 0 17,5-1 8,0-5 8,2 0-33,5-4-45,0-4-52,5-5 39,9-2-35,4-3-10,3-2 3,5 2-6,2 1-7,0-1-29,0 6-64,1 1-99,-10 4-256,4-1-129</inkml:trace>
          <inkml:trace contextRef="#ctx0" brushRef="#br0" timeOffset="129122.0947">7244 4092 313,'0'0'1694,"0"0"-1509,0 0-117,0 0-49,0 0 27,0 0 64,0 0 6,0 0-87,0 0 13,0 0 39,48-33 2,-36 27-15,1 1 9,-2 1-6,-3 2-71,-1 2-36,-1 0-47,-1 0 35,-1 0 12,0 3-2,0 5 38,-1 0 13,-1 4 83,-1 2-25,-1 2-52,0 2 7,-4 1-23,-4 3-3,-2-3-42,-2 2 42,-2-1 12,0-4-12,-2 1 0,1-4 0,-1 1 32,2-4-29,1-2-3,3-2 19,3 0 13,2-5-28,2 1-2,2-2 12,1 0-14,0 0-45,0 0-23,2 0 8,5 0 60,4-2 32,2 1 25,5-3-15,1 0-24,2 0-18,3 0-38,1-1 6,1 0 12,0 2-18,0-1-49,1 2-96,-1-1-56,-2 2-147,-1-1-183,-7 2 29,3-3-259</inkml:trace>
          <inkml:trace contextRef="#ctx0" brushRef="#br0" timeOffset="129845.3313">7704 4196 382,'0'0'361,"0"0"258,0 0-498,0 0-110,0 0-11,0 0-13,0 0 13,0 0 16,0 0 39,0 0 49,0 0 36,5 6-7,2-5 13,-1 0-16,1-1-4,0 0 0,4 0-3,-3 0-7,4-1-6,-1-2 2,2-3 4,-1 0-30,1-1-28,-1-1-1,0-1 26,0-1-22,1-1-26,-1-4-32,0 1 19,0-1-5,-3 0-17,-1 3-16,-2-2 16,-1 3 11,-2 1-10,-1 2 0,0 0 28,-2 1-10,0 0-19,-2 1 2,-1-1-3,-4 1 1,1 2-29,-4 2-15,0-1 12,-3 3-10,-1 0-25,-4 0 23,0 0 25,-2 6 6,-2 1-22,3 2 8,-1-1 27,2 1 0,2 2-10,2-1-25,2-1 32,3 4-13,3-5-32,2 1-13,3 2 13,1-2 29,0-1-36,2-1 33,7 2 22,1 1 35,1-3 0,3 2 1,2-3 34,1 2 14,-1-3-60,3 1-23,0 0 33,0-1-31,0 0 7,0 2-10,-3-1 0,0-1-2,-2-1-33,-3 3-20,0-2 55,-4 2-2,-1 0-12,-3 0-1,0 2 15,-3 1 20,-1 2-20,-6 1-33,-4 1 17,-1 0 0,-5-2-9,1-1 25,-3-1 13,0-2 31,1-2-21,1-3-10,0-3 38,4 0 19,1 0-22,2-6 0,2-1 9,3-4-34,3-1-23,2-3-54,0-3 15,4-2-2,5-5-65,3-1-6,1 2 32,5-4-36,-4 6-64,3 2-17,-4 1-111,-2 7-286,2-2-77</inkml:trace>
        </inkml:traceGroup>
        <inkml:traceGroup>
          <inkml:annotationXML>
            <emma:emma xmlns:emma="http://www.w3.org/2003/04/emma" version="1.0">
              <emma:interpretation id="{02FE7904-632A-42B7-B218-764E715FBB1F}" emma:medium="tactile" emma:mode="ink">
                <msink:context xmlns:msink="http://schemas.microsoft.com/ink/2010/main" type="inkWord" rotatedBoundingBox="22995,7978 25188,8025 25171,8807 22978,8760"/>
              </emma:interpretation>
              <emma:one-of disjunction-type="recognition" id="oneOf19">
                <emma:interpretation id="interp95" emma:lang="en-US" emma:confidence="0.5">
                  <emma:literal>Note</emma:literal>
                </emma:interpretation>
                <emma:interpretation id="interp96" emma:lang="en-US" emma:confidence="0">
                  <emma:literal>None</emma:literal>
                </emma:interpretation>
                <emma:interpretation id="interp97" emma:lang="en-US" emma:confidence="0">
                  <emma:literal>Noe</emma:literal>
                </emma:interpretation>
                <emma:interpretation id="interp98" emma:lang="en-US" emma:confidence="0">
                  <emma:literal>Notec</emma:literal>
                </emma:interpretation>
                <emma:interpretation id="interp99" emma:lang="en-US" emma:confidence="0">
                  <emma:literal>Notes</emma:literal>
                </emma:interpretation>
              </emma:one-of>
            </emma:emma>
          </inkml:annotationXML>
          <inkml:trace contextRef="#ctx0" brushRef="#br0" timeOffset="143953.9143">9058 3563 638,'0'0'518,"0"0"-248,0 0-191,0 0-14,0 0 0,0 0 32,0 0 46,0 0-19,0 0-50,0 0-32,-5-15 10,5 15 3,0 0-22,-1 0 2,1 0 49,0 0 20,0 0-30,0 0-29,0 0 1,0 0-21,-1 3-21,-2 3-4,-1 0-3,-1 4-26,1 4-3,-3 2-10,0 3 42,-1-1 0,1 3-3,3 0-28,-4-1 30,1 1 2,0 2 13,0-2-14,1 0-1,0-2 0,1-3-3,2-1 2,-2-4-11,2-2 12,1-1-2,0-4-55,1-2-55,-1-1-30,2-1-16,0 0-29,0 0-108,0-1 23,-2-8-242</inkml:trace>
          <inkml:trace contextRef="#ctx0" brushRef="#br0" timeOffset="144408.5632">8967 3542 196,'0'0'1600,"0"0"-1399,0 0-145,0 0-40,0 0-15,0 0 28,0 0 10,0 0-7,0 0-21,0 0-11,0 0-16,39 0 3,-29 6-13,-2 0 13,1 3 13,1 3 14,0 1-11,2 4 33,-1 1 19,2 2-22,-4 3-4,2-2-13,-1 3 7,-2-2-21,1 1-1,0-2 14,0-2 4,-2-3-19,2-2-3,-2-4 0,0-3 3,0-1 26,-2-3-4,0-1-2,0-2 31,-4 0 24,5 0-4,-2-3 0,1-3 16,1-3-13,0-3-36,3-2-36,-2-3 18,2 0-14,1-3-6,-1-1 0,0-2 1,1 2 13,-3-3-14,0 0-6,0-2 6,0 2 0,-2-1 0,0 3-39,-1 3 23,-1 1-6,-2 6-33,2 2-6,0 3-4,-1 4-6,1 1-77,2 2-95,1 0-46,4 2-91,-2 4-53,4-2-144</inkml:trace>
          <inkml:trace contextRef="#ctx0" brushRef="#br0" timeOffset="144800.6622">9583 3557 1197,'0'0'729,"0"0"-525,0 0-204,0 0-13,0 0-16,0 0 29,-68 30 65,62-24-16,0 3-23,1-1 9,3 2-6,0 1 7,-1 2 9,3 1 30,0 1-1,0-1-38,0 1-17,3-2 36,1-1 0,1-2-26,2 1-13,0-3 38,3-1 4,-2 1-16,3-4-13,0-1 32,1 0 10,2-2-36,-1-1-22,2 0 38,-3-3 3,2-4-16,-1 1-12,1-4 9,-2-2 10,0-2-26,0-1-17,0-1 0,-6-1 17,2-1-17,-3 1-2,-4 1-6,-1-4-10,0 4-13,-1-1-28,-9-3 31,1 4-41,-5-4-25,-1 4-37,1 4-25,1 1-26,1 5-24,0 3 7,5 3-160,2 1-199,0 7-76</inkml:trace>
          <inkml:trace contextRef="#ctx0" brushRef="#br0" timeOffset="163658.7014">9321 4122 212,'0'0'665,"0"0"-495,0 0-76,0 0 23,0 0 72,0 0-3,0 0-99,0 0 1,0 0-13,0 0 19,-27-41 13,27 40-55,0 1-50,0 0 0,0 0-2,0 0 0,0 0-26,0 0 4,0 0-11,0 0-19,0 0-6,3 0 58,4 1 0,0 1 16,5 2 3,2 0-2,4-1 22,1 1-26,5 0 0,1-2 25,3 1-18,0-1-17,4 2-2,0-4 25,2 1 2,1-1-28,0 0 0,1 0 15,2 0 11,2-1-14,-3-1-11,2-2 1,-1 4 9,0-1-11,0 1-23,-4 0 21,0 0 2,-1 0-19,-1 0 1,-1 1 18,-1 2 13,0 0-13,-1-3-4,-1 1 4,0 2 0,-2-1-1,-1 0-8,1-1 9,-3-1 2,1 3-2,0 0-1,-1-3 1,0 0 18,0 3-18,1-2-13,0 1 13,-1-2 10,-2 3-10,3-3-2,-4 3 1,-1-2-1,0 1-10,0-2 10,-3 1 2,1-1 36,-2 2-34,0-2 0,-1 0 21,-2 0-8,0 0-15,-1 0-11,1 0 11,0 0 17,2 0-17,-1 0-16,2 0 16,1 0 4,-2 0-4,-2 0-13,2 0 13,-2 0 26,0-2-25,2 1 0,0 1 15,-1-2 9,2 1-25,-4-2-23,-1 3 23,-1 0 0,-5-1 0,2-1-18,-4 2 18,2 0 3,-3 0-3,1 0-13,-2 0 10,0 0 0,0 0-14,1 0 1,-1 0 3,0 0 12,0 0-1,0 0 0,0 0 2,0 0 0,0 0 13,0 0-10,0 0 13,0 0 0,0 0-12,0 0-3,0 0 0,0 0-1,0 0 0,0 0-39,0 0-26,0 0-35,-1 0-46,-4 0-79,-2 0-129,3 0-44,-11 0-175,47 0 217</inkml:trace>
          <inkml:trace contextRef="#ctx0" brushRef="#br0" timeOffset="146290.9653">10123 3540 2402,'0'0'336,"0"0"-316,0 0-17,0 0 36,0 0 109,0 0-23,0 0-16,0 0-13,0 0-45,0 0-51,1-43-39,-1 43-22,0 0 7,1 0-4,0 3-12,-1 3 70,2 7 93,-1 3 7,-1 4-43,0 3-28,0 4 6,0 0-19,0 2-15,-3 1 0,1-2 27,-1-1-18,2-2-10,-1-3-13,-1-3 13,0-4 17,1-3-17,-1-3-16,1-3 15,0-3 1,2 0-28,-3-3 8,2 0 20,-2 0 4,0-2-4,-2-2-51,-1-2 32,1-1 6,0-3-45,1 1 20,-1-3 3,2 0 12,-1 2-2,4 1-7,-3 2 32,3 2 3,0 3-3,0 0-22,0 2-14,0 0-41,3 0-64,1 1 35,1 2 102,2 2-14,1 2 17,2 0 2,0 0 11,0 1 14,1-2 6,4 0 3,-3 0 23,2-1 26,2-2-17,-1 1-9,2-4 32,0 2-4,-1-2-35,3-2-13,-1-2 26,-1-2-10,0-3-32,-1 1-18,-2-3 37,0-2 0,-2-1-40,0-2 0,-2-1 17,-1-1-7,-1-1-11,-3-1-27,0-3 27,-3 1 0,-2-2-12,-1-3-33,-7-2 7,-3 0 3,-1 2-22,-2 0-7,-4 1 25,1 1 37,-4 7-12,1 2-31,0 5 44,-2 3 1,1 4-35,0 3-23,-1 1 58,2 2 0,2 5 0,3 1-28,3 3 28,2 0 0,2 3-28,3 1-11,4 0 36,1 1 0,0 2-20,5-2-8,3 4 30,3-4 1,1 2-1,4-2 1,1-1 6,2-2 62,1-1-33,2-4 7,1 2 15,1-5-2,0 1-11,1-5-8,1-1-11,-3 0 10,3 0-6,-1-6-17,-1 1 8,-1-5 30,-1 2-47,-3 1 9,-3-2 4,0-1 0,-3-1 3,0 2-16,-3-2-2,-2 1 2,0-1-3,-1 3-7,-1-3 7,-3 3 0,0 1 0,-1-1-25,-1 4 2,-1 1 20,0 0 3,0 2-19,-1 0 0,-2 0-19,-1 1-13,-2 0-22,0 0 9,-2 2 25,-1 3 8,0 1 2,-2 3 3,1 5 23,1 0-10,0 2 11,1 3 2,4 2 2,2 1-2,2 2-1,0 0 1,0-2 13,6 2 4,2-4-15,3-2-1,0-1 15,2-5-13,-1-3 13,1 0 13,1-4 13,3 1 28,-2-5-45,1-1 17,2 0-4,-1-1 3,1-6-26,1-2-14,0 0 21,0-3-22,0-2-31,-1-1 8,1-1 23,-1-5 13,-1 2-13,0-3 0,1 0 0,-2-2 0,3 2-2,-1-1 0,-1 4-12,2 2 12,0 4-34,-4 1-9,-1 7 42,-1 1-19,-2 0-20,-1 2-3,-1 2 42,-1 0-17,-2 0-44,-1 4 23,-2 0 41,0 0 2,-2-1-2,1 2 0,-2-1 0,0-3 29,0 1-29,0 0 1,0-2 30,0 0 26,0 0-22,0 1-3,0-1 29,-2 0-1,0 2-60,-1-1 13,-1 1-13,-1-2 29,-1 1-29,0-1 0,-1 0 18,-2 0-18,1 0-10,-3-1-32,2-1 42,0 1 0,-3 1 0,0 0-45,-1 0 33,1 1 10,-3 2-42,1 2 10,0 1 34,0 2 0,0 0-16,0 3-16,2 1 32,0 3-1,3 0-25,1 2 1,2 1 25,2 2 10,1 2-10,3 0 1,0 0 9,3 0 28,3-2 10,1-4-19,5 0 51,2-3-7,-2-1-35,5-2-25,1-2 22,1-4-10,2-1-25,-1-3-2,0 0 2,1 0 0,0-5-48,0-1-41,-3 0-99,-1 1-71,-4-1-89,-5 2-124,-1 1-243,-7-2-567</inkml:trace>
        </inkml:traceGroup>
      </inkml:traceGroup>
    </inkml:traceGroup>
    <inkml:traceGroup>
      <inkml:annotationXML>
        <emma:emma xmlns:emma="http://www.w3.org/2003/04/emma" version="1.0">
          <emma:interpretation id="{EE4B5204-9248-488C-9308-BB9D899AF63E}" emma:medium="tactile" emma:mode="ink">
            <msink:context xmlns:msink="http://schemas.microsoft.com/ink/2010/main" type="paragraph" rotatedBoundingBox="10842,9606 19132,9322 19222,11939 10932,12223" alignmentLevel="2"/>
          </emma:interpretation>
        </emma:emma>
      </inkml:annotationXML>
      <inkml:traceGroup>
        <inkml:annotationXML>
          <emma:emma xmlns:emma="http://www.w3.org/2003/04/emma" version="1.0">
            <emma:interpretation id="{755DE195-CCBA-4553-92FC-B58FE926853D}" emma:medium="tactile" emma:mode="ink">
              <msink:context xmlns:msink="http://schemas.microsoft.com/ink/2010/main" type="line" rotatedBoundingBox="10842,9606 19132,9322 19222,11939 10932,12223"/>
            </emma:interpretation>
          </emma:emma>
        </inkml:annotationXML>
        <inkml:traceGroup>
          <inkml:annotationXML>
            <emma:emma xmlns:emma="http://www.w3.org/2003/04/emma" version="1.0">
              <emma:interpretation id="{7976D192-3291-43D2-8CBB-133ED5041315}" emma:medium="tactile" emma:mode="ink">
                <msink:context xmlns:msink="http://schemas.microsoft.com/ink/2010/main" type="inkWord" rotatedBoundingBox="11488,10222 11539,12188 10920,12204 10869,10238"/>
              </emma:interpretation>
              <emma:one-of disjunction-type="recognition" id="oneOf20">
                <emma:interpretation id="interp100" emma:lang="en-US" emma:confidence="0.5">
                  <emma:literal>i:</emma:literal>
                </emma:interpretation>
                <emma:interpretation id="interp101" emma:lang="en-US" emma:confidence="0">
                  <emma:literal>it:</emma:literal>
                </emma:interpretation>
                <emma:interpretation id="interp102" emma:lang="en-US" emma:confidence="0">
                  <emma:literal>i.</emma:literal>
                </emma:interpretation>
                <emma:interpretation id="interp103" emma:lang="en-US" emma:confidence="0">
                  <emma:literal>i!</emma:literal>
                </emma:interpretation>
                <emma:interpretation id="interp104" emma:lang="en-US" emma:confidence="0">
                  <emma:literal>i!!</emma:literal>
                </emma:interpretation>
              </emma:one-of>
            </emma:emma>
          </inkml:annotationXML>
          <inkml:trace contextRef="#ctx0" brushRef="#br0" timeOffset="180180.2039">-3164 6162 633,'0'0'374,"0"0"-227,0 0-53,0 0 30,0 0-20,0 0-48,0 0-56,0 0-30,0 0-54,0 0-7,5-3 65,0 3 24,0 0-17,1 0-1,3 0 1,1 0-10,2 0-1,2 0 28,0 3 2,5-3 3,2 1 23,1-1-22,2 0 31,2 0-5,3-1 9,1-5 3,1 2-16,-1-2 23,2-3-7,-2 1 7,1 0-29,-2 1-7,-2-1-12,-3 1-1,0 2-11,-4 2 9,-1-1-9,-2 1-9,-4 3 7,-2 0-13,-3 0-19,0 0-46,-3 6-88,0-1-108,-2 0-13,-3 5-166</inkml:trace>
          <inkml:trace contextRef="#ctx0" brushRef="#br0" timeOffset="178658.5151">-3018 5714 16,'0'0'56,"0"0"-55,0 0 31,0 0 8,0 0 15,0 0 36,0 0 167,0 0-134,0 0-59,0 0-10,-14-20 24,14 18 25,-1 0-6,-1 1-1,2 0 1,0-1 3,-1 2-13,0-1-13,1 1-26,0-1-10,0 1-7,0 0 1,0 0-7,0 0-7,0 0-6,0 0-12,0 0-1,0 0-23,0 0 1,-1 0-4,-1 2-7,-1 2 1,2 2 31,-3-1 1,0 3 0,0-1 3,0 2 10,1 0-13,-1 2-1,-2 1 1,2 2 0,-1 3 3,0 1-1,0 2-1,0-1 0,-1 1 3,3 0-4,-2-1-17,2-2 15,0-2-11,0 0 11,1 0 0,0-4-1,2-1 3,-1-3-4,-1-3 3,1-1 1,1-3 16,0 0-12,0 0 28,0 0 20,0 0 20,0 0 32,0 0-49,0-6-13,0-2-42,0-5-10,3-1 8,0-1 2,-1-3-1,2 0-1,0 0 2,-1 2 17,1-3-17,0 4-3,-1-1-12,0 1 15,2-1 3,-1 3-3,0 3-2,1 0-11,-1 4 10,-1 2-49,1-1 0,0 4 13,-1 1-7,2 0 1,2 0 6,0 6 37,3 1 2,-1 1-2,1 5 0,2 1 2,-1 1 17,-1 2-17,1-1-2,0-1 2,0 3 1,-1-2 0,0-1-1,-1-1 1,0-3-2,-2 1 1,1-4-13,-2-1 12,0-3 0,-1 1-12,0-5 3,-1 3 10,0-1 19,-1-2-15,-1 0 22,0 0 35,1-6 27,1 0 16,-1-3 10,2-2-7,-2-1-36,1-3-36,-2 1-22,0-1 17,1 0-13,-3-1-17,0 1 0,0 0 1,0 1 22,0 0-23,0 1-19,0 1 16,0 1 3,0 2-52,2 3-9,-1 2 2,2 1-32,0 1-61,1 1-53,2 1-104,0 0-95,1 0-101</inkml:trace>
          <inkml:trace contextRef="#ctx0" brushRef="#br0" timeOffset="180594.9326">-2932 6325 329,'0'0'1118,"0"0"-942,0 0-124,0 0-10,0 0 65,0 0 33,0 0 6,0 0-46,0 0-38,0 0-26,0 0-36,-16-8-68,14 11-36,-4 4 16,2 3 33,-3 3 16,0 3 18,1 0 21,-2-1 11,1 0-11,-1 0-2,0 0 2,1-1 0,1 0-26,0-1-3,-1-2 13,2 0 16,1-3-23,2-2-16,1-3-3,1 0-56,0-3-168,0 0-67,0 0 47,1 0 159,3-8 9,0 1-179</inkml:trace>
          <inkml:trace contextRef="#ctx0" brushRef="#br0" timeOffset="201244.5807">-2888 7453 235,'0'0'169,"0"0"-120,0 0-23,0 0-3,0 0-23,0 0-2,0 0-24,0 0-7,0 0-19,0 0-33,0 0-136</inkml:trace>
          <inkml:trace contextRef="#ctx0" brushRef="#br0" timeOffset="180952.7239">-2988 6346 36,'0'0'659,"0"0"-236,0 0-224,0 0-199,0 0-3,0 0-79,0 0-19,0 0 19,0 0 82,0 0 45,0 0 24,45 21-24,-32-11-9,-1 0-13,2 0-7,-2 1 10,0-2-24,-1 1 11,0-1-9,-1 0 9,-1-1-12,-1 0 15,0-1-14,0-3 13,-2 1-13,0-1-1,-4-2 18,3 0-16,-3-2 14,-1 0 12,1 0 26,-1 0 27,2-2 67,0-1 124,1-5-85,-1 1-68,3-2-52,-1-3-42,0 0-4,0-3-5,-1 2-17,2-1 0,0-1-1,-1 0-1,2 0-1,-2 0-10,-1 0-3,1 1 14,0 0-17,1 1-11,0-1 4,1 0-16,2 1-32,1 1-69,1 0-126,-2 2-167,-1 3-33,3-2-118</inkml:trace>
          <inkml:trace contextRef="#ctx0" brushRef="#br0" timeOffset="202054.4554">-2712 7547 258,'0'0'39,"0"0"-39,0 0-75,0 0-72</inkml:trace>
          <inkml:trace contextRef="#ctx0" brushRef="#br0" timeOffset="179231.9903">-2578 5591 421,'0'0'3,"0"0"489,0 0-352,0 0-62,0 0 30,0 0 55,0 0 29,0 0-49,0 0-33,0 0-3,0 0-9,-5-15-11,5 15-9,0 0 6,-1 0-3,1 0-23,0 0-25,0 0-33,0 0-31,0 0-50,0 0-23,0 4-9,0 4 96,0 3 17,0 4 17,0 3-14,0 0 16,0-1-19,1 0-16,-1-2 0,2-1 13,-1-1-20,0-2 5,0 1 17,-1 0 1,2-1-23,-2 1-32,0 0-98,0-1-97,0 2-219,-2-3 3,-3 1-209</inkml:trace>
        </inkml:traceGroup>
        <inkml:traceGroup>
          <inkml:annotationXML>
            <emma:emma xmlns:emma="http://www.w3.org/2003/04/emma" version="1.0">
              <emma:interpretation id="{6E24F6A2-FDC2-4C59-817F-9B4CC2301818}" emma:medium="tactile" emma:mode="ink">
                <msink:context xmlns:msink="http://schemas.microsoft.com/ink/2010/main" type="inkWord" rotatedBoundingBox="11501,11881 12194,9999 13022,10304 12329,12186"/>
              </emma:interpretation>
              <emma:one-of disjunction-type="recognition" id="oneOf21">
                <emma:interpretation id="interp105" emma:lang="en-US" emma:confidence="0.5">
                  <emma:literal>Fi"</emma:literal>
                </emma:interpretation>
                <emma:interpretation id="interp106" emma:lang="en-US" emma:confidence="0">
                  <emma:literal>Fi."</emma:literal>
                </emma:interpretation>
                <emma:interpretation id="interp107" emma:lang="en-US" emma:confidence="0">
                  <emma:literal>Fi?"</emma:literal>
                </emma:interpretation>
                <emma:interpretation id="interp108" emma:lang="en-US" emma:confidence="0">
                  <emma:literal>E:"</emma:literal>
                </emma:interpretation>
                <emma:interpretation id="interp109" emma:lang="en-US" emma:confidence="0">
                  <emma:literal>F:"</emma:literal>
                </emma:interpretation>
              </emma:one-of>
            </emma:emma>
          </inkml:annotationXML>
          <inkml:trace contextRef="#ctx0" brushRef="#br0" timeOffset="183126.0324">-2173 6220 1748,'0'0'280,"0"0"-280,0 0-117,0 0 6,0 0-139,0 0 247,0 0 3,66-20 62,-38 9-10,2 2 13,4-4-4,-2 2-5,3 2-29,-4 0-27,-1 3 0,-2 0 0,-3 4-2,-2-1-28,-2 3 30,-2-1 0,-2 1 0,0 0-22,-4 0 5,3 0 1,-3 2-49,1 1-97,-3-1-125,-1 0-75,0 0-100</inkml:trace>
          <inkml:trace contextRef="#ctx0" brushRef="#br0" timeOffset="182516.9722">-1903 5719 54,'0'0'356,"0"0"-53,0 0-160,0 0-48,0 0 29,0 0 35,0 0 27,0 0 12,0 0-45,0 0-23,-9-31-13,8 28 32,-1 1-16,2 0-29,0 0-11,-2 0-12,1 2-10,1 0-26,-2-2-26,2 2-2,0 0-17,-2 0-39,-1 2-39,0 6-18,-3 3 12,-1 3 12,0 2 37,0 2 19,0-1 14,0 0-24,4-1 4,-2-2 22,2-1 0,0-3-13,3-1-6,0-3-4,0-2-19,0-1 0,0 0 9,0 0 33,3-1 13,0-1-13,3-1 3,1 0 46,-1 0 16,2-1-23,1-5-13,1 1 10,-1-2-13,1-1-26,-1 1 0,0-1 16,-2-1 6,1 3-22,-2-1 0,-2 1 2,-1 3 12,-1 0-14,-1 2-13,-1 1 13,0 0-1,0 0-32,0 0-5,0 0-8,0 0-15,0 3-33,2 2 53,0 4 41,0 3 0,1 0-20,1 2-12,1-3 31,2 1-3,1 0 1,0-2 3,4-1 2,0-2 41,0 1-21,1-2 11,2-5 2,0 2 30,0-3-36,-1 0-3,1-4 23,-3-1-4,0 0-29,-1-3-12,-1 1 31,-2-1 4,-2 0-17,2 1-18,-5-1 28,1 0 4,-1 2-20,-3-1-13,0 0 36,0 2-1,0-3-37,0 1 1,-3 0 0,-2-1-2,-2 1-38,0-1-62,1 2-58,-3 0-53,1-2-13,2 4 10,3 1-196,-2 0-20,5 3-108</inkml:trace>
          <inkml:trace contextRef="#ctx0" brushRef="#br0" timeOffset="183930.7523">-1882 6251 1842,'0'0'227,"0"0"-146,0 0 29,0 0 20,0 0-34,0 0-28,0 0-29,0 0-39,0 0-3,0 0-39,0 0-13,-5-16-3,4 17-13,-1 5 41,-1 4 30,0 4 23,0 2-10,-2 1 7,-1 1-4,1-1-6,0 1-10,2-3-2,0 0-11,2-3-3,1 0-10,0-3-3,0-1-13,2-2 16,5-1 24,-1-1 2,3-3 3,0-1 23,2 0 0,1-1 3,0-6 7,2-3-17,0 0-19,-2-2 0,2-1-1,-2-1 0,-3 2 0,1-1 1,-2 1 2,-2 1 11,0 1-12,-1 1 2,-2 2 14,0 2-14,-2 2 13,-1 2-14,0 0-2,0 0-2,0 1-30,0 0-14,0 0-15,1 1-27,-1 3 7,3 3 78,-1 1 2,1 2-1,0 2-11,3 0 13,2-1 2,0 3-2,1-3-2,2 2 2,1-2 1,0-1-1,2-2 0,-1-1 3,2-2 20,0-2 6,1-2 7,0-1-7,1-1 29,-2-6-16,0-1-13,-2-2 10,-1-2 13,0-1 6,-5-4-9,0 2-4,-2-4-3,-3 2 12,0 1-18,-2 0-7,0 1-7,-4 2 0,-3 0-22,-2 1-3,1 3-20,-3-1 1,3 2-78,-3 3-91,4 3-45,2 2-14,0 0-175,1 4-210,1 3-301</inkml:trace>
          <inkml:trace contextRef="#ctx0" brushRef="#br0" timeOffset="182797.0529">-1447 5617 931,'0'0'1230,"0"0"-1088,0 0-93,0 0 83,0 0 46,0 0-40,0 0-60,0 0-50,0 0-26,0 0-2,0 0-29,-13-3-42,13 3-26,0 0-12,0 4-8,0 4 75,0 5 40,0-1 2,0 5-1,2 1 1,1 0-3,0 0-13,0 0 16,1-1-3,-1 0-40,0 0-67,-1-2-94,-1 1-55,-1-2-155,0-3-87,0 1-220</inkml:trace>
          <inkml:trace contextRef="#ctx0" brushRef="#br0" timeOffset="193999.2661">-1161 5707 3,'0'0'281,"0"0"-131,0 0-72,0 0-32,0 0 78,0 0-43,0 0 17,0 0-7,-7-62 7,7 56-7,0-4 3,0 3 30,0 0 10,0 2-14,0 1-13,0 3-45,0 1-23,0 0-3,0 1-14,0 3 11,0 1-31,0 5-2,0 4-1,0 2-1,3 3 2,-2 3 0,-1 1 3,3 2-3,0 0-1,-3 0 0,1 0 1,0 0 0,-1-2-2,0 1 1,0-3-3,0-1-15,0-1 0,0-4-20,0-2-62,0-3-65,0-5-117,2-3 71,-1 1-94,1-3-92</inkml:trace>
          <inkml:trace contextRef="#ctx0" brushRef="#br0" timeOffset="201680.6219">-1834 7408 424,'0'0'381,"0"0"-276,0 0-105,0 0 0,0 0-3,0 0 0,0 0 1,0 0-1,0 0 1,0 0 1,0 0-2,-21 0-10,21 0-3,0 0 3,0 0 0,0 0 0,0 0 0,0 0 0,-2 0-16,2 0-27,0 0-9,0 0-20,-2 0-78,1 0-13,0 0 0</inkml:trace>
          <inkml:trace contextRef="#ctx0" brushRef="#br0" timeOffset="197350.6172">-1826 7500 23,'0'0'29,"0"0"-6,0 0-7,0 0-16,0 0-12,0 0-10,0 0-1,0 0-10</inkml:trace>
        </inkml:traceGroup>
        <inkml:traceGroup>
          <inkml:annotationXML>
            <emma:emma xmlns:emma="http://www.w3.org/2003/04/emma" version="1.0">
              <emma:interpretation id="{9384A7EA-0617-45F8-972A-185D5B52309C}" emma:medium="tactile" emma:mode="ink">
                <msink:context xmlns:msink="http://schemas.microsoft.com/ink/2010/main" type="inkWord" rotatedBoundingBox="12776,9544 17743,9368 17826,11729 12860,11904"/>
              </emma:interpretation>
              <emma:one-of disjunction-type="recognition" id="oneOf22">
                <emma:interpretation id="interp110" emma:lang="en-US" emma:confidence="0.5">
                  <emma:literal>Eirene</emma:literal>
                </emma:interpretation>
                <emma:interpretation id="interp111" emma:lang="en-US" emma:confidence="0">
                  <emma:literal>Essene</emma:literal>
                </emma:interpretation>
                <emma:interpretation id="interp112" emma:lang="en-US" emma:confidence="0">
                  <emma:literal>Eisen</emma:literal>
                </emma:interpretation>
                <emma:interpretation id="interp113" emma:lang="en-US" emma:confidence="0">
                  <emma:literal>Erlene</emma:literal>
                </emma:interpretation>
                <emma:interpretation id="interp114" emma:lang="en-US" emma:confidence="0">
                  <emma:literal>Eileen</emma:literal>
                </emma:interpretation>
              </emma:one-of>
            </emma:emma>
          </inkml:annotationXML>
          <inkml:trace contextRef="#ctx0" brushRef="#br0" timeOffset="205093.5533">1864 5222 170,'0'0'381,"0"0"-104,0 0-202,0 0-59,0 0 1,0 0 38,0 0-12,0 0-8,0 0 4,0 0 23,-10 0 26,10-2-13,2 0-36,3-5 20,2 0 35,1-4-13,3-2 1,2-1 32,2-5-11,1-2-34,2-3-30,2-1 16,1-2 6,1 0-35,0-2-3,2 1 16,-2 1 3,0 1-26,0 2-3,-2 0 13,0 3-3,-2 3-23,-1 1-3,-4 5 3,-2 3-3,-3 0-49,-3 5 14,-1 3 15,-3 0 7,-1 1-7,1 0 9,-1 0 14,0 0 0,0 0-16,0 0-10,0 0 13,0 0-3,0 0-7,0 0-3,0 0 13,0 0-3,0 0-30,0 0-22,0 0-16,1 1-23,-1 3 6,2 1-160,-2 2 27,0 0-66,0 4-195,-3-46 176</inkml:trace>
          <inkml:trace contextRef="#ctx0" brushRef="#br0" timeOffset="225823.8406">2580 5670 909,'0'0'110,"0"0"-51,0 0 9,0 0 20,0 0 17,0 0-44,0 0-48,0 0-13,0 0 0,0 0 13,-23 31 46,22-14-30,0 1-27,-2 2 21,-1 2 7,1 1-30,-4 2 2,0-1-1,-4 2-1,-2 2 0,-3 0-23,0 1 21,-3-1 2,1-1-2,0-7-10,0 1 12,2-6 3,1-3 0,3-3-2,1-3 0,3-3 12,1-3 0,2 0-9,1-3 25,2-5-6,1-1-20,1-1-1,0-3-1,0 0 1,0-2 0,4 3-1,-1-3 0,2 3 1,-1 1 11,0 4 0,1-1 6,0 1 4,-1 5-10,0-1-12,0 3-1,3 0 0,-1 3 1,0 5 1,2 1 0,2 1 1,-1 1 0,1 3-2,-1-2-1,1 1 2,-1-1 2,2-1-3,0-2 0,2 1 12,-2-4-12,0 2 0,2-5 1,-1 0 18,-1-3-7,1 0-10,-1 0 20,0-4 9,-2-4 4,2 0-10,-1-4-10,-1-1 0,1 1-14,-3-3 2,-1-2-2,1 0 11,-2 1 0,1-4-11,0 1 1,-1-1 20,-1-4-7,1 3-14,0 0-2,-3 1 2,1 1 2,-3-1-3,0 2-1,0 1 1,-4-2-1,-2 4-2,-3-3-2,-1 1 1,0 4 1,-1-1-1,-2 2-9,0 4 12,1-2 0,-1 5-3,1 1-17,0 2 20,1 2-2,-1 0-27,0 3 13,1 2 14,-1 2 1,0 2-12,3 2 10,-1 2 3,1 2 0,3 0-2,0 1-10,2 2 12,1-2 1,0 2-1,3-1-1,0 2 1,2-3 1,3 0-1,3-1-12,1-1 12,2 0 0,3-3 0,2 1 0,4-4 0,1 1 3,3-4-3,4-4-1,-1-1-1,0 0-1,2 0-29,-2-3 2,-1-3 28,-2 0-17,-2-2-7,-1 1-13,-4-2 9,-1 1 4,-2-2 0,-2 1 5,-2-1 21,-3 0 19,-1 0-17,1-1 15,-3-1 5,-2 1 11,-1 1-17,-1 0-3,0 1 16,0 2 10,-1-2-36,-4 3-1,0 0 20,-1 1 1,-2 1-22,1 0-1,0 1 23,0 1 6,-2 2-29,1 0 0,2 5 1,-2 0 16,-1 5-17,0 0-13,2 4 13,-3 1 21,4 2-21,-2 2-1,3 0 1,0 0 2,2 2-2,2-1-11,1-1 11,0 1 0,1-3 0,5 1-16,1-3 16,2-3 0,2-1-15,1-3-4,1-1 19,2-3 0,0-1-2,-1-3-18,0 0 20,1-2 12,-2-3-12,-1-2 0,0-1 14,0-2 12,-3-1-25,1 2 0,1-4 15,-2-1 8,1 0-24,1-1 0,-1 0 16,3-1 7,-1-1-10,4 0 10,0-1 38,3 0 11,1-1 18,1 1 40,1 1-72,-2 4-58,-2 4-31,-2 1 7,-2 3 24,-1 3 0,-4 2-13,1 0-13,-4 0 24,1 5 1,-3 0-17,0 2-8,-2 3 26,-2-2 18,0 1-18,0-1-14,0 2 14,-2-3 23,-1 0-23,-1-1 0,2-1 2,-1-1 24,0-2-25,3 0-1,-1-2 19,-2 0 7,1 0-10,-1 0-12,1-2-2,0-1 11,-1-1-11,1-2-2,-2 0 0,1-1 3,-2 0 0,2 0-2,-2 1-1,1 1 1,0-1-1,-1 2 0,-1-1 0,1 2 0,-1 1 0,-2 0-1,3 1-1,-2 1 0,0 0 2,-2 1-16,2 4-4,-3 2 4,1 3 15,-3 0-15,2 4 16,-1 0 3,1 2 1,1 0-4,2 3 0,0-3 3,4 3 0,1-3-1,2 3-1,0-2 0,3-4-1,6 0-13,1-1 10,3-3 0,4-3 0,-1 0-17,3-2 1,2-3 6,0-1-3,0 0-13,0 0-33,0-2-38,-4-3-89,0 0-67,-4 0 12,-2 0-33,-1 1-26,-4 0-79</inkml:trace>
          <inkml:trace contextRef="#ctx0" brushRef="#br0" timeOffset="223859.6708">2592 5722 718,'0'0'33,"0"0"-33,0 0-55,0 0 44,0 0 11,0 0 13,0 0-13,0 0-3,0 0 1,0 0 2,0 0 2,-17-7-2,17 7 0,0 0 0,-1 0 1,1 0-1,-3 0 0,1 0 0,1 0 0,0 0-1,0 0-3,-1 0-9,2 0-6,-1 1-40,0-1-29,1 0-104,-3 2-69</inkml:trace>
          <inkml:trace contextRef="#ctx0" brushRef="#br0" timeOffset="226838.7157">2716 6449 1000,'0'0'133,"0"0"-108,0 0-25,0 0 0,0 0 20,0 0 6,0 0-10,0 0 1,0 0 38,0 0 43,0 0 2,-16 19-5,21-19 19,3 0 9,0-4-25,1-3-24,2 0-2,1-4-4,2-2-29,1-2-13,1-2 16,2-2 22,-1-4-25,0 2 7,-1-2 12,-2 1-21,-2 1-37,-3 0 0,-1 2 13,-2 1 9,-3 2-22,-1 1 0,-2 1 3,0 2 12,0 0-15,-5 3 0,-1 1 0,-2 1 0,2 2-3,-4 1-20,1 4 23,1 0-13,-1 0-32,2 3 0,0 5 32,0 0 13,0 3-23,3 0 4,1-1 19,1 3 0,2 0-14,0 0-12,3-2 25,3-1 1,1 2-20,1 0-4,1 0 24,0-1 0,0 0-13,-2 1-13,1-1 25,-1-1 0,-1 0-11,-1 1-8,-2-2 20,0 2 0,-2 0-28,-1-3-11,0 2 20,-4-1-7,-1-2-19,0 0-17,-1-1 36,0-1 6,-1-1-28,1-2 15,0 1 30,1-2 2,0 1-15,1-2 16,2 0 0,0 0 26,2-2-23,0-2-3,2 2 2,4-2 18,2-2-7,4 1-13,0-2 13,4 1 6,1 0-6,1-1-13,1 0 0,1-1-1,-1 1 1,0-3-2,0 2 2,-2-1 0,-1-1 2,0-1 1,-3 0 13,-2 0 4,1-1 6,-3-1 16,1 1 16,-3 0 7,1 0 0,0 1-10,-1 0-26,0 1-9,-1 3 2,1-1-12,-1 3-10,-2 1-16,1 4 0,-2 0-10,-2 0 3,2 1 22,-2 4 0,-1 3-2,0-1 3,0 3 0,0 1 0,-1 0-1,-1 2-3,0-1 4,-1 1 0,3-2 0,-3 0-2,3 0 0,0-2 2,0 0-13,0-3-3,3-1 13,1-1-26,0 0-4,2-2-3,-1 0-12,-1-2-49,1 0-17,-1 0-42,-1-1-29,-1-2-4,-1-1-29,-1-1 19,0 0-19,0 0-86,0-4-111</inkml:trace>
          <inkml:trace contextRef="#ctx0" brushRef="#br0" timeOffset="227746.713">3322 6184 238,'0'0'280,"0"0"-51,0 0-27,0 0-17,0 0-54,0 0-34,0 0-38,0 0 26,0 0 48,0 0 4,0 0-43,31 4-33,-21 0-2,1 0-7,-1 1-40,-1 3-11,-2-1-1,0 3 1,-2 1-1,0 0-14,-3 4 14,-2-1 0,0 1-3,0 0-16,0 0 19,-4 0 0,-1 0 0,-1 0-29,0-1 26,-1-4 2,3 0-22,-3-3-3,3 0 13,0-3-3,1-2-36,2 0-3,1-2 29,0 0 9,0 0-25,0 0-3,0 0 28,1-2 17,4 0-2,-2 0 1,4 1 1,-1-1 18,0 0-18,3 1 0,-2 1 22,2 0 14,0 0-7,1 0 20,-1 0 3,1 4-28,-2 1-23,0 1-1,0 2 22,-2-1 73,2 2-82,-4 0-10,-1 0-3,0-1 24,-2 1-24,-1-2-10,0 2 10,-3-3 19,0 0-19,-2-2 0,0 1 0,-2 0 14,2-2-14,-2-3-9,2 1 9,1-1 21,1 0-21,1 0 0,1-1 15,1-2 2,0-3-17,1 0-36,4-2 36,3-1-1,0-2 0,4 3-21,0-1 22,0-4 10,1 3-10,1-1-15,0-2 15,2-2 35,1-1-15,-1-1-20,1-1 16,-3-2 36,1 0 29,-3 0 3,1 0 7,-4 0-7,-2 1-36,-2 2-22,-3 2 0,-2 1 13,0 3-20,-7 1-6,-2 4-10,-1 0 10,-2 0-13,-1 3-2,-1 3 2,2 0 0,-1 0 3,2 4-3,0 4-13,-1 1 10,3 3 1,2 2-1,0 1-14,2 3 15,0 0-1,5 2-13,0-1-3,0 1 6,5-1 9,3-2-34,2 0 12,2-2 10,1-2-13,2-2-10,2-4-16,0-2-7,2-2-12,0-2-33,0-1-19,-2 0-50,0-3-136,-3 2-108,-4-2-30</inkml:trace>
          <inkml:trace contextRef="#ctx0" brushRef="#br0" timeOffset="195660.2216">-863 6297 401,'0'0'1027,"0"0"-809,0 0-85,0 0-36,0 0 7,0 0-26,0 0-37,0 0-41,0 0-29,0 0 0,-45 25-7,42-15-9,2 3 6,-2 3 39,1 2 9,-1 0 11,0 4-18,-1-2 21,2 3-22,-2-2-1,1 2-29,-2 1-17,2-3-25,-1 3-82,2-4-59,-1-2-25,2-5-79,-3 1-163</inkml:trace>
          <inkml:trace contextRef="#ctx0" brushRef="#br0" timeOffset="194773.6743">-1225 6201 939,'0'0'586,"0"0"-462,0 0-124,0 0-72,0 0-3,0 0-25,0 0-21,0 0 88,0 0 20,0 0 11,0 0 1,48-10 1,-32 7-2,2 1-10,-1 1 11,4-1 1,1 0 0,1 0 0,1-3-1,1 1 1,-1-1 0,0 1-3,1-2 3,-2 1 1,-1 1 11,0-2-12,-2 1-23,0 1-65,-2-2-39,-2 2 26,-1 0-59,-5 1-55,0 0-144</inkml:trace>
          <inkml:trace contextRef="#ctx0" brushRef="#br0" timeOffset="195395.4113">-1053 6218 333,'0'0'202,"0"0"466,0 0-343,0 0-107,0 0-65,0 0-52,0 0-30,0 0 4,0 0-20,0 0-55,0 0 0,0-2 0,0 2 26,0 0-17,0 0-9,0 4-1,-2 2-1,-3 4-21,1 2 7,-1 2 16,2 2 2,-2 1-2,1-2-15,0 1 15,1-2 0,2 0-15,0-1-11,1-3 23,0 1 0,0-3-30,2 0 7,3-1 10,1-2 15,-1 0-31,2 0 9,3-2 23,-2 0 0,5-1-15,-1-1 3,0 0 12,2-1 0,0 0-23,1-2-6,0-2 27,1 0-11,-2-2-81,2 1-75,-3-2-85,0 1 78,-1 0-13,0 0-26,-2 1-46,-1 1-6,-2-3-16</inkml:trace>
          <inkml:trace contextRef="#ctx0" brushRef="#br0" timeOffset="194453.6257">-954 5677 323,'0'0'737,"0"0"-532,0 0-192,0 0-7,0 0 164,0 0-118,0 0-52,0 0-20,0 0-19,0 0 20,-33 45 15,30-34 4,2 2 4,0 2 25,-2 0 10,1 0-20,1 1-6,0-1 0,-1 0 6,2-1-19,0 0-3,0-1 0,2 0 2,1-3-18,2 2 3,1-2 5,0-1 9,2 1-9,0-3-15,2-1 22,0-2 1,-1-1-26,1 0-4,-1-3 30,1 0 0,-1 0-13,0-1 14,-2-4 2,0 0 33,0-2-13,-1 2 6,-2-3 22,0 1 11,-3 1-4,-1 0 4,0 3 12,0-3 30,-5 1-36,0 1-29,-2 1 6,-1 0-14,-1-2-28,-1 4-23,1-1 10,-2 1-3,1 1-46,-1 0-77,-1 0 41,2 1 10,0 4-91,-1 2-19,5 4-92,-1-2-124</inkml:trace>
          <inkml:trace contextRef="#ctx0" brushRef="#br0" timeOffset="198805.1985">528 5606 232,'0'0'234,"0"0"-221,0 0-13,0 0-42,0 0 22,0 0 4,0 0 16,0 0-1,0 0 1,0 0 0,0 0 23,-2 0 0,2 0-21,0 0-2,0 0 0,0 0-2,0 0-1,0 0-13,0 0-82,-2 0-91</inkml:trace>
          <inkml:trace contextRef="#ctx0" brushRef="#br0" timeOffset="203376.6151">-144 7207 307,'0'0'1046,"0"0"-952,0 0-92,0 0-2,0 0 0,0 0-36,0 0 14,0 0-11,0 0-26,0 0-2,0 0 28,-22 14 32,22-14 1,3 0 31,2 0 64,3 0 38,1-4-9,2-2 19,2-5 36,3-4-27,4-3-45,1-6-32,2-3-14,3-3-2,4-2-27,0-4-6,2 0 19,3-1 10,-2 2-49,0 0-6,0 5-2,-3 4 0,-4 5-24,-3 4-29,-5 4 29,-4 4 7,-4 3-7,-3 3-3,-2 1 10,-2 1-1,-2 1 7,-1 0 13,0 0 0,0-2 2,0 2 10,0 0-12,0 0-22,0 0-27,0 0-113,0 0-72,0 0-42,1 0-50,-1 3-126,0 0-227</inkml:trace>
        </inkml:traceGroup>
        <inkml:traceGroup>
          <inkml:annotationXML>
            <emma:emma xmlns:emma="http://www.w3.org/2003/04/emma" version="1.0">
              <emma:interpretation id="{2AB10A94-D232-4CE1-9B95-CFE283273E63}" emma:medium="tactile" emma:mode="ink">
                <msink:context xmlns:msink="http://schemas.microsoft.com/ink/2010/main" type="inkWord" rotatedBoundingBox="18364,9596 19141,9570 19176,10594 18399,10620"/>
              </emma:interpretation>
              <emma:one-of disjunction-type="recognition" id="oneOf23">
                <emma:interpretation id="interp115" emma:lang="en-US" emma:confidence="0.5">
                  <emma:literal>O</emma:literal>
                </emma:interpretation>
                <emma:interpretation id="interp116" emma:lang="en-US" emma:confidence="0">
                  <emma:literal>0</emma:literal>
                </emma:interpretation>
                <emma:interpretation id="interp117" emma:lang="en-US" emma:confidence="0">
                  <emma:literal>o</emma:literal>
                </emma:interpretation>
                <emma:interpretation id="interp118" emma:lang="en-US" emma:confidence="0">
                  <emma:literal>°</emma:literal>
                </emma:interpretation>
                <emma:interpretation id="interp119" emma:lang="en-US" emma:confidence="0">
                  <emma:literal>,</emma:literal>
                </emma:interpretation>
              </emma:one-of>
            </emma:emma>
          </inkml:annotationXML>
          <inkml:trace contextRef="#ctx0" brushRef="#br0" timeOffset="232772.5542">4818 5005 779,'0'0'105,"0"0"-88,0 0-15,0 0-1,0 0 68,0 0 9,0 0-26,0 0-16,-63-51 0,55 47-17,-1 0 17,0 1 26,-1 0-10,-2 1-32,1 2-17,-1 0 23,-2 0 6,0 0-31,-1 5 1,-1-1 19,-2 2-10,1 4-11,-2-3 0,2 4 0,-2 1 11,0 1-11,0 1 0,0 1 0,2 0 18,-1 0-18,2 3 0,1-2 0,1 2 13,1 1-10,1 1 13,2 2 20,1 3-7,2 1-28,0 1 0,3 3 14,2 3-3,1 1-12,1 2-18,0-1 18,2 1 3,2-1-3,1-1-16,0 1 16,0-2 1,0 0-1,-1 1-25,2-2 25,0-1 19,4-2-19,2-2-13,3-4 12,2 1 1,2-4-13,2 0-6,-3-1 2,3-2 4,3 0-16,-1-4 10,1-2 19,4-1 0,0-7-27,3-2-32,-1-1 17,3 0 22,-1-1 17,-1-4-9,-1-5 12,1-1 2,-1-4 11,-2-4 10,1-1 9,-1-4 11,-2 0 19,-6-3 12,2-2-5,-4-1 25,-2 0-6,-1-2-23,-4-1-30,-3-1-2,-1-2-4,-6 1-29,-1-2 0,0-1 0,-8 0 0,-3 0-1,-4 2-2,-4-1-9,-4 1 11,-1 2-15,-2 1 16,-2 1 1,-3 2-1,1 2-15,0 2 15,-1 3 1,1 4-1,1 2-1,0 5-22,3 5-6,-3 6-30,4 1-3,4 6 1,-1 8-43,2 4-62,2 3-85,1 4-36,2-5-62,-1 11-166</inkml:trace>
        </inkml:traceGroup>
      </inkml:traceGroup>
    </inkml:traceGroup>
    <inkml:traceGroup>
      <inkml:annotationXML>
        <emma:emma xmlns:emma="http://www.w3.org/2003/04/emma" version="1.0">
          <emma:interpretation id="{D5DBF6DE-59A5-4B78-BCAD-B1F0F34B7359}" emma:medium="tactile" emma:mode="ink">
            <msink:context xmlns:msink="http://schemas.microsoft.com/ink/2010/main" type="paragraph" rotatedBoundingBox="9025,13098 21854,12901 21873,14101 9044,14298" alignmentLevel="1"/>
          </emma:interpretation>
        </emma:emma>
      </inkml:annotationXML>
      <inkml:traceGroup>
        <inkml:annotationXML>
          <emma:emma xmlns:emma="http://www.w3.org/2003/04/emma" version="1.0">
            <emma:interpretation id="{2C3E0D67-9506-45A3-89FB-B6E9023F3966}" emma:medium="tactile" emma:mode="ink">
              <msink:context xmlns:msink="http://schemas.microsoft.com/ink/2010/main" type="line" rotatedBoundingBox="9025,13098 21854,12901 21873,14101 9044,14298"/>
            </emma:interpretation>
          </emma:emma>
        </inkml:annotationXML>
        <inkml:traceGroup>
          <inkml:annotationXML>
            <emma:emma xmlns:emma="http://www.w3.org/2003/04/emma" version="1.0">
              <emma:interpretation id="{F9D4BCC4-13AD-46C5-9186-2F4397615828}" emma:medium="tactile" emma:mode="ink">
                <msink:context xmlns:msink="http://schemas.microsoft.com/ink/2010/main" type="inkWord" rotatedBoundingBox="9031,13481 10029,13466 10040,14191 9043,14207"/>
              </emma:interpretation>
              <emma:one-of disjunction-type="recognition" id="oneOf24">
                <emma:interpretation id="interp120" emma:lang="en-US" emma:confidence="0.5">
                  <emma:literal>for</emma:literal>
                </emma:interpretation>
                <emma:interpretation id="interp121" emma:lang="en-US" emma:confidence="0">
                  <emma:literal>far</emma:literal>
                </emma:interpretation>
                <emma:interpretation id="interp122" emma:lang="en-US" emma:confidence="0">
                  <emma:literal>ford</emma:literal>
                </emma:interpretation>
                <emma:interpretation id="interp123" emma:lang="en-US" emma:confidence="0">
                  <emma:literal>fora</emma:literal>
                </emma:interpretation>
                <emma:interpretation id="interp124" emma:lang="en-US" emma:confidence="0">
                  <emma:literal>fore</emma:literal>
                </emma:interpretation>
              </emma:one-of>
            </emma:emma>
          </inkml:annotationXML>
          <inkml:trace contextRef="#ctx0" brushRef="#br1" timeOffset="-1.10298E6">-4773 9053 5,'0'0'509,"0"0"-258,0 0-143,0 0-33,0 0-4,0 0-5,0 0 2,0 0 13,0 0 11,0 0 15,-19-4-6,17 4 26,1-2-4,-1 1-38,2 0 22,0-1-29,0 2-17,0 0-6,0 0-16,0 0-6,0 0-1,0-1 0,0 1 1,0-2 6,0 2-7,-2 0-3,2-1-3,0 0-7,0-3-15,0 1-4,0-3-4,0 0 3,0-3 1,0 0 1,0-3-1,0 2 13,0-3-10,2 0-3,1 1 2,-1-1 9,0 1 2,-1 1-11,1 0 1,-1 0 19,-1 1-2,1 0-17,0 2 0,0-1 29,-1 4 7,0-1-13,0 5 9,0 0 26,0 1 1,0-1-40,0 1-22,0 0-16,0-1-42,0 1-35,0 0-7,2 0 9,-1 6 15,1 6 76,0 3 1,-1 6 18,-1 5 1,0 2-20,0 5 1,0 0 19,0 2-17,-1 4 0,-2-1-1,-1 3 17,1-1-6,-2 1-13,-1-2 0,3-1 7,-2-2-7,1-1 0,0-4 0,1-3 20,1-3-9,1-4-9,1-4 10,0-2-12,0-4 0,0-4-39,1-2-9,1-1 15,1-1 30,1-3-29,-1 2-10,0-1 22,-3-1-19,4 0 39,-2 0 3,3 0 32,-2-4 7,3-3-39,-1 0-1,2-2 27,-1-4-10,0 1-19,-1-2-3,1-1 1,1-1 2,-2 0-16,0-2-4,-3 1 20,1-1 0,0 1-3,-2 0-13,-1 0 16,0-1 16,0-1-16,-5 1-16,-3 0 16,0-1 0,-5 0-34,-4 0-5,0 1 23,-3 0-49,-3 0-58,-1 2-3,2 2 9,-1 3 52,3 4 65,1 1 52,3 3 6,2 0-19,1 3-39,3 0-1,1 0-2,5 0 1,-1 2-21,5 0-22,0-2-33,0 4-33,5 0 10,3-1 59,3 3 19,3 0 21,3-3 1,1 3-2,2-2 3,2-2 13,1 0-10,0-2-1,1 0 18,0 0-7,3-2-10,-2-1-1,2-2 11,-5 1 17,3 1-27,-4-5-1,-2 3 24,-1-3-3,-1 2-10,-3-2-10,-2 1 29,-1 1 4,-2-1-3,-3 0-4,0 1 7,-1 1 16,-3 1-13,-1 0 3,-1 1 16,0-1 14,0 3-14,0-2 3,0 0 24,0 3-11,-1-2-48,-1 2-7,-1-1 17,-1 1-26,-2 0-10,1 0-29,-4 5-7,3 0 17,-4 3-4,4 2 7,-4 1 16,3 0 0,0 1 0,0 1-16,2 1 12,3 0-15,0-1-7,2 1-19,0-1-14,5-4 11,3 2 19,1-3 13,2-1 16,-1-2 17,3-2 22,-1-1-10,2-2-10,-1 0 17,-2-3 16,3-3-20,-4-2-3,3 0-6,-2-4 9,-2 0-30,1-1 0,-3 0 2,1-1-4,-3 3 1,-1 0 0,-2 2 28,0 0-3,-2 1-13,0 1 6,0-1 4,0 2-4,-2 1 7,0 1-13,-2 1 9,0 0 4,0-1-24,-2 3-1,3 0 3,-3 1-4,2 0-12,-2 0-27,1 2 10,0 2-10,0 1-6,1 1-3,-1 1 9,2 3 3,1 0-3,1-1-9,1 3 9,0-1 10,3 2-4,3-2 7,1 1-4,4-2 30,3 2 0,0-4 3,4-1-3,1-1 43,1-3 2,0-1-9,1-2-7,1 0 3,-1-3 0,0-3-15,-1 0 2,-4-3-17,0 1 18,-3-1-17,-1-1 39,-4-1 0,0 2-7,-3-4-15,-2 2 12,0-3-6,-3 1-4,0 1-5,0-1 8,0 1-2,-4 2-20,-2-2 10,-1 4-6,-1 1 13,0-1-20,0 3-15,-3 1 15,5 2 0,-1-1-10,1 3-25,1 0 6,2 0-26,-2 3-58,4 1-29,-2 3 9,1 1 45,1 3 17,1-1 22,0 1 36,1 1-9,4 0 9,-1-1 3,3 2 10,0-3 0,2 2 0,0-1-3,1 1 1,1-3 0,0 3 1,2-3 1,-1 0 27,0 2 2,-2-1-29,-1-1 0,0 3 11,-2-2 17,-2 0-27,0 0 15,0 0 16,-1 0 30,-2-1-30,1 0-12,0-1 25,-2-1-21,1 1-24,1-3-13,1 2 13,-2-2 0,2-1-32,-2 2 30,4 0 1,-3-3 0,2 1-24,0-1-40,1 0-94,2-2-113,2-1-119,-2 0-78,7-7-342</inkml:trace>
        </inkml:traceGroup>
        <inkml:traceGroup>
          <inkml:annotationXML>
            <emma:emma xmlns:emma="http://www.w3.org/2003/04/emma" version="1.0">
              <emma:interpretation id="{411462B5-F491-4AB8-8E5E-81C35507D916}" emma:medium="tactile" emma:mode="ink">
                <msink:context xmlns:msink="http://schemas.microsoft.com/ink/2010/main" type="inkWord" rotatedBoundingBox="10672,13555 11607,13541 11618,14258 10683,14273"/>
              </emma:interpretation>
              <emma:one-of disjunction-type="recognition" id="oneOf25">
                <emma:interpretation id="interp125" emma:lang="en-US" emma:confidence="0.5">
                  <emma:literal>eg</emma:literal>
                </emma:interpretation>
                <emma:interpretation id="interp126" emma:lang="en-US" emma:confidence="0">
                  <emma:literal>egg</emma:literal>
                </emma:interpretation>
                <emma:interpretation id="interp127" emma:lang="en-US" emma:confidence="0">
                  <emma:literal>erg</emma:literal>
                </emma:interpretation>
                <emma:interpretation id="interp128" emma:lang="en-US" emma:confidence="0">
                  <emma:literal>ego</emma:literal>
                </emma:interpretation>
                <emma:interpretation id="interp129" emma:lang="en-US" emma:confidence="0">
                  <emma:literal>eggs</emma:literal>
                </emma:interpretation>
              </emma:one-of>
            </emma:emma>
          </inkml:annotationXML>
          <inkml:trace contextRef="#ctx0" brushRef="#br1" timeOffset="-1.10231E6">-3251 9064 810,'0'0'557,"0"0"-297,0 0-201,0 0 6,0 0 48,0 0 14,0 0-49,0 0-39,0 0-37,0 0-2,-40 14-26,40-13 26,1 0 29,1 3 75,1-1-39,1 3-20,1-3-6,0 1 45,0-2-16,1 0-26,1-1 6,-1-1-6,2 0 0,-1 0-7,2-3 14,-1 0-1,1-5-3,-1 0-13,0-3-13,-2 0 4,1-1-4,-1-3-16,-1 0-1,-3 0 11,0 0-1,1 0-12,-3 2 0,0 3 11,-1 0 11,-4 3 1,-1-1-22,-2 3 1,0-1-1,-1 2-1,-3 1-2,0 2-14,0 1 15,-3 0-44,2 6 9,-1 4 4,0 3-3,0 3 0,-2 1 9,3 5 7,2 0-1,0 1-2,3 1-4,1-3 3,3 0 1,4-2-13,0-1 5,0-1 5,7-2-17,4 0 6,1-2-83,6 0-59,2-2-14,3-1-71,3-4-94,2-2-11,1-3-118</inkml:trace>
          <inkml:trace contextRef="#ctx0" brushRef="#br1" timeOffset="-1.10164E6">-2733 9028 401,'0'0'1660,"0"0"-1472,0 0-123,0 0-13,0 0 35,0 0-9,0 0 25,0 0 6,0 0-22,0 0-9,-63-38 11,52 38-8,1 0-49,-2 5-30,-1 1 17,0 2 10,-1 0-17,2 3 4,1 1 23,-1-1-39,3 2 0,2-1-35,1-1 12,3 2-2,2 0-23,1-3-13,0 1 16,5-1 10,4 1-4,2-1 17,2-1 22,2-2-1,3 0-29,-1-4 7,2-2 23,1 1 2,0-2 0,-1-2-2,1-1 16,-2-5-16,-1 1 0,-1-3-22,-2 0 21,-2 0-1,-3-2-24,0 1 10,-3 0 16,-1 1 21,-2 0-21,0 0 0,-3 2 21,2 0 11,-2 2-19,0 3-11,0-1 36,0 2-2,0 0-36,-2 1-14,2 0 14,0 1 0,0 0-64,0 0-33,-1 5 20,-1 3 45,2 4-1,-2 2 7,1 1 26,0 0-2,1 1 2,-2 4-1,2 1 1,0 4 16,0 2-15,2 2-1,-1 1 30,2 2 4,0 0-33,0 1 0,-2 0 38,0-1 6,-1-3-42,0-1 16,-2-5 13,-4-1-3,-1-2-26,1-5 13,-4 0 22,1-6 17,0-3-20,-1-3-6,1-1 41,-1-2-9,1-2-58,1-6-2,0-3 34,-1-4-35,4-3-20,2-3-5,1-3 22,2-2 0,0-3-38,2-2-17,5-3 33,3 1 2,4-1-31,4 1-7,1 2 32,5 1 16,-1 1-19,4 1-10,-1 2 40,0 2-11,1 3-48,-3 1-98,1 4-190,-7 5-235,3-1-172</inkml:trace>
        </inkml:traceGroup>
        <inkml:traceGroup>
          <inkml:annotationXML>
            <emma:emma xmlns:emma="http://www.w3.org/2003/04/emma" version="1.0">
              <emma:interpretation id="{2882F648-6815-4A3F-A455-CFF6147EF243}" emma:medium="tactile" emma:mode="ink">
                <msink:context xmlns:msink="http://schemas.microsoft.com/ink/2010/main" type="inkWord" rotatedBoundingBox="12388,13361 17057,12940 17143,13900 12475,14320"/>
              </emma:interpretation>
              <emma:one-of disjunction-type="recognition" id="oneOf26">
                <emma:interpretation id="interp130" emma:lang="en-US" emma:confidence="0.5">
                  <emma:literal>1.280×16=2☺</emma:literal>
                </emma:interpretation>
                <emma:interpretation id="interp131" emma:lang="en-US" emma:confidence="0">
                  <emma:literal>1.280×16=2☹</emma:literal>
                </emma:interpretation>
                <emma:interpretation id="interp132" emma:lang="en-US" emma:confidence="0">
                  <emma:literal>1.281×16=2☺</emma:literal>
                </emma:interpretation>
                <emma:interpretation id="interp133" emma:lang="en-US" emma:confidence="0">
                  <emma:literal>1.282×16=2☺</emma:literal>
                </emma:interpretation>
                <emma:interpretation id="interp134" emma:lang="en-US" emma:confidence="0">
                  <emma:literal>1.282×16=2☹</emma:literal>
                </emma:interpretation>
              </emma:one-of>
            </emma:emma>
          </inkml:annotationXML>
          <inkml:trace contextRef="#ctx0" brushRef="#br1" timeOffset="-1.10054E6">-1582 8915 130,'0'0'75,"0"0"199,0 0 248,0 0-307,0 0-127,0 0 49,0 0-37,0 0 40,0 0 39,0 0-4,1-50-22,0 48 5,1-1 14,-1-1-4,-1 4-46,0 0-45,0-1-22,0 1-55,0 0-4,0 0-37,0 0 12,0 0 0,1 1-29,0 5 58,1 2 16,-1 3 29,0 2-29,1 1 3,-2 2 7,0 1 9,0 2-35,0 3 3,-1 0 17,-2 0 15,-1 2-22,1-1 0,-2 0 12,1-2-5,-2-2-20,2-1-24,-1-3 24,2 0 0,0-3-6,0-2-26,3-3 6,0-2-28,0-1-114,0-2-119,0-1-186,0 0-144,6-1-6</inkml:trace>
          <inkml:trace contextRef="#ctx0" brushRef="#br1" timeOffset="-1.09997E6">-1292 8916 52,'0'0'545,"0"0"478,0 0-910,0 0-48,0 0 46,0 0 25,0 0-26,0 0-19,0 0 9,0 0 10,0 0-13,-7-24 7,7 23 8,0-1-25,0-1-35,2 0-20,3 1 9,3-1-2,1 0-10,-2 1 0,5 0 6,1 2 3,1 0-16,0 0-6,1 4-12,1 0-2,-2 5-2,2-1 0,-1 4 2,-3 2 22,0 1-24,-2 1 0,-2 0 1,-5 4 22,-2 0-10,-1 1 9,-3 2-20,-5-3 14,-3 3-16,-3-2 0,-2-2-1,-3-1-1,1-1-24,-1-2 10,-1 0 14,1-2-1,0-2-23,-1-2-2,2 0 28,1-2 12,1-1-8,4-3-1,3 1 22,3-4 11,3 2-17,2-1-16,1-1-3,0 0-34,1 0-27,6 0 61,3-3 7,5-1 53,2 0-37,7-1-11,1-1 4,2 0 10,5-1-4,1 1 0,3-1 1,1 2-23,0 1-1,-2 1-28,0 1 10,-3 1-51,-3-1-112,-3 2-33,-3 0-10,-3 0-79,-3 0-234,-6 2-64,0-2-190</inkml:trace>
          <inkml:trace contextRef="#ctx0" brushRef="#br1" timeOffset="-1.09912E6">-776 9035 189,'0'0'509,"0"0"-1,0 0-264,0 0-162,0 0-47,0 0-12,0 0 23,0 0 25,0 0 105,0 0-43,19 7-23,-10-7-32,1 0-17,1-2-12,-2-3 25,2 0-6,-1-1-35,1-2-8,-2 0 21,1-2 5,-2 2-22,1-1-3,-1-1 26,-2-1-20,1 2-31,-2-3-1,-1 3 26,-1 0 9,-2-1-34,0 0 2,1 1 23,-2 0 13,0 0-39,0-1 0,-3 2 23,-1-1 3,0 2-25,-1 0 0,-2 2 11,0-1 23,-1 2-35,-2 1-9,0 1 9,-2 2 3,-2 0-3,0 0-30,-2 4 30,-1 2 0,-1 2 0,-1 2 0,2 1 0,-2 1 22,3 2-22,0 0-11,3 1 11,2 1 0,0 0-27,3 2-8,2-1 35,1-2-2,4 1-21,1-2-6,0 1 29,3-2 0,3 1 0,4-2 2,1 0 18,2-1 19,2 1-23,3-3 6,0 3-19,4-3 16,-2 2-16,2-1-1,-2 1 14,-1 0-15,0 0 3,0 1-3,-3-2 1,-2 2 0,-1-1-2,-2 0 0,-2-1 1,-1 1 12,-4 0 3,-3 1-13,-1-1 10,0 2 22,-4 0-3,-3 0-13,-5 0-6,0-1 13,-2 0-10,-3-1-13,1-1 13,-1-4-3,-1 2 3,1-4-15,0-2 11,3-2 20,0 0 4,2 0-34,1-6 14,4-3 6,2 0-22,1-5-18,4-3-11,0-2 0,6-2 1,5-1-20,2 0 6,5-1 7,2 2 9,3 0-6,1 2 4,1 1 11,1 1 5,2-1-14,-2 3-13,-1 3-67,-1 0-100,-4 1-49,-2 2-114,-5 3-210,-2-1-186</inkml:trace>
          <inkml:trace contextRef="#ctx0" brushRef="#br1" timeOffset="-1.09646E6">-237 9063 227,'0'0'1,"0"0"409,0 0-55,0 0-185,0 0-89,0 0-3,0 0 20,0 0 39,13-59 12,-10 50-25,0 1-4,0 1 16,-3 1 4,3-1-27,-1 3-13,-1 0 10,-1 1 0,0 0-27,1 3-21,-1 0-8,0 0-47,1 0-7,1 0-52,0 0 10,4 4 42,2 3 26,2 3 61,2-1-13,1 4-7,2 1-67,1 0 0,3 0 29,-2-1-10,2 1-19,0 0 0,-1 0 13,0-2-13,-2 2-10,0-1 10,0-1 4,-3 0-4,-1 0-18,-1-1-5,-3-1 7,-1-2 0,0-1-119,-5 0-23,2 0-6,-3 0-62,-1-1-89,0 1-146,0-2 44,0 2-121</inkml:trace>
          <inkml:trace contextRef="#ctx0" brushRef="#br1" timeOffset="-1.09611E6">8 8930 988,'0'0'1199,"0"0"-986,0 0-177,0 0 6,0 0 58,0 0-68,0 0-32,0 0-19,0 0 18,0 0 1,-63 56 42,58-42 19,0-1-3,1 2-32,-3 2-25,-2 1 25,2-2-2,-5 0-24,2 2-6,1-2 6,-3 2 0,3 0-10,-1 0-19,1-1 29,2-1 0,0 1-11,2-2-24,1-3 9,-1 0 13,5-1-19,-2-1-29,2-3-49,0-2-110,4 1-88,1-4-88,0 0-37,2-2-167</inkml:trace>
          <inkml:trace contextRef="#ctx0" brushRef="#br1" timeOffset="-1.09571E6">434 8870 1083,'0'0'1165,"0"0"-913,0 0-177,0 0 34,0 0 40,0 0-37,0 0-45,0 0-67,0 0-30,0 0 30,-16 22 29,18-11 45,2 1-20,-1 1-6,0 3 3,-2-1-15,0 0-17,1 0-19,-2 2 3,0 2 10,0-1-13,0 0-13,0 1 10,-2 0-10,2-4-19,0 1-3,0-2-16,0-2-16,0-2-68,0-2-32,3-2-39,2-1-63,1-1-116,-1-1-178,0-3-118</inkml:trace>
          <inkml:trace contextRef="#ctx0" brushRef="#br1" timeOffset="-1.09521E6">783 8853 722,'0'0'1726,"0"0"-1539,0 0-119,0 0 28,0 0 1,0 0-30,0 0-25,0 0-23,0 0-17,0 0 24,0 0 6,-38 10-14,30 2-17,-3 3 11,0 3 42,-2 2 7,-2 3-13,0 2-7,-2 3 26,1 0 0,-1 1-32,3 3-10,2-2 29,1 0-3,4 0-51,2-2 2,2-1 1,3 0-3,0-3-13,3 0-31,3 0 41,4-4 1,-1-1-49,4-2 7,0-4 40,1-1 1,1-4-29,1-3 17,-1-2 15,0-2 3,1-1-3,1 0 1,-1-5-1,0-1 0,-3-2-3,0-2-21,-1 3 24,-2-4 0,-3 1-19,-2 1-18,-1-1 37,-3 0 3,-1 2-3,0-2-16,-5 4 14,-1-3-23,-3 1-42,-1 1-13,0 1 41,-3 1-5,1 1-49,1 1-10,-1 2 45,1 1-19,1 0-52,-1 0-65,3 3-20,0 2-35,2 1-106,-1 1-35,4-2-99,0 3-222</inkml:trace>
          <inkml:trace contextRef="#ctx0" brushRef="#br0" timeOffset="214421.6663">-1360 9519 828,'0'0'118,"0"0"-118,0 0-49,0 0-69,0 0 60,0 0 28,0 0 11,0 0-4,0 0 10,0 0-3,0 0-20,16-6-36,-14 6-111,4-1-51</inkml:trace>
          <inkml:trace contextRef="#ctx0" brushRef="#br0" timeOffset="213612.1472">702 9333 42,'0'0'411,"0"0"-349,0 0-62,0 0-104,0 0-10,0 0 93,0 0 21,0 0 13,0 0 16,0 0 60,-3-10-11,3 9-36,0 1-19,0 0-20,0 0 14,0-2-17,-1 2-2,-4-1-69,2 0-193</inkml:trace>
          <inkml:trace contextRef="#ctx0" brushRef="#br1" timeOffset="-1.09359E6">2191 8980 13,'0'0'49,"0"0"642,0 0-371,0 0-141,0 0 19,0 0 43,0 0-75,0 0-49,0 0-33,0 0 13,0 0-45,-46-41 0,45 41 48,1-1 36,-1 0-36,1-1-42,0 0 0,0-1 0,0 1-35,0-2-22,0 0 28,0-1 16,1 1-32,2 0 0,0 0 38,0-1 16,-2 3-47,1 0-20,-2 1 25,2 0 7,-2 1-32,0 0 0,0 0 0,0 0 28,0 0-28,0 0-26,0 0 26,0 0 0,0 0-25,1 0-11,1 0 21,0 0 15,3 0 26,1 0-7,2 0 4,2-1-1,0 1-22,1 0-2,3 0 2,-1 2 21,1 3-21,-1 1-2,3 1-14,-2 2 16,-2 1 15,1 1-15,-1 2-1,-2 1 1,-1 1 11,-2 2-9,-2 0-1,-5 0 28,0 2-26,0-2 0,-7 3 20,-4 0-11,-3 2-10,-3-1-2,0 0-14,-4 2 14,0-2 0,-2-1-13,0-1 10,-2-2 0,0-2 0,1-1-16,-1-2 17,1-1 0,1-4-1,2 0-9,2-2 12,2-4 0,6 1-1,2-2-2,3 0-17,2-4 4,3-3-22,1-2-1,1-3 11,6 1 15,4-1 13,1 0-13,3 0 10,1 1 3,3 1 2,-1 2 14,1 1 16,1 3 64,0 1 0,1 2-26,1 1-31,-1 0-11,-1 2-26,-1 4-2,3-1 3,-3 2 9,1 1 7,0-1-19,0 1 0,-1-2 1,0 1-1,-3-1 0,3 0-9,-3-1-4,1-2 13,-1 0-13,-1-2-25,0-1-35,1 0-23,0 0-39,-1-5-12,0-2-53,1-1-81,0-4-147,-5 2-203,1-10-108</inkml:trace>
          <inkml:trace contextRef="#ctx0" brushRef="#br1" timeOffset="-1.09318E6">2455 8668 460,'0'0'1739,"0"0"-1458,0 0-200,0 0-49,0 0 16,0 0 4,0 0-7,0 0-19,0 0-25,0 0 28,0 0 64,-8-8 13,17 8-48,4 0-42,0 2 32,1-2 0,3 0-19,1 0-1,1 0 33,2 0-13,0-5-23,-1 0-21,0 0 21,-1-1-25,-3 1-3,-2 1-32,0 0 35,-5 2 0,0 1-33,-4 1-5,-1 0 25,0 0-13,-2 4 10,-1 3 16,0 5 33,1 2 31,-2 1-64,0 2 2,0 2 43,0 1-1,0 2-21,-2-2-20,2 4 41,-2-1-9,2 0-35,0-3 0,0 4 0,0-4 0,0-1-35,0-2-12,0-1-23,2-3-52,3-1-76,0-2-65,2-5-189,-2-2-340,2-3-726</inkml:trace>
          <inkml:trace contextRef="#ctx0" brushRef="#br1" timeOffset="-1.08981E6">2747 8454 300,'0'0'33,"0"0"681,0 0-565,0 0-113,0 0 13,0 0 23,0 0-17,0 0-35,0 0 19,0 0 78,0 0 36,-49-27-46,45 25-20,-1 1-2,0-1-11,-3-1-31,-1 2-8,2-2 14,-5 0 3,0 1-39,1 0 25,-3-1-8,0 3-29,0-1 38,2 1-10,-2 0 9,2 0-12,-2 0-13,2 0 16,-1 0-6,0 0-7,0 0-16,-1 3-16,2 0 16,0-1 0,0 2-13,-1 0 0,2 1 10,-2 0-17,2 0 4,0 2-6,2-1 22,-1 1-4,2 1-21,-2-2-1,4 3 13,-1 0 10,-1 2-20,1 0 6,1 3 17,1-1 42,0 2-10,0 1 0,0 1 10,1 2 4,1-1 8,1 3-31,-2 0-4,4 1 14,-2 0-20,2 0-10,0 0 19,0-2 1,0-1-7,0 2 0,0-4 13,4 1 6,0-1-22,1-1-11,0 1 24,1 0-7,0-2-19,2 2 2,2-3 11,-1 1-13,-1 0 0,3-2 0,-1 0 1,1 0 19,1-1-19,0 2 0,0-3 18,2 0-4,1 0-15,0-3-14,0 1 14,1-3 16,0 1-16,-2-1-17,2 0 17,-2-3 14,1 3-14,0-3-6,0 0 6,-1 0 3,2 0-3,-1 0-16,-1-3 16,3 0 3,-1 0-3,0 0-26,1-3 26,-2 0 0,2-3-29,-1 3-6,-2-3 33,2 0 0,-2 1-24,-1-2-3,0 1 29,-1-3 0,0 1-16,1-2-4,-1 1 20,0 0 0,-1-3-4,0 1 4,-1-4 0,1 1 16,-2-1-16,-1 0 0,0-2 4,0-2 20,-2 0-24,-1-1 0,0-1 26,-3-1-2,-1 0-24,-1 1 0,-1 2 16,-6-3-3,-4 1-13,1 0 0,-4-2 6,-2 1 7,-3-1-13,0-1-16,-3 0 16,0 1 21,-2-2-21,-1 3-3,0 0 3,0 1-2,-1 4-1,3 4 3,-1 0 22,0 5-22,0 1-27,2 2-8,0 2 9,2 3 4,2 0-65,1 0-36,1 0-12,4 6-34,0 0-54,4 3-131,2-3-154,-3 8-235</inkml:trace>
          <inkml:trace contextRef="#ctx0" brushRef="#br1" timeOffset="-1.0948E6">1315 9102 140,'0'0'1866,"0"0"-1555,0 0-91,0 0-4,0 0 19,0 0-14,0 0-56,0 0-50,0 0-45,0 0-20,0 0 4,28-30-16,-14 30-38,4-2-15,2 2-23,1 0 26,3 0-36,2 0-21,1 0-62,2 0-47,1 0-78,-2 0-82,-2 0-138,-7 0-216,0 2-426</inkml:trace>
          <inkml:trace contextRef="#ctx0" brushRef="#br0" timeOffset="218845.0825">2827 8398 95,'0'0'407,"0"0"-302,0 0-91,0 0-14,0 0-1,0 0 1,0 0 0,0 0 0,0 0 1,-64-42 12,55 39 3,2 0 33,-2 1 32,1-1 4,-1 2 26,-1-1-13,2 0-23,-1 0-1,-1 2-34,1-1-27,-1 1-13,0-2 0,-2 2-1,3 0 1,-2 0 0,-1 0 13,2 0-12,0 0 12,0 0 6,0 0 1,1 0-7,-1 0 16,0 2 7,-1-1-18,2 2-18,0 0-13,-3 2 13,2-1 1,1 2-1,0-1-13,-1-1 13,-1 3-1,1 1 1,1-2 0,2 0 12,-2 3-10,1-3-2,1 2 1,1-2 1,-2 1-2,4 2-2,-2-1-14,1 1 14,0-1 1,2 2-15,-2 1 12,3-2 4,-1 2-1,0-1 1,0-2-2,2 2 2,0-1 3,0-1-3,-1 2 0,2-2 0,-1 2 4,-1-1-4,1 0 0,0 0 12,0-1 4,0 1-16,1 0-1,-2 0 1,1 1 10,1-1-10,0 2-4,0-1 4,0 1 2,1 0-2,3 0-3,-2 1 0,3-1 3,-3-1-13,2 0 13,-1-1 0,0-1 11,-1 0-11,1 0 0,1-2 0,0 2 26,1-1-10,-2 1-15,2-1 19,1 1-18,-3-1-2,2 1-1,0-1 1,-1 0 11,1 0-11,-3-1-13,3-1 13,-1 0 19,-1 1-16,1-2-2,-1 3 19,2-1-7,-1 0-13,1 1-1,-1 1 1,2 0 13,1-1 2,-2 1-14,2 0-1,1-1 0,1 1-12,-1-1 2,3 1 10,-1-1 10,1 0-10,0-1-15,1 2 15,-1-2 0,0-1 0,1 1-2,-3 0 2,0-1 0,1-1 0,-3 0-2,0-1 2,0 3 3,0-4-1,-2 2-1,0-2 25,1 2 7,-1-1-14,2 1-6,0-2 20,0 0 6,0-1-37,2 1-2,0-1 16,0-1 1,1 0-17,0 2-18,0-2 18,1 0 10,-1 0-10,1 0-13,1 0 13,-2 0 0,1 0 0,-1-2-13,-1 1 13,0-1 11,0 1-11,-1-1-12,0 2 12,0-2 12,-2 0-12,0 0-11,0-1 11,-1-1 19,2 2-19,-2-3-3,0 1 3,0-2 21,2 0-5,-3-3-14,1 1 0,0 1 2,1-1-4,-3 1-1,1-1-1,0 1 2,-1-1-1,0 0 1,-1 0 0,1 1 0,0-3 0,-1 2-1,2 0-1,-2 0 2,3-2 1,0 1 0,-1 1 0,3-1 0,-1 1-1,0 1-1,1 1 0,0-3 0,-2 3 1,0-3-1,-1 1-1,1-2 1,-3-1 1,-2 2 0,2-1 0,-2-1 2,0-1 12,-4 0-14,-3-2 0,1 1 0,-2 0 1,-2 0-1,-1-1 1,-3 0 1,1-1 0,-3 0-2,-2-2-4,-1-1 3,-2 0 0,-3-3 0,1-1-1,-3 0-1,1-1-1,-1-1 2,-2 2-1,3-1 1,0 3 0,2 2 1,2 3-2,3 3 3,1 4-1,3 4-31,0 1-7,2 2-56,1 1-51,1 0-85,3 0-33,0 1-16,2 4-190</inkml:trace>
          <inkml:trace contextRef="#ctx0" brushRef="#br1" timeOffset="-1.09463E6">1414 9237 2035,'0'0'679,"0"0"-505,0 0-174,0 0-32,0 0-84,0 0 87,0 0 0,0 0 16,0 0 13,83 3-42,-49-7-187,-8 1-186,12-5-378</inkml:trace>
        </inkml:traceGroup>
        <inkml:traceGroup>
          <inkml:annotationXML>
            <emma:emma xmlns:emma="http://www.w3.org/2003/04/emma" version="1.0">
              <emma:interpretation id="{814C1034-4847-410A-8B4C-FF1F917F49B7}" emma:medium="tactile" emma:mode="ink">
                <msink:context xmlns:msink="http://schemas.microsoft.com/ink/2010/main" type="inkWord" rotatedBoundingBox="16941,13665 17375,13409 17585,13764 17151,14021"/>
              </emma:interpretation>
              <emma:one-of disjunction-type="recognition" id="oneOf27">
                <emma:interpretation id="interp135" emma:lang="en-US" emma:confidence="0.5">
                  <emma:literal>x</emma:literal>
                </emma:interpretation>
                <emma:interpretation id="interp136" emma:lang="en-US" emma:confidence="0">
                  <emma:literal>X</emma:literal>
                </emma:interpretation>
                <emma:interpretation id="interp137" emma:lang="en-US" emma:confidence="0">
                  <emma:literal>+</emma:literal>
                </emma:interpretation>
                <emma:interpretation id="interp138" emma:lang="en-US" emma:confidence="0">
                  <emma:literal>T</emma:literal>
                </emma:interpretation>
                <emma:interpretation id="interp139" emma:lang="en-US" emma:confidence="0">
                  <emma:literal>xo</emma:literal>
                </emma:interpretation>
              </emma:one-of>
            </emma:emma>
          </inkml:annotationXML>
          <inkml:trace contextRef="#ctx0" brushRef="#br1" timeOffset="-1.09266E6">3061 8952 320,'0'0'567,"0"0"244,0 0-526,0 0-100,0 0 65,0 0-47,0 0-77,0 0-39,0 0-17,0 0-12,-31-14 9,31 14 1,5 0 12,2 0-26,4 6-19,1-1 7,2 3 5,1 3 7,3 0-19,1 3 26,-1-1-42,4 2-18,-1 0 0,0 2-1,0-2 1,-1-2-1,-1 1-13,-2 0 10,0 0-9,-2-3-14,-2 1-22,-2-3-31,-1 1-14,-3-1-44,2-3-33,-4 0-10,-1 0-94,2-2-95,-5-1-47,1-1 19,-1 0-23,1-2-111</inkml:trace>
          <inkml:trace contextRef="#ctx0" brushRef="#br1" timeOffset="-1.09236E6">3423 8924 248,'0'0'1831,"0"0"-1459,0 0-95,0 0 26,0 0-51,0 0-93,0 0-108,-67-15-19,61 17-7,-2 3 4,-1 3-7,-1 5 19,-1 1 3,-3 3-9,-1 2 0,-3 2 25,1-1-7,-4 1-37,2-1-16,-2-1 3,0 1-3,0-2-10,2 0-12,0-3 18,3 0-15,2 0-50,2-3-16,3 0-13,2-1-10,3-1-29,1 1-6,3-2 8,0 0-38,0-2-78,5-1-118,1-1-36,2-3-109,-2 0 12,7-2-133</inkml:trace>
        </inkml:traceGroup>
        <inkml:traceGroup>
          <inkml:annotationXML>
            <emma:emma xmlns:emma="http://www.w3.org/2003/04/emma" version="1.0">
              <emma:interpretation id="{5012C1BF-CF8A-49AE-98F1-6DD7A3B128E5}" emma:medium="tactile" emma:mode="ink">
                <msink:context xmlns:msink="http://schemas.microsoft.com/ink/2010/main" type="inkWord" rotatedBoundingBox="18024,13235 18478,13729 18021,14149 17567,13654"/>
              </emma:interpretation>
              <emma:one-of disjunction-type="recognition" id="oneOf28">
                <emma:interpretation id="interp140" emma:lang="en-US" emma:confidence="0.5">
                  <emma:literal>16</emma:literal>
                </emma:interpretation>
                <emma:interpretation id="interp141" emma:lang="en-US" emma:confidence="0">
                  <emma:literal>(6</emma:literal>
                </emma:interpretation>
                <emma:interpretation id="interp142" emma:lang="en-US" emma:confidence="0">
                  <emma:literal>66</emma:literal>
                </emma:interpretation>
                <emma:interpretation id="interp143" emma:lang="en-US" emma:confidence="0">
                  <emma:literal>6</emma:literal>
                </emma:interpretation>
                <emma:interpretation id="interp144" emma:lang="en-US" emma:confidence="0">
                  <emma:literal>(6S</emma:literal>
                </emma:interpretation>
              </emma:one-of>
            </emma:emma>
          </inkml:annotationXML>
          <inkml:trace contextRef="#ctx0" brushRef="#br1" timeOffset="-1.09132E6">4169 8798 277,'0'0'1926,"0"0"-1603,0 0-123,0 0 29,0 0-28,0 0-89,0 0-86,0 0-23,0 0 26,0 0 44,0 0-22,-53-11-19,47 16-20,-1 5-9,-2 3 1,-2 4 24,-1 1 20,-2 6-1,0-2-12,0 4-7,1 0 7,0 0 6,1 1-6,4 2-16,0-1 12,2 1-6,2-1-12,1 1-12,3-3 1,0 0-2,2-1 0,4-3-19,1 0 16,2-3-22,2-2-22,0-2 3,2-2 9,-1-2-9,1-5-4,0 2 16,1-5 10,0-1-3,-3-2-3,2 0-7,-2-2 12,0-3 22,0-2 0,-3-1 1,2 0 13,-3-2 3,0 1-15,-1-1 1,-3 2 17,1-1-3,-3 1-13,1 1 13,-2 0 9,0 2-6,0-1-18,-2 0 0,-1 1 21,-3 0 4,-1 2-25,-1 1 2,-1 1 19,-3 1 4,0 0-26,-2 3-26,-2 4 23,0 1-13,0 2-22,-3 2-12,0 1 5,0 1-44,1-1-60,-4 1-72,2-2-62,0-1-191,4-4-205,-10-1-305</inkml:trace>
          <inkml:trace contextRef="#ctx0" brushRef="#br1" timeOffset="-1.09194E6">3773 8775 1258,'0'0'1013,"0"0"-916,0 0 26,0 0 83,0 0-51,0 0-68,0 0-27,0 0 21,0 0 27,0 0 42,-38 57 6,35-42-29,2 1-42,-2 2-31,1 1 15,0 2 1,-1 2-36,2 0-6,-2 3 19,0 0-1,3 1-46,0-1-4,0 2 4,0-3 4,0 0-4,2-2-29,2-4 16,0-1 11,0-4-73,1-2-35,0-4 12,-1-2-34,-1-3-87,2-1-46,-1-2-15,0 0-42,1-3-115,-2-3-151,4-6-70</inkml:trace>
        </inkml:traceGroup>
        <inkml:traceGroup>
          <inkml:annotationXML>
            <emma:emma xmlns:emma="http://www.w3.org/2003/04/emma" version="1.0">
              <emma:interpretation id="{87513F1B-AB06-4112-A35B-9FDB9FDE2810}" emma:medium="tactile" emma:mode="ink">
                <msink:context xmlns:msink="http://schemas.microsoft.com/ink/2010/main" type="inkWord" rotatedBoundingBox="19231,13263 21859,13223 21870,13909 19242,13950"/>
              </emma:interpretation>
              <emma:one-of disjunction-type="recognition" id="oneOf29">
                <emma:interpretation id="interp145" emma:lang="en-US" emma:confidence="0.5">
                  <emma:literal>=7</emma:literal>
                </emma:interpretation>
                <emma:interpretation id="interp146" emma:lang="en-US" emma:confidence="0">
                  <emma:literal>-1</emma:literal>
                </emma:interpretation>
                <emma:interpretation id="interp147" emma:lang="en-US" emma:confidence="0">
                  <emma:literal>=</emma:literal>
                </emma:interpretation>
                <emma:interpretation id="interp148" emma:lang="en-US" emma:confidence="0">
                  <emma:literal>-11</emma:literal>
                </emma:interpretation>
                <emma:interpretation id="interp149" emma:lang="en-US" emma:confidence="0">
                  <emma:literal>77</emma:literal>
                </emma:interpretation>
              </emma:one-of>
            </emma:emma>
          </inkml:annotationXML>
          <inkml:trace contextRef="#ctx0" brushRef="#br1" timeOffset="-1.08597E6">5239 9087 46,'0'0'29,"0"0"-3,0 0 303,0 0 14,0 0-210,0 0-87,0 0-13,0 0-14,0 0 4,0 0 45,0 0 11,-30-33 5,28 29 1,1 3 6,-1-3 33,0 1 12,1 1-22,-1-2-20,0 2-16,1 0-3,0 1 3,-2-2 16,2 3 19,0-2 23,1 1 3,0 1 25,0 0-7,0 0-28,0-1-14,0 1-26,0 0-28,0 0-26,5-1 16,2-1 51,5 1-26,2 0-57,2-1-18,4 0 11,1 0-12,2-1-10,1 2-12,0 0-26,0-1-44,-1 0-54,-1 2-52,-1 0-11,0 0-61,-4 0-138,-1 0-140,-7 0-15,0 0-158</inkml:trace>
          <inkml:trace contextRef="#ctx0" brushRef="#br1" timeOffset="-1.08577E6">5383 9080 1539,'0'0'1127,"0"0"-940,0 0-20,0 0-167,0 0-13,0 0-64,0 0 63,0 0 14,0 0 0,69 5 0,-42-6-109,2-2-85,0 0-116,-8 0-248,7-3-259</inkml:trace>
          <inkml:trace contextRef="#ctx0" brushRef="#br1" timeOffset="-1.08509E6">5874 8805 871,'0'0'1075,"0"0"-855,0 0-132,0 0 44,0 0-22,0 0-39,0 0-3,0 0-55,0 0-13,0 0 0,0 0 29,-7 15 80,14-9-22,2 1-42,-1-2 0,1 1-6,0-2-38,-1-2-1,2 1 22,0 0 7,2-3-29,0 0 0,2 0 10,1 0 2,0-1-12,2-5-23,-1 3 23,-1-2 0,0 1-22,-3 1-36,1-1 16,-4 0 23,-1 1-16,-2 0-4,-2 2 39,-2 0 13,1 1-13,-3 0 0,0 0 9,0 0 33,0 0-42,0 0-10,0 0 10,0 0 0,1 0-39,1 0-6,1 1 45,0 0 35,2 2-35,-2 0-3,0-1 3,-1 0 16,-1 0-16,2 0 0,-3 1 1,0 3 31,0 0 4,0 1-7,0 1 6,0 3 0,-4 0-12,1 1 2,-1 1 1,0 0 9,0 2-9,0 2-14,-2 1-11,2-2 3,-1 2 12,2-1-13,0 0-1,-1 1 11,3 1-13,-2-3 0,1 3 1,2-3-1,0 1 0,0 0 0,0-2-3,0-2-1,0-1 2,0 0-20,0-2 3,0 0 3,2-3-13,0 0-35,0-2-58,1-2-32,0-2-78,1 0-111,-1-1-134,-1 0-93,3-5-79</inkml:trace>
        </inkml:traceGroup>
        <inkml:traceGroup>
          <inkml:annotationXML>
            <emma:emma xmlns:emma="http://www.w3.org/2003/04/emma" version="1.0">
              <emma:interpretation id="{CD6B61D9-EB78-499D-800F-7557CE5AA9E7}" emma:medium="tactile" emma:mode="ink">
                <msink:context xmlns:msink="http://schemas.microsoft.com/ink/2010/main" type="inkWord" rotatedBoundingBox="20610,13244 21850,13204 21872,13906 20633,13946"/>
              </emma:interpretation>
              <emma:one-of disjunction-type="recognition" id="oneOf30">
                <emma:interpretation id="interp150" emma:lang="en-US" emma:confidence="0.5">
                  <emma:literal>bits</emma:literal>
                </emma:interpretation>
                <emma:interpretation id="interp151" emma:lang="en-US" emma:confidence="0">
                  <emma:literal>bets</emma:literal>
                </emma:interpretation>
                <emma:interpretation id="interp152" emma:lang="en-US" emma:confidence="0">
                  <emma:literal>bit</emma:literal>
                </emma:interpretation>
                <emma:interpretation id="interp153" emma:lang="en-US" emma:confidence="0">
                  <emma:literal>belts</emma:literal>
                </emma:interpretation>
                <emma:interpretation id="interp154" emma:lang="en-US" emma:confidence="0">
                  <emma:literal>bites</emma:literal>
                </emma:interpretation>
              </emma:one-of>
            </emma:emma>
          </inkml:annotationXML>
          <inkml:trace contextRef="#ctx0" brushRef="#br1" timeOffset="-1.08432E6">6678 8594 802,'0'0'1245,"0"0"-814,0 0-260,0 0-42,0 0 35,0 0-33,0 0-35,0 0-48,0 0-22,0 0 2,0 0-26,-19 26 64,18-5-5,0 4 47,-2 3 9,1 2-66,0 0-10,-3 2-3,2 1-4,-1 3-18,0-1-15,1 1 21,-1-1-19,-2 2-3,4-1-14,-3-4 14,1 2 0,2-5-36,-1-2 1,0-3 20,2-5-1,-2-3-44,1-3-19,2-5 22,-2-4 9,2-2-25,-1-2 6,1 0 38,-2 0 10,0-4-58,-1-3-9,2-2 45,0-3 38,-1-1-29,2-3 19,0 0 13,0-2 0,2 0-13,2 0-19,1 1 32,3 1-1,-1-2-9,2 4-6,1 0 16,-2 2 6,2 2-6,2 2-19,1 1 19,-1 1 22,0 0-22,2 4 0,2 0 7,-2 1 28,3-1-19,-2 2 0,1 0 39,0 0 25,0 3-20,-1 1-18,0 0 18,0 3-9,-2-1-49,-3 3-2,0-2 29,-2 2 9,-2 0-37,-4-1 0,1 1 21,-3 1 6,0-1-28,-3 2-3,-3-1 3,-4 1 22,0-2-22,-5 1 0,-1 1 0,-2-2 3,-1 1-3,1 0-28,-1-1 27,2 1 1,-1-2-51,3-1-35,2-1-13,1 0-19,3-2-52,3-2-58,2 0-69,2-2-52,2 0-135,0 0-102,0-1-158</inkml:trace>
          <inkml:trace contextRef="#ctx0" brushRef="#br1" timeOffset="-1.08312E6">6996 9123 153,'0'0'620,"0"0"-200,0 0-267,0 0-58,0 0-4,0 0 19,0 0-12,0 0-43,0 0 4,0 0 22,0 0 23,55 28-1,-45-28-15,0-1-14,0-5-22,3 0-23,0-2-9,-2-1-1,3-2-16,-2 0 1,0-1-3,0-2 1,-1 2 1,-1 0-1,-1-3 1,0 1 1,-2 0 7,1-1-11,-2 2-3,-4 0 3,1 0 0,0 2-1,-3 3 1,0 1 19,0 3 23,0 1-3,0 2 26,-3-1 9,0 2-13,0 0-61,-2 2-6,0 3-17,-1 2 7,0 2 1,-1 4 15,2-1 16,-1-1 3,0 1-19,1-1 0,1 1 4,0 2-1,1-2-1,0 2-1,0 0 12,2 1 6,-1 0-19,0 1 0,2-1 2,0 0 2,0 0-3,0-2 0,2-1 1,2-1 11,1-3-13,2 0 0,0-2 3,3-1 0,1-1-1,2-3-2,2-1 13,0 0 1,2-4-14,-1-1-13,0-2 13,0-1 2,-1 0-2,0 0-3,-1-2 3,-2-1 0,1 0-1,-2 0 1,-2 0 12,0-1 11,0-3-20,-2 0 0,2-2 42,0-4-3,-1-3-42,0-3-13,-1-2 11,0-1 0,-2-1-37,1-1 4,-4 1 22,1 3 13,0 1-3,-3 6 3,0 3 0,0 3 16,0 4-15,-3 2 18,0 3 23,3 1 19,-2 2-3,0 1 25,2 2 13,-2 0-23,2 0-44,0 0-27,0 0 1,0 0-3,-2 3-19,-1 4-9,-2 3 28,1 6 21,-3 0-20,2 4-1,-2 1 35,2 2-7,-2 2-27,2 2 2,1 5 47,1-2 8,-2 4-58,5-2 1,-1 0 22,1 1-7,0-1-16,1-2 0,6-3 44,2 0-44,1-5 0,2-2-41,1-2 40,1-5-2,1-4-48,0-3-13,1-4 29,0-2-12,1-4-40,-1-5-15,3-3 51,-2-2 13,-2-2-27,0 0 11,-1-1 36,-2-1 17,-1-2-2,-2 2 2,-1-5 1,0 2 26,-2-3-26,-2 1-6,1 1 6,-1 2 0,-2 4 0,1 2 0,-2 3 41,0 3-10,-1 2-31,0 2 0,1 3 13,-1-1-13,0 2-26,2 0-22,-2 0 26,3 2 22,1 3 1,0 1 28,1 1 16,1 1-10,0 1-33,0 0-2,0 0 23,-1 2 9,2-1-31,-3 1 0,1-1 20,2 1 2,-1 0-20,-1 0 10,-1 1-1,-2 2 24,0-3-36,-1 2 0,-1 2 16,0-3 19,0 0-35,-4 0 0,-1 0 3,0 0 17,-1-3-20,-3 2-30,-1-2 30,0 0 0,-1-2-9,-2 1-52,1-1 7,-1-2-1,0 1-57,1-2-62,0-1-42,1-1-75,1 0-56,1-2-150,-1-2-158</inkml:trace>
          <inkml:trace contextRef="#ctx0" brushRef="#br1" timeOffset="-1.08258E6">7203 8903 995,'0'0'1682,"0"0"-1300,0 0-183,0 0 14,0 0-45,0 0-73,0 0-45,0 0-18,0 0-4,0 0 29,0 0 15,-57-5-60,57 5-12,3 0-44,2 0 41,1 0-34,2 0-105,-1 2-114,-1-1-79,-1 2-105,0-1-284,-3 1-392,8-9 229</inkml:trace>
          <inkml:trace contextRef="#ctx0" brushRef="#br1" timeOffset="-1.08286E6">7477 8888 20,'0'0'423,"0"0"-44,0 0-21,0 0-211,0 0-43,0 0 19,0 0-12,0 0-46,0 0-29,0 0 13,72-33 3,-58 28-17,-2 3-15,1 0-20,-1 1-1,0-1-22,-2 0 7,-1 2-4,-2-3-81,-2 2-221,0-1-62,-4 1-154</inkml:trace>
        </inkml:traceGroup>
      </inkml:traceGroup>
    </inkml:traceGroup>
    <inkml:traceGroup>
      <inkml:annotationXML>
        <emma:emma xmlns:emma="http://www.w3.org/2003/04/emma" version="1.0">
          <emma:interpretation id="{5B7C9C68-EAC6-44EC-8946-1B8A4982C722}" emma:medium="tactile" emma:mode="ink">
            <msink:context xmlns:msink="http://schemas.microsoft.com/ink/2010/main" type="paragraph" rotatedBoundingBox="15658,14200 23197,14167 23201,15119 15662,15151" alignmentLevel="4"/>
          </emma:interpretation>
        </emma:emma>
      </inkml:annotationXML>
      <inkml:traceGroup>
        <inkml:annotationXML>
          <emma:emma xmlns:emma="http://www.w3.org/2003/04/emma" version="1.0">
            <emma:interpretation id="{F3969979-D67E-4BD9-A636-C78E1FDFDDA6}" emma:medium="tactile" emma:mode="ink">
              <msink:context xmlns:msink="http://schemas.microsoft.com/ink/2010/main" type="line" rotatedBoundingBox="15658,14200 23197,14167 23201,15119 15662,15151"/>
            </emma:interpretation>
          </emma:emma>
        </inkml:annotationXML>
        <inkml:traceGroup>
          <inkml:annotationXML>
            <emma:emma xmlns:emma="http://www.w3.org/2003/04/emma" version="1.0">
              <emma:interpretation id="{FF9AA675-9D4C-4649-9C4E-BABF7BBEBCED}" emma:medium="tactile" emma:mode="ink">
                <msink:context xmlns:msink="http://schemas.microsoft.com/ink/2010/main" type="inkWord" rotatedBoundingBox="15659,14445 18380,14433 18383,15016 15662,15028"/>
              </emma:interpretation>
              <emma:one-of disjunction-type="recognition" id="oneOf31">
                <emma:interpretation id="interp155" emma:lang="en-US" emma:confidence="0.5">
                  <emma:literal>Decoder</emma:literal>
                </emma:interpretation>
                <emma:interpretation id="interp156" emma:lang="en-US" emma:confidence="0">
                  <emma:literal>Decoders</emma:literal>
                </emma:interpretation>
                <emma:interpretation id="interp157" emma:lang="en-US" emma:confidence="0">
                  <emma:literal>decoder</emma:literal>
                </emma:interpretation>
                <emma:interpretation id="interp158" emma:lang="en-US" emma:confidence="0">
                  <emma:literal>Decoder's</emma:literal>
                </emma:interpretation>
                <emma:interpretation id="interp159" emma:lang="en-US" emma:confidence="0">
                  <emma:literal>Decoders'</emma:literal>
                </emma:interpretation>
              </emma:one-of>
            </emma:emma>
          </inkml:annotationXML>
          <inkml:trace contextRef="#ctx0" brushRef="#br1" timeOffset="-1.07285E6">1818 9982 866,'0'0'346,"0"0"-115,0 0-222,0 0-9,0 0-1,0 0 0,0 0 0,0 0-11,0 0 12,0 0 20,-11-50-4,14 45-14,-2 1 31,0 0 3,-1 1-23,0 1 0,0 0 26,0 2 19,0-1-19,0 1-10,0 0 14,0 0-4,0 0-39,0 0-23,0 0 20,0 0-1,0 0-25,0 0 0,0 0 27,0 0 1,0 0-1,0 0 2,0 0 10,0 0 13,0 0 0,0 0 9,0-1 20,0-1 0,0 2-6,0-3-27,0 0-18,0 0 1,-1 0 15,0 0-1,-1 1 20,2 1 32,-1 1 6,1 0-9,-2 0 3,2 1-16,0 5-23,-2 1-29,2 5 0,0 3 0,-1 4 11,-1 2-11,0-1 0,-3 5 11,1-3 1,1 2-12,-3-2 0,1 1 0,0 1 3,-3-3-2,2 3-1,-1-3 0,0 0 0,-3-2-1,3 0-16,-2-1 15,-1-3 0,1-1-11,0-4 0,-1 0 10,1-3-16,1-3 2,-1-2-2,2-2-7,1 0-29,0-2 10,1-4 6,0-1 26,2-2 10,0 1 0,1-3-19,1 0 19,1 0 3,0 1 0,0-1 2,4 1 11,0 1 3,2 0-14,0 3-2,4 1 13,-2 1-12,1 3 1,-1 1 0,1 0 15,1 6-4,-1 2 0,0 2-1,0 1 11,0 2 3,1 0-24,0 1 11,0 0 10,1 0 12,1-1-12,0-1-7,2-3 7,0 0-7,-1-3-16,4-1 0,0-2 0,-1-3 0,1 0-16,-1-4 4,0-3 12,1-3 0,-3 1-2,0-4-8,0 0 10,-3-2 17,-1 0-17,1-2-3,-4 0 3,-1 0 1,0-1-1,-4-1 0,1 3 20,-3-3-20,0 1-1,0 0-15,0-2 16,-5 0 4,-3 1-4,-3-1-23,0-2 22,-2 2 1,-2-1-26,-1 1 13,-1 1 13,-2 2 2,1 2 0,2 3 15,-1 2 5,0 2-6,1 2-14,0 4-2,-1 0 29,3 2 29,-3 0-29,4 2-3,-1 4 29,2 3 16,0-1-55,2 2-13,2 3 32,0 1-6,4 2-29,1 1 0,2 0 45,1 1-3,1 1-39,6-1-3,2-2 26,2 2-26,2-1-6,4-2-12,2 1 18,1-2 0,1-1-3,5-2-22,0 0 25,2-4-3,0-3-38,2-4-17,2 0 35,0-1-3,-2-8-41,0 2-11,-1-4 33,-3-1 13,-1-3-14,-1 0 46,-1 0 13,-4-1 13,-3-1-26,0 0-10,-3 2 10,-4 0 17,-2 0-17,-1 4-7,-4 0 7,-1 0 23,-1 3-21,0 1-2,-1 2 26,-3 1 6,-2 2-32,0-1 0,-2 2 0,1 1 23,-3 0-23,1 1-4,-1 4 4,1 1 29,-1 1-25,1 1-2,0 4 40,1 0-3,2 1-27,0 4-9,1 0 32,2 1-3,1 1-32,2 2-14,0-1 14,0 1 10,4-1-10,3-1-24,3-1 24,1-1 0,3-4-6,0-1-19,2-2 25,0-4 0,1-2-13,0-4-15,-1 0 28,2 0 4,-1-7-4,0-1-31,-1-3 31,-2-2 17,1-2-17,-1-2-36,-1-2 36,-1-1 2,0 0-2,0-2 0,-1 1 14,2 0 12,1-1-24,1 0-2,2 0 32,0 0 13,2 0-25,1 3-17,0 2 20,0 3-7,-1 4-16,0 5-23,-3 2 8,0 3 14,-2 1 1,-2 6-2,-2 1 1,-1 3 1,-2 1 0,1-1-2,-2 1-2,-2-2 3,2 0 0,-5 0 1,4-4 0,-3 1 0,1-3-1,-2-2-12,0-1 10,0-1 3,1 0 2,-2-1 1,0-5-1,0-1 0,0-2-2,0-1-29,-2-2-7,-1 1 10,-2 0-3,-1 2-13,-1 0 17,-1 2 8,-1 0-5,-1 3-14,-1 0 7,0 2 10,-1 2 18,-4 0 0,1 1-22,-4 4 23,1 4 0,-1 3 1,-3 0 12,1 3 16,-2 2 7,0-1-10,2 3 12,-1-1 33,1 2-9,5 1-14,1-2-3,4 3 3,4-2-9,5 1-23,2-2 3,0 1-15,7-3 7,2-1-11,3-1-3,5-1 2,-1-3-1,3-1-27,2-5 10,2-1-1,0-3 1,1-1-39,-1-1-19,1-4-26,-1-3-95,1-1-139,-8 2-264,6-5-402</inkml:trace>
          <inkml:trace contextRef="#ctx0" brushRef="#br1" timeOffset="-1.07156E6">3103 10060 339,'0'0'1562,"0"0"-1367,0 0-137,0 0 1,0 0 28,0 0 20,0 0-39,0 0-17,-67-21 20,61 26 42,1 0 13,1 3-65,1 1-23,1 5-12,0 1 0,0 3-7,-1 3 0,0 0 7,2 1-23,-2 1-2,3-1-1,0 2 13,0-3-11,0 1-2,5-2-3,2-3 0,0-1-10,2-2-3,1-4 0,1-4 13,2-3-10,1-3 13,2 0 11,0-8 63,3-4-25,-3-2-49,1-4-19,-1-2-13,1-2 0,-3 0-19,-2-1 6,-1 1 45,-4 0 21,-3 2-19,-3 0-2,-1 3 4,0-1-4,-8 2-30,-1 1-19,-4 1 11,-2 2-4,-1 1-19,-2 2-29,1 3 19,2 3 6,3 3-19,3 0-55,2 4 10,4 3-89,1 2-100,2 3 2,3 0 43,2-4-76,9 4-150</inkml:trace>
          <inkml:trace contextRef="#ctx0" brushRef="#br1" timeOffset="-1.07035E6">3665 10107 1193,'0'0'781,"0"0"-503,0 0-248,0 0-17,0 0-13,0 0 61,0 0 23,0 0-29,0 0 29,-75-45 129,61 43 47,-1 1-100,-1 1-80,-2 0-13,1 1-10,-2 4-57,-1 4 3,-2 0-3,2 2 29,-2 2-29,2 1 1,-1 1 43,2 1 1,4-1-45,3 2-11,1-1 10,5 1-1,3-1-49,1 1 3,2-2 23,2-2 3,5-1-52,5-1-18,1-3 12,4-1-16,2-4-16,1-1 31,2-2 52,-1-2 13,1-6-26,-2-2-45,1-2 26,-2-3-20,-1-3-32,-1-1 10,-1-2 48,-2-1 39,-2-3 12,0 0 4,-3 1 4,1-2 34,-3 1-35,-1 1 9,0-1 21,-3 2 12,-2 0-32,1-1-12,-2 2 25,0 0-13,-6 1-13,0 0-3,0 0 3,-3 4 39,1 3-39,2 3 0,0 5 29,-1 1 26,3 5 22,-1 0-54,0 2 22,0 5 0,-1 3-32,1 4-13,-1 3 25,0 2 27,2 3-10,-1 1 0,0 2 35,4 2-17,1-1-50,0 2-9,0 0-2,4-1-1,3 1 1,0-1-15,1-3 16,3-1 0,0 0-2,1-6-27,2 0 10,0-4 15,0-2 2,2-1-20,-1-5-4,1-1 24,2-2-20,0-2 9,0-3-13,-1-4 13,1-2-29,1-4-19,-5 1-3,3-2 35,-3 0-10,-3-1 0,-2 3 20,-2-1 16,-3 0 3,0 1 2,-2 2 1,-2-2 26,0 1-3,0 2-7,-3-1-15,-1 2 21,-3 1-12,-1 1 0,0 1 3,0 2 32,-2 2-19,1 1-9,-2 0 15,1 3 13,2 4 20,0-2-10,-1 6-30,1-1 11,2 1-23,0 1-15,4 1 2,0 1 10,2 0-13,0-2-19,0 2-7,4-2 13,3 0 11,1-1-40,2-1 26,2 0-3,1-2 16,1-1-16,2-2 3,-2-1 16,3-3-1,-1 1-2,0-2-7,1 0 10,0-4 2,-3-2-2,0-1 0,0-2 12,-1-1-9,-2-1 0,-1 1 10,0-1 25,-1-3-12,0 0-10,-1 1 3,-2-2 10,2-2 10,-1 1-7,-1-1 12,-2-2 20,0 2 3,-3-2-39,-1-1-27,0 1 0,0 1-1,-5 2-14,-1 3 14,0 3 15,-2 4-2,2 2-13,-1 1-2,2 3 2,0 0-2,0 0-29,3 3 2,-3 3-6,5 1 3,-2 3-16,2 0 0,0 2 13,2-1 3,4 1-7,2 1 17,0 0 9,3-3 10,-1 2-23,2-1 4,-1-1 19,2-1 3,-2 0-23,0-1 5,-1 1 18,-1-2 15,0 0-15,-2 0 0,-2-2 10,1 1 22,-4-1-31,-1 3-1,-1-1 35,0 1 10,0 3-45,-2-1 0,0 0 0,0 0 3,2 0-3,0 0-22,2-1 20,4-1 2,2 0-49,4 1 14,1-3 3,4 0 29,4-3-42,1 1-110,3-4-171,-6 0-287,11 0-416</inkml:trace>
        </inkml:traceGroup>
        <inkml:traceGroup>
          <inkml:annotationXML>
            <emma:emma xmlns:emma="http://www.w3.org/2003/04/emma" version="1.0">
              <emma:interpretation id="{0B62BA25-D07E-4510-AB45-9026E9F2D16D}" emma:medium="tactile" emma:mode="ink">
                <msink:context xmlns:msink="http://schemas.microsoft.com/ink/2010/main" type="inkWord" rotatedBoundingBox="18795,14431 20053,14426 20056,15101 18798,15106"/>
              </emma:interpretation>
              <emma:one-of disjunction-type="recognition" id="oneOf32">
                <emma:interpretation id="interp160" emma:lang="en-US" emma:confidence="0.5">
                  <emma:literal>size</emma:literal>
                </emma:interpretation>
                <emma:interpretation id="interp161" emma:lang="en-US" emma:confidence="0">
                  <emma:literal>Size</emma:literal>
                </emma:interpretation>
                <emma:interpretation id="interp162" emma:lang="en-US" emma:confidence="0">
                  <emma:literal>rise</emma:literal>
                </emma:interpretation>
                <emma:interpretation id="interp163" emma:lang="en-US" emma:confidence="0">
                  <emma:literal>side</emma:literal>
                </emma:interpretation>
                <emma:interpretation id="interp164" emma:lang="en-US" emma:confidence="0">
                  <emma:literal>sis</emma:literal>
                </emma:interpretation>
              </emma:one-of>
            </emma:emma>
          </inkml:annotationXML>
          <inkml:trace contextRef="#ctx0" brushRef="#br1" timeOffset="-1.06897E6">4749 10212 391,'0'0'170,"0"0"-98,0 0-14,0 0 262,0 0-216,0 0-71,0 0-4,0 0 33,0 0 35,0 0 1,0 0-7,31-7-23,-26 4 1,1 1 38,0-1 10,1-2-7,1-1-38,1 0-17,2-4 7,2 1-11,0-3-12,-1-1 0,2-2 19,-1-1-22,1-3-20,1-1 0,-3 2 0,-1-3 13,0 0-29,-1 2-3,-3 0 2,-2-1-12,-3 2-3,-2 1-5,0 1 21,0 2 0,-2 1-2,-5 3 2,0 3 3,-1 2 14,1 2-17,0 3 0,1 0 14,0 0-14,2 4-20,0 1 4,-1 4 16,3 0 13,2 4-12,0-1 15,0 2 20,2 1 6,4-1-23,2 1-6,1 0 10,1 0 3,-1 1-8,1-1-17,-1 2 30,0-1-8,1 1-23,-3 1 0,-1-1 35,1-1-9,-2 1-26,-1-4 1,-2 1 16,-1 0 1,-1-3-18,0-1 0,-2-1 0,-3 0 0,-4-2-66,-1-1-34,0-1 35,-1-2 10,0-2-16,-1-1 13,1 0 26,2 0-26,0 0-27,2-3 11,4 1 74,0 0 10,3 0-10,0 1 0,0 0-30,3 0-5,6-3 34,4 1 1,4-2 29,4 2-29,2-1-3,1 0-23,1 0 26,1 2 32,3-3-32,-4 1 0,3-1 38,1-1 101,-1-3 7,-1 0-17,-3-1-22,0 0-51,-4 1-56,-3-2 0,-3 1 0,-4 0 36,-3-1-34,-1 1 1,-4-1 42,-1-1-9,-1 1-36,0 0-23,-1 0 23,-3-1 0,-2 1-32,1 0 3,0 0 26,0 1 1,1 2-27,1 1 25,0 2 4,1 1 23,0 1-21,2 3 0,0 0 1,0 0-3,0 2-19,0 5 19,0 3 21,0 3 24,0 3-45,2 1 1,0 1 13,-1-1-14,1 1-7,-2-2-31,3 2 38,-1-3-3,0 1-17,0-2-12,0-2 29,-1-1 0,0-2-61,0-3-62,-1-3-29,2 0-30,-1-3-61,-1 0-95,1-9 48,0 5-53,-1-16-358</inkml:trace>
          <inkml:trace contextRef="#ctx0" brushRef="#br1" timeOffset="-1.06874E6">5387 9782 868,'0'0'3,"0"0"353,0 0-356,0 0 0,0 0-82,0 0-45,0 0 13,34 56-45,-29-49-60,4 4-185</inkml:trace>
          <inkml:trace contextRef="#ctx0" brushRef="#br1" timeOffset="-1.06795E6">5448 9976 398,'0'0'297,"0"0"240,0 0-276,0 0-128,0 0-13,0 0-68,0 0-6,0 0 48,0 0 84,0 0-29,49-2-45,-34 2-20,1 2 26,-1 4-26,2-1-39,-3 2-13,-2 2-16,-2 0-16,-2 3-2,-2 0-1,-2 2 3,-3 1 0,-1 0-36,0 2-15,-5 2-1,-2-1 4,-3 0-10,-2 0-7,0-1 20,0-2 32,-1 0 0,4-2 10,-2-2-17,3-1-57,1-1-53,2-3 23,2-1 39,2-1 26,1-2-10,0-1-17,1 1 1,4-2 29,0 0 20,2 0 7,2 0 12,0 0 3,1 0-3,2 0-3,-1-3 3,2 2 15,0 1-12,-1 0 13,2 0 43,-2 2 29,0 2-17,-1 3-6,1 0-3,-2 1-28,-1 1-33,-2 1 1,-3 0 41,-1 0 2,-3 1 13,0 1-12,-2-3 2,-6 2 1,0 0-17,-3 0-9,0-2 12,-1 0 7,-1-1-38,0-1 15,0-3-6,1 0-13,0-1-13,0 0 13,4-3 18,0 1 14,3-1-32,3 0-7,0 0 7,2-1 0,0-2-29,0-2-26,0 0 33,6-2 19,2 0-29,3-1-10,1 1 26,0-1 0,2-1-30,2 0 11,0 0 35,1-1 26,2 0-23,3 0 23,0-2 13,0 0 32,1-2-23,0 0 17,0-1 32,1-1 15,-3-2-12,2 0-7,-1-1 29,-2-3 9,-3 1-70,-2 0-39,-4 2 1,-2-1-4,-4 0-19,-3 2 0,-2-1 19,0 2-16,-3 1-3,-3 2 0,-3 2 16,1 3 19,-1 3-32,-2 2 13,0 2 6,-2 2 20,1 0-41,1 2 1,-2 2 23,2 5-25,1 0-6,1 3-48,0 1 38,2 2 16,4 2-35,0 3-9,2-1 44,1 1-1,0 1-32,5-2-2,0 0 35,4-2-3,-2 2-39,2-4 10,3 1 13,-1-2-7,1-2-63,4-1-49,-2-4-4,3-1-45,-1 0-126,3-3-174,-6-2-105,5-1-477</inkml:trace>
        </inkml:traceGroup>
        <inkml:traceGroup>
          <inkml:annotationXML>
            <emma:emma xmlns:emma="http://www.w3.org/2003/04/emma" version="1.0">
              <emma:interpretation id="{DD837C57-7F15-404B-A08C-219FFDDAA790}" emma:medium="tactile" emma:mode="ink">
                <msink:context xmlns:msink="http://schemas.microsoft.com/ink/2010/main" type="inkWord" rotatedBoundingBox="20622,14549 20901,14548 20902,14729 20623,14730"/>
              </emma:interpretation>
              <emma:one-of disjunction-type="recognition" id="oneOf33">
                <emma:interpretation id="interp165" emma:lang="en-US" emma:confidence="0.5">
                  <emma:literal>=</emma:literal>
                </emma:interpretation>
                <emma:interpretation id="interp166" emma:lang="en-US" emma:confidence="0">
                  <emma:literal>-</emma:literal>
                </emma:interpretation>
                <emma:interpretation id="interp167" emma:lang="en-US" emma:confidence="0">
                  <emma:literal>,</emma:literal>
                </emma:interpretation>
                <emma:interpretation id="interp168" emma:lang="en-US" emma:confidence="0">
                  <emma:literal>:</emma:literal>
                </emma:interpretation>
                <emma:interpretation id="interp169" emma:lang="en-US" emma:confidence="0">
                  <emma:literal>.</emma:literal>
                </emma:interpretation>
              </emma:one-of>
            </emma:emma>
          </inkml:annotationXML>
          <inkml:trace contextRef="#ctx0" brushRef="#br1" timeOffset="-1.06585E6">6575 9929 676,'0'0'36,"0"0"277,0 0-85,0 0-75,0 0-82,0 0-6,0 0 17,0 0 41,0 0 46,0 0-23,0 0-3,27-15-14,-15 12-31,1 0-53,-2 0-29,1 1-16,-1 1 0,1 1-39,0 0-9,-3 0 25,3 0-42,-2 0-119,0 1-112,-1 4-42,-3-3-49,-2 3-190</inkml:trace>
          <inkml:trace contextRef="#ctx0" brushRef="#br1" timeOffset="-1.06564E6">6652 10083 688,'0'0'104,"0"0"869,0 0-856,0 0-117,0 0-39,0 0 35,0 0 3,73-11-31,-53 4-72,4 2 19,0-1 40,-3 1-92,-5 2-224,8-1-311</inkml:trace>
        </inkml:traceGroup>
        <inkml:traceGroup>
          <inkml:annotationXML>
            <emma:emma xmlns:emma="http://www.w3.org/2003/04/emma" version="1.0">
              <emma:interpretation id="{4C18A131-93F1-40EA-802A-340313C79A71}" emma:medium="tactile" emma:mode="ink">
                <msink:context xmlns:msink="http://schemas.microsoft.com/ink/2010/main" type="inkWord" rotatedBoundingBox="21700,14174 23197,14167 23201,15119 21704,15125"/>
              </emma:interpretation>
              <emma:one-of disjunction-type="recognition" id="oneOf34">
                <emma:interpretation id="interp170" emma:lang="en-US" emma:confidence="0.5">
                  <emma:literal>'3828'</emma:literal>
                </emma:interpretation>
                <emma:interpretation id="interp171" emma:lang="en-US" emma:confidence="0">
                  <emma:literal>is-2s</emma:literal>
                </emma:interpretation>
                <emma:interpretation id="interp172" emma:lang="en-US" emma:confidence="0">
                  <emma:literal>'388'</emma:literal>
                </emma:interpretation>
                <emma:interpretation id="interp173" emma:lang="en-US" emma:confidence="0">
                  <emma:literal>'7388'</emma:literal>
                </emma:interpretation>
                <emma:interpretation id="interp174" emma:lang="en-US" emma:confidence="0">
                  <emma:literal>'3838'</emma:literal>
                </emma:interpretation>
              </emma:one-of>
            </emma:emma>
          </inkml:annotationXML>
          <inkml:trace contextRef="#ctx0" brushRef="#br1" timeOffset="-1.06467E6">7751 9704 798,'0'0'88,"0"0"465,0 0-305,0 0-148,0 0-35,0 0 30,0 0 25,0 0-13,0 0 9,0 0 7,26-31-6,-26 31-43,0 0-6,1 0 15,2 1-18,0 6 34,-2 4 14,2 2-14,-3 2-32,0 1-67,0 0-3,0 0 3,-1 0 0,-2-1-13,0-1-22,0 1 13,2-1 22,-2 0-55,1 0-35,-1-2-3,2-1-19,0 0-59,1-1-104,0-1-85,0-3-121,0-2 3,0-1-184</inkml:trace>
          <inkml:trace contextRef="#ctx0" brushRef="#br1" timeOffset="-1.06412E6">7969 9721 1045,'0'0'1082,"0"0"-781,0 0-301,0 0-42,0 0-48,0 0 57,0 0 33,0 0 19,0 0-19,51-57 0,-44 54 92,3 1 31,-1-1-55,2 2-29,0-2 6,0 3-10,0 0 7,1 0-6,-1 3 9,0 2 22,0 1-9,-2 4-16,1 2 0,-1 0-23,-2 3-6,-1 0-11,-1 3 1,-2-1 10,-2 0-13,-1 0-3,0 0 3,-6-1 0,-1 0-3,-2-3-13,-3 0 4,-1-2 9,-1-2-16,-1-1 19,1-2 0,0-1 2,2-1-2,0-2-2,1-1 1,4-1 0,-2 0-12,4 0-6,0 0 16,3-3-13,0 0-16,1 0 3,1-2-13,0 1 13,5-1-6,1-1-4,2 1 16,1 2 11,4-1-8,0 3 8,2 1 12,3 0 2,1 0-2,2 0 2,0 0-2,5 3 13,-3-1-13,4 0-33,-2 0 11,1 0-14,-1-1-125,1-1-62,-3 0-69,-1 0-79,-1-4-46,-5 1-71,1-4-169</inkml:trace>
          <inkml:trace contextRef="#ctx0" brushRef="#br1" timeOffset="-1.06309E6">7655 10164 320,'0'0'671,"0"0"-414,0 0-221,0 0-36,0 0 0,0 0 30,0 0 84,0 0 107,0 0-7,0 0-6,0 0-10,59 11-46,-38-11-39,2 0 0,3 0 12,6 0 1,4-2-11,1-1-34,5-1-8,2-1-6,4 1-35,1-1-19,1-1 12,0 2-22,2-1 19,-2 0-21,-1 2-1,-3-2-2,-3 1-62,-6 0-86,-5 0-1,-3 1 26,-9 1-20,-3 1-20,-4 0-48,-7 1-72,-1 0-59,-5 0 38,0 0 26,0 0-85,-10 0-183</inkml:trace>
          <inkml:trace contextRef="#ctx0" brushRef="#br1" timeOffset="-1.0598E6">8704 9804 114,'0'0'258,"0"0"-63,0 0 27,0 0-157,0 0-52,0 0-12,0 0 45,-72-27 81,57 25-16,3 1-30,-3 1-25,-2 0 6,-4 1 51,-1 2 18,-1 0 34,-3 1-31,-2 0-31,-4 2 11,-1-1-33,-4 2-6,-4-1-30,-3 2-45,-2 0 3,-2 3 13,0 0 10,0 2 10,2 1-35,4 1-1,-1 0 0,6 2 0,4-1 0,3-1-1,4 1 0,2-1-22,5 0-16,3-3 17,4-2-27,3 0-61,5-2-134,1-3-71,0-1-59,3-2-232</inkml:trace>
          <inkml:trace contextRef="#ctx0" brushRef="#br1" timeOffset="-1.06041E6">8926 10182 349,'0'0'238,"0"0"459,0 0-209,0 0-170,0 0-13,0 0-47,0 0-7,0 0-4,0 0-17,0 0-103,-70-6 35,54 6-11,-1 5-16,-5 0-82,-2 1-40,-2 3 22,-7 1 22,-2 1-57,-4 2-3,-4 0 3,-4 2 0,-4 0-29,-2 2-9,-1-2 16,2 2 20,0 1-36,2-1-28,6-1 51,6 0-42,3-2-60,7-2-60,3 0 28,6-2-26,3 0-56,5-2-39,4-1-59,3-2-209,2-1-119,2-3-543</inkml:trace>
          <inkml:trace contextRef="#ctx0" brushRef="#br1" timeOffset="-1.06201E6">8064 10221 635,'0'0'3,"0"0"701,0 0-236,0 0-234,0 0-117,0 0-36,0 0 38,0 0 40,0 0-24,0 0-38,0 0-4,1-7 1,-1 7-5,0 0 11,0 0-1,0 0-10,0 0-28,0 3-39,0 2 16,0 5-6,0 1-19,0 1-12,0 2 10,0-2-11,-1 2-25,-1-3-10,2 1 9,-2 0 7,2-2-19,0 1-22,0-2-23,0 0-20,0-1-25,0-1 0,0 1 5,0-2 20,0 1-16,0-1-24,0-2-31,0 1-63,0-2-88,0 1 16,0-2-20,2 0-82,-2-2-164</inkml:trace>
          <inkml:trace contextRef="#ctx0" brushRef="#br1" timeOffset="-1.06282E6">8068 10192 1132,'0'0'1233,"0"0"-936,0 0-294,0 0-3,0 0-123,0 0-12,0 0 135,0 0 0,0 0 2,0 0-1,-3 4 1,5-3 50,-1 1 24,0-1-76,2 1-38,-3 1-4,1-3-114,0 2-126,-1 1-137,0-2-72,0-1-269,-6-19 409</inkml:trace>
          <inkml:trace contextRef="#ctx0" brushRef="#br1" timeOffset="-1.06144E6">8234 10270 352,'0'0'776,"0"0"-213,0 0-400,0 0-163,0 0-78,0 0 58,0 0 7,0 0 10,0 0 3,0 0 3,7-27 101,-2 25-20,2 2 14,0 0-1,2 0-26,-1 0-35,4 0-34,-2 2 31,1 1 25,1 1-13,0 0-44,-1 2 28,-1-1-12,-1 3-17,-1-1 0,-2 2 9,-1 0 30,-2 2-39,-3 1 1,0 0 17,-3 0-18,-4 0-33,-2 0 20,-1 0 13,-2-3 7,-1 0-7,-1 0-23,2-2 23,-2 0 0,1-3-29,0 0 28,4 0 1,-1-1 31,2-2-31,0 1 0,3-1 19,1-1 23,2 0-39,-1 0-2,3 0 31,0 0-5,0 0-27,0 0-26,0 0 7,3 0 16,3-3 3,2-1 0,4 1 20,2-1 6,3 2-26,2-3-15,3 1 15,1 1 18,0 1-18,3 0-26,0 1 7,2 0 6,-3 1-87,2-2-108,-4 2-22,-1-1-101,-2-1-47,-2 0-94,-7 1-226</inkml:trace>
          <inkml:trace contextRef="#ctx0" brushRef="#br1" timeOffset="-1.06349E6">8480 9765 218,'0'0'802,"0"0"-199,0 0-210,0 0-108,0 0-59,0 0-84,0 0-58,0 0-84,0 0-35,0 0 35,0 0 67,1-5 56,9 5-27,-1 0-29,3 0-25,0 0 3,1 0-42,-1 0 9,1-3 24,-2 0-15,1-1-21,-3-1 0,0 1 19,-3-1 6,-2-1-25,0 1 0,-2-1 12,-1-2 1,-1 0-13,0-1-38,0 0 19,-3 0-10,-4 0-38,1 1-29,-4-1 25,-3 2 4,0-1-30,-3 2 7,1 3 58,-1-1 30,-2 4-30,2 0-1,-1 0 22,1 4 9,1 2-22,2 1-2,0 1 10,2 1 0,2 1-33,-1 3 20,3-1 29,3 1-1,3 1-31,1 0-1,0-1 33,4 1-16,2-1-29,3 0 29,1-1 16,0 1 13,1-1-11,0 0-2,1 0 39,0 1 9,-3 1-32,3-1-13,-3 0-2,-1-1 28,0 0-29,-3-1-10,0 0 10,-3 1 29,0-1-18,-2-1-9,0 0 25,0-1 12,-4-3-28,-3 0-9,0-1-1,-2-2 5,0-1-6,-4-1-16,0-1 16,-1 0 16,2 0-16,-1-2 0,2-4 19,1 0 33,2 1-20,0-3 4,4 0 15,1-3 17,2-2-55,1 1-13,0-2-2,2 0-15,7-2-24,0 0-21,5 0 14,1-1-45,1 0-92,3 1-35,0 0-3,1 2-37,1 3 16,-3 3 32,-2 1-55,-3 4-72,-3 1-147</inkml:trace>
          <inkml:trace contextRef="#ctx0" brushRef="#br1" timeOffset="-1.06072E6">8665 10288 722,'0'0'1075,"0"0"-740,0 0-148,0 0-118,0 0-69,0 0-74,0 0-13,0 0 70,0 0 17,0 0 149,11 8-29,-3-6-75,0 0-13,1-1-19,-1-1 7,1 0-18,0 0-1,0-1 15,0-3 10,-1 0-15,0 0-9,0-3 9,-2 1 2,1-2-13,-4 1 0,0-1 2,0 1 14,-1 1-16,-2-2-1,0 1 1,0 0 2,-5 0-1,1 0 12,-3 1-11,0 0 23,-2 1-25,-2 1-17,-2 1 14,-1 0 2,-2 3 1,1 0 3,-3 0 49,2 5 9,-1 0 23,1 1-83,1 2 12,2-1 3,2 2-14,1 1 1,2-1-3,4 1-16,-1 1-16,2 0-13,3 0 19,0 1-3,0-1 3,0-2 1,5 2 9,0-2-10,2 0 13,0 0-39,2-1 52,0 2-3,2-1 3,0-1-15,1 1 15,2-1 0,-3 1 0,1-1-3,2 1 3,-2-1 15,-3-1-15,1-2-2,-1 1 2,-2-3 0,-4 0 0,1-1 0,-2-1 3,-2 0 23,0 1 6,0-2 19,0 0 23,0 0 4,-5 0-78,-2 0-32,0 0 9,-4-2 4,1 1 3,-1-1-4,-3 0 17,2 0 0,0-1-36,1 0 20,-1-1 19,2 1 35,3 1-33,1-1 1,3 0 71,0-2 19,3 2-61,0-4-31,3-1-1,6-5 26,3 0-26,5-2-2,2-1-1,2 0-9,2 0-37,0 2 5,1 2 34,-2 2 7,0 1-17,-1 1-12,-1 0-61,-1 1-149,-2 0-176,0 0-121,-5 2 31,-3-3-206</inkml:trace>
          <inkml:trace contextRef="#ctx0" brushRef="#br1" timeOffset="-1.05925E6">9139 9521 1003,'0'0'1719,"0"0"-1385,0 0-158,0 0-109,0 0-54,0 0 22,0 0 25,0 0-25,0 0-16,0 0 7,-1 20 34,5-5 26,-1 4 46,-1 2-44,1 4-50,-3 1-19,0 1-19,0 1 0,0 0-2,-3-2-23,-2 0-7,1-1-9,-3-2-40,1-1-78,0-3-50,1 0-79,0-3-117,2-4-310,-1 0-269</inkml:trace>
        </inkml:traceGroup>
      </inkml:traceGroup>
    </inkml:traceGroup>
  </inkml:traceGroup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</inkml:channelProperties>
      </inkml:inkSource>
      <inkml:timestamp xml:id="ts0" timeString="2024-03-15T14:46:18.489"/>
    </inkml:context>
    <inkml:brush xml:id="br0">
      <inkml:brushProperty name="width" value="0.14" units="cm"/>
      <inkml:brushProperty name="height" value="0.14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AA07709F-8F9B-43CE-BD2A-A178306BB83A}" emma:medium="tactile" emma:mode="ink">
          <msink:context xmlns:msink="http://schemas.microsoft.com/ink/2010/main" type="inkDrawing" rotatedBoundingBox="3218,6259 4953,6224 4955,6280 3219,6316" shapeName="Other"/>
        </emma:interpretation>
      </emma:emma>
    </inkml:annotationXML>
    <inkml:trace contextRef="#ctx0" brushRef="#br0">14 85 101,'0'0'104,"0"0"4,0 0-4,0 0-45,0 0-39,0 0-7,0 0 6,0 0 11,0 0 77,0 0 14,-1-10-17,0 9-35,1-1 22,-2 1 13,1 0-16,-1 1-13,2-3-7,-2 0-38,1 0-28,-1 2 37,1-3-7,1 3 14,0-1 48,0 1-22,-2-1-7,2 2 6,0-1 4,-1 1-10,1 0-20,0 0-22,0 0-11,0 0-12,0 0-23,0 0-3,0 0-6,0 0-14,0 0-19,0 0-13,0 0-3,3-1 42,3 1 39,2-2 20,1 2-18,1 0 11,1 0-13,0 0 12,2 0-11,3-1 11,-2 1-12,2-1-33,0 1 33,1-2 0,0 1 2,-1 1 1,1 0 12,-2-1-14,0 1-1,1 0 0,-3 0 0,3 0-1,-2-2 1,1 2-1,-1-1 2,1-1 0,0 2-1,-1-1-13,2 1 11,-2 0 2,2 0-4,-2-1 3,0 0 0,0 0 0,1 1 1,-1-1 0,0 0 2,0-1-2,-1 1-1,1 0-2,-1 1 2,0 0-1,-1 0 2,2-2-4,-4 2 1,3-2 3,-1 1-1,2 0-1,-1 0 1,0 0 1,-1 0 0,1 0-2,-2 1-11,2 0 0,-2-1-4,0 1 4,0 0-3,0 0 0,-1 0 14,-1 0-50,2 0 52,-1 1 0,-1-1-4,1 1-16,-1 0 20,-1 1 6,1-1-6,0-1-1,-2 1 0,3 1 1,-4-2-16,4 2 16,-1-2 13,0 0-2,3 0-11,-1 0-20,0 0 20,1 0-13,1 0 7,0 0-7,1 0 13,-1 1-4,1 0-25,-2 1 16,1-1 11,0 0-11,1 1 0,-1 0 0,-2-2 12,3 0 1,-1 0 0,-1 0-2,1 0 2,1 0 0,1 0 0,-1-2-14,0 0 14,2 1 2,0 0-2,-1-2-20,1 3 1,0-1 2,0 1-9,-2 0 13,1 0 12,-1 0-12,0 0-3,0 0-10,-3 0 26,2 0-2,-1 0-11,-2 0-7,3 0-1,-4 0 19,2 0-9,0 0 8,0 0 3,0 0 1,1 0-1,0-2-16,-1 2 16,3-2 13,-3 1-13,2 1-11,-1 0 11,1 0 0,-1 0-17,1 0 15,-1 0-2,1 0 2,-1 0-14,1 0 3,-2 0 0,1 0 11,-2-1-2,0-1-136,0 0 39,-2-1 76,-2 2 25,0-2 2,-2 1 11,-2 1-10,1 0 10,-2-1-12,1 1-1,-2 1-2,0-1-47,2 1-134,-2 0-215</inkml:trace>
  </inkml:traceGroup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</inkml:channelProperties>
      </inkml:inkSource>
      <inkml:timestamp xml:id="ts0" timeString="2024-03-15T14:45:31.884"/>
    </inkml:context>
    <inkml:brush xml:id="br0">
      <inkml:brushProperty name="width" value="0.14" units="cm"/>
      <inkml:brushProperty name="height" value="0.14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DEED614E-98EC-4B55-BB92-2FBA19BA43E5}" emma:medium="tactile" emma:mode="ink">
          <msink:context xmlns:msink="http://schemas.microsoft.com/ink/2010/main" type="inkDrawing" rotatedBoundingBox="22690,5245 25469,5210 25470,5248 22691,5282" semanticType="underline" shapeName="Other">
            <msink:sourceLink direction="with" ref="{ECB2A57F-5B99-46C6-B585-62C6080744C0}"/>
          </msink:context>
        </emma:interpretation>
      </emma:emma>
    </inkml:annotationXML>
    <inkml:trace contextRef="#ctx0" brushRef="#br0">8671 629 401,'0'0'492,"0"0"-374,0 0-34,0 0 86,0 0-47,0 0-18,0 0-50,0 0 26,0 0 14,0 0-40,0 0-39,-28-15-15,28 15-1,5 0 0,2 0 0,9 0 55,3 0 30,9 0 25,3 0-42,6 0 4,6 0 38,6 0-13,7 2-52,5-1-9,7 0 18,4-1 14,8 0-35,4 0 12,6-3 13,3 1-10,3-4-6,1 1-10,0 2-3,-3 1-29,-2 0-16,-1 0 3,-4 2 0,-2 0 11,-3 0 2,-3 0-16,-2 0 16,-5-1-1,1-2-6,-3 1 7,-2-3 7,0 1 22,-4 0-10,0 2-17,-3-1 19,-5 3-21,-3 0-39,-7 0-16,-4 0 42,-4 0-12,-5 3-24,-3 1-2,-4-2-14,-5 4-3,-2-3 10,-2-1-10,-4 2 36,-2-2 9,-3 0-48,-3 0-19,-2-2-21,-1 2 27,-2-2-7,0 0-16,0 0 26,-3 0-92,-1 0-234,-8 0-179</inkml:trace>
  </inkml:traceGroup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</inkml:channelProperties>
      </inkml:inkSource>
      <inkml:timestamp xml:id="ts0" timeString="2024-03-15T14:48:35.640"/>
    </inkml:context>
    <inkml:brush xml:id="br0">
      <inkml:brushProperty name="width" value="0.14" units="cm"/>
      <inkml:brushProperty name="height" value="0.14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0046076F-F425-42F0-BE01-22C319B2F843}" emma:medium="tactile" emma:mode="ink">
          <msink:context xmlns:msink="http://schemas.microsoft.com/ink/2010/main" type="inkDrawing" rotatedBoundingBox="2685,14242 7360,14212 7361,14402 2687,14433" shapeName="Other"/>
        </emma:interpretation>
      </emma:emma>
    </inkml:annotationXML>
    <inkml:trace contextRef="#ctx0" brushRef="#br0">0 205 29,'0'0'98,"0"0"-3,0 0-17,0 0-29,0 0-26,0 0-10,0 0 3,0 0 4,0 0 25,5 0 171,-5 0-96,2 0-78,-2 0-28,1 0-11,2 0 0,-3-1 13,5 0 17,-3-1-10,2 1-7,1 0-13,0-1-1,1-1 31,0 2 0,2-3-11,-1 2-22,0 0 4,0 1 12,1-1-16,2 1-1,0-1 1,-1-1 2,3 1 1,-1 0 10,3 0-10,-1 0-3,1 0 2,2 0 1,-2-1-1,3 1 18,-1 1-20,0-1-13,0 1 13,0-1 2,0 1 1,1-2 0,-4 2 10,4-2-12,-3 1 3,1 0-1,-1 0-1,0 0 1,-1 1-3,4-1 0,-3 1 4,2-1-1,0 2-2,1-1-1,1 1 0,-1 0-2,1 0-17,-1 0 19,2 0 0,0 0 4,0 0 9,-2 0-13,2 0 0,-1 0 1,-1 0 0,0 0 1,-1 0-2,0 0 13,1 0-12,-2-1 1,-1 0 2,2-2 12,-2 0-3,2 0 3,-2-1 4,2 0 2,-2 0-18,-1 1-2,2-2-2,0 1 3,-1 1-3,1-1-1,-1 0 1,1 1 3,0-1-2,-1 1-1,1-1-2,0 2 1,-1-2 0,0 0 1,1 2-1,0-2-1,-2 1 2,3 0-2,0-1 1,-2 0 1,3 3 0,-1-3-3,0 2 1,1 2 2,1-1-1,-1-1-11,1 2 9,-1 0 1,1 0 1,-1 0-16,2 0 17,-1 0-2,0 0-1,1 0 2,0 3-14,-2-1 15,1-1 1,1 2-1,-2-3-10,1 1 10,-1 0 3,1 1-3,-1 0 0,2-2 0,-2 0 2,1 2-2,-1-2-13,-1 0 13,2 0 3,-1 0-2,-1 0 0,0 0-1,1 0 0,-3 0-2,2-2-1,-1 1 3,-2 0 3,3-2 6,-2 1 4,-1-1-9,1 1 9,0-1-11,1 1-2,-1-1 0,0 2 3,1 0-1,0-1-1,-1 1-1,1-1 2,0 2-2,-1-1-9,1 1 9,1-2 16,-1 2-16,2 0-2,-2 0 2,1-1 10,1 0-10,-1 1-11,-1-3 11,2 2 18,-3 1-18,3-3 0,-4 0 0,3 3 0,-1-1-1,0-1-14,1 2 15,0 0 0,0 0-10,1 0-3,-1 0 13,1 0 11,1 0-11,-1 0 0,2 0 3,-2 0-1,0 0-2,1 0-14,-1 0 14,1 0 4,-1 0-4,-1 0-2,1 0 0,1 0 2,-1 2-16,0-1 16,1-1 2,-2 3 1,1-2-3,-1 1 4,0-2-4,1 1 15,-1 0-15,-1 1 0,2 0 0,-3-2 0,2 3 0,-2-1-11,0 1 11,-1-2 10,1 0-10,0 2-16,-1-1 16,-2-2 2,0 2-2,0-1-1,0-1 1,1 2 2,0 1-2,-1-2 0,2-1 1,-1 2 17,1 0-18,0 0-17,0-2 17,1 3 2,-2-1 0,2-1-2,-1 1 1,2-1 2,-1-1-3,0 2-11,0 0 11,0 0 1,0-2-1,1 3-12,-1-1 12,0 1 0,1-3-1,-1 1-16,0 0 16,0 0 0,-1 1 1,0-1-3,-1-1-9,1 1 12,-1-1 0,0 2-2,0-2 1,-1 1 0,2 0-1,-2 0 1,0-1-13,0 1 13,0 1 1,2-2 0,-1 2 0,0-1 0,0 2 3,-1-2-3,0 2-2,0 0 2,1-1-1,-2 0 0,0 1 1,0-2-1,0 2 1,0 0 0,1 0-1,-1-1 1,-2 2 0,0-2 0,2 0-1,-3-1 1,2 1 2,-1 0-1,0-2 0,2 1 0,-3-1 1,2 1 1,-2-1-2,1 0 0,-2 0 0,1 0 0,1 0 0,0 0 1,-2 0 11,3 0-13,-3 0-1,0 0 1,3 0 1,-3 0-1,2 0 0,0 0 2,-1 0 0,1-1-2,-1 1 0,2-1 0,-2 1 1,3 0-1,-2 0 0,1 0 0,0 0 0,0 0-1,0 0 1,-1 0 2,1 0-1,-1 0 0,0 0 0,0 1-1,1 0 2,-2 0-1,2-1 3,0 2 9,1-2-12,-1 0-1,1 1 0,-3-1 2,5 0-1,-2 0-1,0 2-3,1-1 3,1 0-1,-2 1 0,-1-1 1,2 1 0,0-2 1,0 1 0,-1-1-1,1 1 3,-3-1 13,4 0-16,-1 0 1,-1 0-1,0 0 12,2 0-12,-1 0 0,2-1 0,-1 0 2,1-2-2,2 0-2,1 0 2,1-1 0,-1 0 1,3 0-1,-2 0 0,2-1 0,1 1-1,-1 0-1,0 0 2,1-1 0,0 1-3,2-2 0,-2 1 0,0-1 2,2 0-12,-3 1-19,0 1-37,0-1-25,0 1-27,-2 0 14,2 1 22,-2-1-39,-1 3-49,0-2 49,-3 0 30,0 3-14,-1-1 44</inkml:trace>
  </inkml:traceGroup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</inkml:channelProperties>
      </inkml:inkSource>
      <inkml:timestamp xml:id="ts0" timeString="2024-03-15T14:48:40.703"/>
    </inkml:context>
    <inkml:brush xml:id="br0">
      <inkml:brushProperty name="width" value="0.14" units="cm"/>
      <inkml:brushProperty name="height" value="0.14" units="cm"/>
      <inkml:brushProperty name="color" value="#ED1C24"/>
      <inkml:brushProperty name="fitToCurve" value="1"/>
    </inkml:brush>
  </inkml:definitions>
  <inkml:trace contextRef="#ctx0" brushRef="#br0">3-1 215,'0'0'108,"0"0"-108,0 0-39,0 0-53,0 0 34,0 0 38,0 0 20,0 0 1,0 0 16,0 0 25,1 0 10,-1 0 10,0 0 33,0 0 2,0 0-35,0 0-29,0 0-30,0 0-3,0 0 0,-1 0-45,-2 0-151,3 0-36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</inkml:channelProperties>
      </inkml:inkSource>
      <inkml:timestamp xml:id="ts0" timeString="2024-03-15T14:50:18.934"/>
    </inkml:context>
    <inkml:brush xml:id="br0">
      <inkml:brushProperty name="width" value="0.14" units="cm"/>
      <inkml:brushProperty name="height" value="0.14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12FC3F05-6D19-48DB-B7CD-35F92537CA23}" emma:medium="tactile" emma:mode="ink">
          <msink:context xmlns:msink="http://schemas.microsoft.com/ink/2010/main" type="writingRegion" rotatedBoundingBox="1591,5471 21274,4755 21356,7012 1673,7728"/>
        </emma:interpretation>
      </emma:emma>
    </inkml:annotationXML>
    <inkml:traceGroup>
      <inkml:annotationXML>
        <emma:emma xmlns:emma="http://www.w3.org/2003/04/emma" version="1.0">
          <emma:interpretation id="{EDE6EC85-DD62-4BD6-9C0C-8D4452D20DC7}" emma:medium="tactile" emma:mode="ink">
            <msink:context xmlns:msink="http://schemas.microsoft.com/ink/2010/main" type="paragraph" rotatedBoundingBox="1591,5471 21274,4755 21356,7012 1673,7728" alignmentLevel="1"/>
          </emma:interpretation>
        </emma:emma>
      </inkml:annotationXML>
      <inkml:traceGroup>
        <inkml:annotationXML>
          <emma:emma xmlns:emma="http://www.w3.org/2003/04/emma" version="1.0">
            <emma:interpretation id="{C90037AB-A439-4942-98C8-46D88FF44929}" emma:medium="tactile" emma:mode="ink">
              <msink:context xmlns:msink="http://schemas.microsoft.com/ink/2010/main" type="line" rotatedBoundingBox="1591,5471 21274,4755 21356,7012 1673,7728"/>
            </emma:interpretation>
          </emma:emma>
        </inkml:annotationXML>
        <inkml:traceGroup>
          <inkml:annotationXML>
            <emma:emma xmlns:emma="http://www.w3.org/2003/04/emma" version="1.0">
              <emma:interpretation id="{8E267994-E80F-4DE8-9B33-FE5CE6C088DB}" emma:medium="tactile" emma:mode="ink">
                <msink:context xmlns:msink="http://schemas.microsoft.com/ink/2010/main" type="inkWord" rotatedBoundingBox="1620,6270 3957,6185 4001,7393 1664,7478"/>
              </emma:interpretation>
              <emma:one-of disjunction-type="recognition" id="oneOf0">
                <emma:interpretation id="interp0" emma:lang="en-US" emma:confidence="0.5">
                  <emma:literal>10-7.</emma:literal>
                </emma:interpretation>
                <emma:interpretation id="interp1" emma:lang="en-US" emma:confidence="0">
                  <emma:literal>10-2.</emma:literal>
                </emma:interpretation>
                <emma:interpretation id="interp2" emma:lang="en-US" emma:confidence="0">
                  <emma:literal>For?</emma:literal>
                </emma:interpretation>
                <emma:interpretation id="interp3" emma:lang="en-US" emma:confidence="0">
                  <emma:literal>10-5.</emma:literal>
                </emma:interpretation>
                <emma:interpretation id="interp4" emma:lang="en-US" emma:confidence="0">
                  <emma:literal>10-0.</emma:literal>
                </emma:interpretation>
              </emma:one-of>
            </emma:emma>
          </inkml:annotationXML>
          <inkml:trace contextRef="#ctx0" brushRef="#br0">-3085-847 1456,'0'0'158,"0"0"-157,0 0 27,0 0 50,0 0 39,0 0-26,0 0-13,0 0-30,0 0-48,0 0-16,0 0 5,28-34 11,-12 31 39,1 2 32,2 1-3,2 0-10,2 0-12,2 0 38,3 0-16,2 0 12,3 0 1,2 0-3,3-1-37,3-2-15,2-2 3,3-1 13,3 1-26,1-1-5,3-1-10,-1 0-2,3 2-11,-4-2-12,1 1 23,-3 2 1,-3 0-22,0 0-4,-2 0 3,-1 3 11,-2-1-24,-2 2 10,-1 0 24,0 0-14,-3 0-3,-2 0 6,2 0 13,-2 2 0,-2-2-2,-1 0-24,1 0 26,-4 0-1,2 0-25,0 0 26,-3 0-1,5-2 2,-2-1-2,-2-2-14,3 0 1,-3 0 12,1 0 2,-2-2-10,-1 1 10,-1-1 0,0 2-18,-1-1-11,-2 0 0,-1 1 6,-1 1-22,0 0-14,-3-1 17,1 2 17,-1 1-14,0-2 3,-2 4 10,0-2 13,0 2-19,-1-1 12,-1 1 19,2-2 0,-2 1 0,2 1-22,-1-2 23,1 1-1,-1-1-31,-1 2 3,0-2 6,-1 0 22,-3 2-19,0-2 1,-2 2 17,0 0 2,-1 0-4,0-1-12,-2 1 16,1 0 18,0 0-18,-2 0-2,1-2 2,0 1 23,0 1-3,1 0 2,-3 0 4,2 0-6,-2 0-20,0-1 0,0 1 15,1 0 0,-1 0-15,-1 0-13,0 0 11,0 0 2,0 0-2,0 0 2,0 0 29,0 0 20,0 0 6,0 2 26,2 1-20,-2 3 10,1-1-19,2 1-26,-3 3 6,2 1 4,-2 0-1,2 3-35,1-1 0,-2 3 26,0 2-24,0 1 0,2 2-1,0 2 0,-1 0 2,-1 1-3,1 2 3,0 2 29,1-1-32,-2 1-38,4 1 38,-2 2 0,1-3 0,0 2-11,-1-2 11,2 0 0,1-1 0,-1-1-4,0-1 4,0 0 22,0-1-22,-1 0 10,2-2-10,-1 2 22,0-1-22,1-1 2,-2 0-4,0 0 1,1-1 1,-2-2-3,2 1 1,-3-3 1,1 2 0,-1-3-16,-1-3 17,2 3 23,-2-5-22,-1 1-2,0-2 2,2 0 11,-2-1-10,0-1-1,0-3-1,0-2 2,0 1 27,0 0-29,0 0 0,0-2 1,0 3-1,0-3 1,0 1-1,0-1 4,0 2-1,0-1 0,0-1 10,-2-1 0,2 1 0,0-1-11,-3 3 17,2-1 0,0-2-6,-1 4-13,0-3 4,0 2 8,-1-2-9,0 0-1,1 3 0,-2-4 1,2 1 10,-1 1-11,0 1 11,-1-2 6,0 1-15,-1 0 15,-1-1 6,-2 2 11,0-2-20,-4 1-16,-3 1-29,-1 0 3,-4-1 13,-2 2 10,-4-1-17,1 3 18,-5 0-19,-3 0 5,-2-1 16,-1 2 14,-3 1-13,0-1-1,1 0 48,-1 0-44,-1-2 34,2-1-7,-1 2-30,-1-2 46,0-1-47,-3-1 0,0 2-13,0 0 29,0-1-6,2 0-10,-2 1-33,2-1 27,-2 1-17,0-1 10,1 0 7,-1 2 6,0-1 2,-1 0-1,1 0 21,-2 2-22,-1-2 28,1 1-28,0 0 0,-1 0 17,-3 2-17,0-1-9,0 3-17,1-1 26,-2 0 16,2 1-15,2 0 0,3-3 25,4 0-23,4-2 16,3 0 23,3-1-39,3 0 23,3-2-26,2 2-1,2-2 1,3 0 0,3 1-18,1-1 18,4-1 0,3 1 0,2-1-20,0 0 17,3 0 2,0 0-2,0 0-26,0 0 0,0 0 27,0 0 2,0 0 0,0 0 0,0 0 23,0 0-4,0 0-6,-2 0-11,1 0 17,-2 0-19,-1 0-30,2 0 8,-2 2 20,2-2-1,-2 2 2,-1-1 1,2-1 10,-2 1-7,0-1 0,2 0-3,-1 0 42,2 0-14,-1 0-28,1 0-4,2 0 3,0 0-15,0 0-48,0 0-51,0 0-123,0 0-82,2 0-224,1 0-162,0 0-90</inkml:trace>
          <inkml:trace contextRef="#ctx0" brushRef="#br0" timeOffset="-1681.6921">-2984-832 1448,'0'0'169,"0"0"30,0 0-147,0 0 68,0 0 29,0 0-75,0 0-48,0 0-23,0 0-3,0 0-30,-12-8 21,12 17 9,0 2 32,0 6 30,1 6 9,-1 2 13,0 7-42,0 5-29,0 4 3,0 4 0,0 3-3,0 4-10,3 3 20,-3-1-23,5 2 0,-3 0-16,2 0 16,-2 0-2,2-2-11,0-4-42,-1-2 26,-1-7-23,2-4 36,-2-7-10,2-4-3,1-7 3,-3-4 6,1-4 7,0-5-71,-1-3-94,2-3-186,-2 0 65,0-1 41,1-18-168</inkml:trace>
          <inkml:trace contextRef="#ctx0" brushRef="#br0" timeOffset="2488.2273">-2628-434 147,'0'0'675,"0"0"-467,0 0-159,0 0 16,0 0 56,0 0-4,0 0-3,0 0-20,0 0-42,0 0-35,-5 0-16,4 0 2,1 0 39,-1 0 33,1 0 29,-1 0 29,1 0 0,0 0-16,-3 0-27,1 0-32,1 0-58,-4 0-30,-1 5-35,1 2 10,-1 2 4,-2 4 6,3 1 45,-1 3 0,1-1-1,0 5 1,2 0-2,0-1-20,1 1 21,2-3-13,0 0 13,5 2-11,1-5-14,2 0 0,2 0-12,2 0 8,1-3 27,1 0 6,3-1 7,-1-4-7,3 1 20,0-5 0,1-2-10,0-1 55,-1 0 13,1-1-52,-1-3 23,-3-4 3,0-1 16,0-2-10,-4-1 7,1-3-16,-3 2 0,1-2 18,-2-2-15,-2 2-36,-4-4 20,0 3-39,-3-2-12,0 1 12,-5 1 0,-4 1-16,-5 0-13,-2 1-51,-3 2-43,-5 0 17,0 3-56,-4 4 36,3 2-40,-1 2 20,3 1 0,3 3 45,3 3-81,3 3-10,4 5-39,3-5-73,6 9-292</inkml:trace>
          <inkml:trace contextRef="#ctx0" brushRef="#br0" timeOffset="2838.5597">-2049-299 1888,'0'0'263,"0"0"-188,0 0 25,0 0 113,0 0-22,0 0-53,0 0-48,0 0-90,0 0-35,0 0-62,11-24 36,6 22 16,4-3 16,1 0 0,5 0-13,0 1-42,1-1 3,1 1 20,1 1-17,0-1-210,-1-1-187,-8 1-91,8-2-249</inkml:trace>
          <inkml:trace contextRef="#ctx0" brushRef="#br0" timeOffset="3414.8128">-1429-582 1588,'0'0'328,"0"0"-191,0 0 86,0 0 117,0 0-112,0 0-67,0 0-23,0 0-52,0 0-83,0 0-3,0 0-29,-22-3-12,25 3-20,0 0-16,5 0 77,2 0 3,2 0 29,5 0-9,-1-1-4,3-2 3,0 1 7,0-1-29,2-1-3,-1-2 1,2 1-1,-1-1 2,0 1 1,-1-2 9,-3 1 10,1 1-19,-4-1 0,-1 1 13,-1 2 0,-6 1-13,-2-1 2,-2 1 9,-1 1 14,-1 1-2,0 0-1,0 0 10,0 0-6,0 0-26,0 0-25,0 0 23,0 0-11,0 0-28,0 0-23,0 0 6,0 0-6,0 1-16,0 4-19,0 4 99,0 2 59,2 5-30,-1 5-13,-1 1 4,0 4-8,0 0-12,0 4-3,0-1 3,0 1 13,0 0-13,0-5-7,0 0 7,2-3 0,-2-4 0,1-3-49,0-1 14,2-5 3,-1-1-113,-1 2-190,2-6-249,-3 1-180</inkml:trace>
          <inkml:trace contextRef="#ctx0" brushRef="#br0" timeOffset="66994.9604">-1061-213 104,'0'0'111,"0"0"-78,0 0-33,0 0-3,0 0 3,0 0 0,0 0 13,0 0 0,0 0 0,0 0-12,-23-10-1,20 10 2,1 0 1,0 0 0,1-1 11,-2 1-12,1 0 1,0 0 10,1 0-11,-1 0 14,1-1 1,-2 1-14,2 0-2,0 0 0,1 0 0,-2 0-1,2 0-1,0 0-1,0 0-11,0-2 11,-1 2 0,1-1-1,0 1 2,0 0 0,0 0-1,0 0 0,0 0-11,0 0 0,0 0-3,0 0-7,0 0 6,0 0 14,0 0 2,0 0 1,0 0 0,0 0 3,0 0 20,0 0-4,0 0-19,0 0-3,-2 0 0,1-1 1,1 1-14,0 0-43,-1 0-78</inkml:trace>
        </inkml:traceGroup>
        <inkml:traceGroup>
          <inkml:annotationXML>
            <emma:emma xmlns:emma="http://www.w3.org/2003/04/emma" version="1.0">
              <emma:interpretation id="{68E8DEBA-2DFF-4A4B-890B-EEF6D0741B64}" emma:medium="tactile" emma:mode="ink">
                <msink:context xmlns:msink="http://schemas.microsoft.com/ink/2010/main" type="inkWord" rotatedBoundingBox="5529,6474 6840,6426 6873,7320 5561,7368">
                  <msink:destinationLink direction="with" ref="{7CEADABE-6D74-4946-8F49-55E2F3295E63}"/>
                </msink:context>
              </emma:interpretation>
              <emma:one-of disjunction-type="recognition" id="oneOf1">
                <emma:interpretation id="interp5" emma:lang="en-US" emma:confidence="0.5">
                  <emma:literal>474</emma:literal>
                </emma:interpretation>
                <emma:interpretation id="interp6" emma:lang="en-US" emma:confidence="0">
                  <emma:literal>194</emma:literal>
                </emma:interpretation>
                <emma:interpretation id="interp7" emma:lang="en-US" emma:confidence="0">
                  <emma:literal>(94</emma:literal>
                </emma:interpretation>
                <emma:interpretation id="interp8" emma:lang="en-US" emma:confidence="0">
                  <emma:literal>{94</emma:literal>
                </emma:interpretation>
                <emma:interpretation id="interp9" emma:lang="en-US" emma:confidence="0">
                  <emma:literal>4974</emma:literal>
                </emma:interpretation>
              </emma:one-of>
            </emma:emma>
          </inkml:annotationXML>
          <inkml:trace contextRef="#ctx0" brushRef="#br0" timeOffset="18100.3454">1300-553 703,'0'0'160,"0"0"-72,0 0 19,0 0 37,0 0 15,0 0-22,0 0-43,0 0 33,0 0 3,0 0-52,0 0-78,-48-14-11,35 17-8,-3 5-23,-6 2 12,-1 5 27,-3 3-10,-2 6-16,-2 1 6,0 3-1,-1 4 22,3-2 1,-2 1-1,5-1 2,1-1-1,4-3 0,2-2-19,5-3 17,0-2-10,4-3-7,3-2 4,3-4-13,1-4-56,2-1-6,0-1 7,5-4-1,4 0-52,1-2 23,1-2-33,7-8-143</inkml:trace>
          <inkml:trace contextRef="#ctx0" brushRef="#br0" timeOffset="17578.4773">1187 95 802,'0'0'70,"0"0"-70,0 0-16,0 0 16,0 0 17,0 0 12,0 0 7,0 0 16,0 0 52,0 0-48,-14-10-20,17 9 6,0 0 0,1 1 27,-3-1 12,2 1 23,-2 0 23,-1 0-39,0 0-30,0 0-6,0-1 29,2 1 36,-2-1 0,0-1 6,0-1 23,0-1-33,0-1-65,-3-3 1,0 1-1,2-4-29,-1-1-19,0 0 0,0-1 10,1-1 6,-1-1-13,-1 3 20,3-3-7,-3 3 13,3-2-3,-3-1-10,3 0-16,-2 0-3,-1 0 3,1 1 0,-1 2 2,0-1 1,0-2-3,0 3-14,-2 1 14,-1-1 0,1 0 0,-1-2-11,1 3 11,0-3 10,0 5-10,-1-2-13,3 1 13,0 1 2,-2 1-2,3 2-2,-1-1 2,1 2 0,1-1-2,-2 1-18,3 1 20,-1-1 0,0 3 16,1-1-16,0 2 13,-1-2-1,1 2-12,0 1-13,0-1 13,-2-3 10,2 2-10,0-1-3,-1-2 2,1 2-1,-2-3 0,2 0 2,-2 1 4,1-1-4,-2-3-21,3 0 21,-2 0-1,1-3 0,-2 2-1,1-4 0,-1 3 2,-1-1 0,1-1-1,2 2-12,-2 2 13,0 0 0,1 2-2,0 2-1,2 0-17,-1 3 18,1 0-24,0 1 4,0 1 19,0-2-10,-1 2-13,1 0-13,0 0 13,0 0 1,0 0-8,0 0 4,0 0 10,0 0 16,0 0-20,0 0 4,0 0 19,0 0 0,0 0 0,0 0 0,0 0 11,0 0 12,0 0-10,0 0-12,0 0 12,0 0 0,0 0-13,0 0 0,0 0 0,0 0 2,0 0-2,0 0 1,0 0 0,0 0 15,0 0-12,0 0-1,0 0 13,0 0 0,0 0-13,0 0 1,0 0 15,0-1 13,0 1 4,2 0 25,-2-2-45,0 2-16,2 0-3,-2 0-17,0 0 8,0 0-5,0 0 5,0 0 8,0 0 1,0 0 3,0 0 2,0 0 11,0 0 0,0 0 10,0-1-20,0-2-3,0 1-1,0-1-3,0 0 4,0 0 2,0 0-2,0 1 3,0-2-3,0 1 0,0-3-16,1 1 12,-1-2-15,1 2 18,0-2-2,1 0-13,-1 1 14,-1-2-18,2 2-2,-2 0 21,1 1-12,1 1 11,-2-2-2,1 2-12,1 1 14,-2-1-1,0 0 0,0 0 1,2 1-1,-1-1-10,-1 0 13,0-1 2,0-1 2,0 2-2,0-3-2,0 1 2,0 0 1,0 1-2,0-1-1,0 2 1,0 0-1,0 1-1,0-1-1,0 1 2,0 2 2,0 1 0,0-1 0,0-1 0,0 1 0,0-1-2,0 1 1,0 1-1,0-3 13,0 2-12,0-2-1,0 2 2,0 0 1,0-2-3,0 1-2,0 2 2,0-3-1,0 2-1,0 0-1,-1 1-10,1 0-10,0 0-19,-2 0-51,2 0-183,0 5-324,0 1 212,0 2 190,0 0-76,-3 7-189,9-52 217</inkml:trace>
          <inkml:trace contextRef="#ctx0" brushRef="#br0" timeOffset="18769.6651">1307-646 241,'0'0'196,"0"0"-101,0 0 71,0 0 36,0 0-82,0 0 66,0 0-49,0 0 42,0 0-42,0 0-20,0 0 3,-16-29-16,16 29-62,0 0-42,0 0-49,0 0-35,0 0-14,3 0 14,4 0 84,4 0 71,1 0 36,3 0-16,2 0-29,-1 0-43,1 0-19,-1 0 2,1 0-2,-2 0 0,1-1-3,-2-1-36,-2 2 36,-2 0-10,0-1-7,-3 1 20,1 0 26,-4-1-8,0 1-18,-4 0-16,2 0 3,-2 0 13,0 0 0,0 0 1,-2 1-1,-1 3-52,-3 2 16,-3 2 33,-3 2-16,1 2 15,-3 3-18,1 0 9,-1 0 0,1 2-4,-1 0-5,0 0-14,1 3-10,-1-1-25,3 2-23,0-1 15,4 2 24,1-2-16,3 0-138,3-2-97,0-3 25,3 0-221</inkml:trace>
          <inkml:trace contextRef="#ctx0" brushRef="#br0" timeOffset="19169.3079">1761-736 1353,'0'0'75,"0"0"-75,0 0-36,0 0 36,0 0 78,0 0 29,0 0 4,0 0-23,0 0-85,0 0-3,0 0-62,8-34-6,-8 34-17,0 2 82,0 5 3,0 1 59,0 5 19,0 2-43,-2 0-9,-1 2 0,1 1-13,-2 3-13,3-2-1,-1 1 0,0 1-2,2-3 0,0-2-1,0 0 2,0-2-21,4-3 7,1-2 6,2 0 7,2-3-23,3 0 26,0-3 25,2-2-9,4-1 33,1 0-47,2-4 41,2-2-43,2-2-3,0 0-13,1-1 0,-2-1 0,3 0-43,-4 2-58,1 1-124,-6 0-163,4-1-228</inkml:trace>
          <inkml:trace contextRef="#ctx0" brushRef="#br0" timeOffset="19382.5931">2122-659 1365,'0'0'182,"0"0"-133,0 0-23,0 0 68,0 0-75,0 0-19,0 0-87,0 0 70,0 0 17,-11 71-1,17-41-17,2 8-11,-1 4-14,0 7-28,-2 3 12,-1-11-110,-2 22-336</inkml:trace>
        </inkml:traceGroup>
        <inkml:traceGroup>
          <inkml:annotationXML>
            <emma:emma xmlns:emma="http://www.w3.org/2003/04/emma" version="1.0">
              <emma:interpretation id="{094458FF-CF79-4F6A-8CCA-912794F8B3BD}" emma:medium="tactile" emma:mode="ink">
                <msink:context xmlns:msink="http://schemas.microsoft.com/ink/2010/main" type="inkWord" rotatedBoundingBox="10994,5129 13124,5051 13206,7309 11076,7386">
                  <msink:destinationLink direction="with" ref="{7CEADABE-6D74-4946-8F49-55E2F3295E63}"/>
                </msink:context>
              </emma:interpretation>
              <emma:one-of disjunction-type="recognition" id="oneOf2">
                <emma:interpretation id="interp10" emma:lang="en-US" emma:confidence="0.5">
                  <emma:literal>$riIE</emma:literal>
                </emma:interpretation>
                <emma:interpretation id="interp11" emma:lang="en-US" emma:confidence="0">
                  <emma:literal>$iiI.E</emma:literal>
                </emma:interpretation>
                <emma:interpretation id="interp12" emma:lang="en-US" emma:confidence="0">
                  <emma:literal>$riI.E</emma:literal>
                </emma:interpretation>
                <emma:interpretation id="interp13" emma:lang="en-US" emma:confidence="0">
                  <emma:literal>yip-64</emma:literal>
                </emma:interpretation>
                <emma:interpretation id="interp14" emma:lang="en-US" emma:confidence="0">
                  <emma:literal>yin-64</emma:literal>
                </emma:interpretation>
              </emma:one-of>
            </emma:emma>
          </inkml:annotationXML>
          <inkml:trace contextRef="#ctx0" brushRef="#br0" timeOffset="24263.9216">6827-701 124,'0'0'147,"0"0"-23,0 0-56,0 0-26,0 0 17,0 0 23,0 0 35,0 0 33,0 0-3,0 0-1,0 0-55,4 0 75,-4 0-49,0 0-32,0 0-20,0 0-26,0 0-19,0 0-19,0 0 2,0 0 23,-1 2 29,-3 2 55,0 4-9,-5 1-43,2 4-9,-5 2-10,-2 4-26,-4 0-11,1 4-2,-4 2 0,-2-1-1,-1 2 0,0 2 1,-3 0 1,-1 1 1,-1-3-2,-1 3-12,2-4 12,-1-1 0,3-2 0,3-3-2,2-4 2,3-1 0,5-5 0,1-2-2,5-2 0,2-3 2,2 1 0,2-3 0,1 0-36,0 0-165,1 0-39,4-5 2,4 0 4,-2 1-85,9-8-434</inkml:trace>
          <inkml:trace contextRef="#ctx0" brushRef="#br0" timeOffset="23757.296">6607 117 630,'0'0'395,"0"0"-216,0 0-104,0 0 71,0 0 7,0 0-16,0 0-20,0 0-55,0 0-1,0 0-48,-5-34 0,5 28 16,0-2 14,0 0 2,0 1 0,0-2-12,0-1-22,0-3-9,0-2 25,0 0 47,-1-3 20,1-1 0,-2-4-62,1-3-30,1-3-2,-1-2 16,-1-3 7,0-2 0,-1-1 12,-2-1 10,2-1 10,-1 3-23,0 0-32,2 4 20,-1 4-1,3 3 0,-3 4 17,3 2-33,0 1 26,-1 6 3,1 0-17,0 4-14,0 0 11,0 4-12,0 1 0,0-1 0,0 3 0,0 0 17,0 1-17,0 0-32,0 0 13,0 0-14,0 0-21,0 0-11,0 0 20,0 0 7,0 0-17,0 0 0,0 0 13,0 0 3,0 0-22,0 0-27,0 0-25,0 0-127,0 0-108,0 1 10,0 0 6,0 3-141,0-10 0</inkml:trace>
          <inkml:trace contextRef="#ctx0" brushRef="#br0" timeOffset="24778.2042">7280-825 741,'0'0'469,"0"0"-345,0 0-94,0 0 67,0 0 121,0 0 10,0 0 47,0 0-67,0 0-34,0 0-45,0 0-100,-37-29-29,37 29-42,0 0-35,0 0-30,0 0 7,0 4-17,0 2 51,0 5 66,0 4 71,0 4 3,-3 1-32,0 4 4,0 0-33,-1-1 19,1 2-19,0-2-13,3-1-13,-1-3 10,1-3-23,0-2-13,1-4-3,5-2 13,-1-4-4,3 0 14,0-1 19,6-3 61,0 0 4,6 0-3,2-7-33,1-1-7,4-2-22,0-2 0,2 1-45,-3 0-7,0 3-22,-2 0-111,-1 1-103,-4 0-63,-4 4-128,2-2-251</inkml:trace>
          <inkml:trace contextRef="#ctx0" brushRef="#br0" timeOffset="24993.6148">7555-758 1630,'0'0'251,"0"0"-199,0 0 181,0 0 0,0 0-104,0 0-129,0 0-38,0 0-88,0 0-85,0 0 211,0 0 3,-10 69 17,12-34-4,-1 4-16,-1 5-1,0 2-31,0 1-63,0 3-28,-3 1-231,2-13-102,-4 13-196</inkml:trace>
          <inkml:trace contextRef="#ctx0" brushRef="#br0" timeOffset="34346.4295">6634-1000 68,'0'0'147,"0"0"46,0 0-37,0 0-48,0 0-24,0 0 44,0 0-34,0 0 7,-42-59-68,38 54-4,-1-1-26,1 2 30,-1-1-10,3 3 6,-4-2 3,5 1 37,-4 1-33,3 1-36,-1 1-14,2-2 11,0 2 3,0 0-1,-1 0 1,2 0-1,0 0-1,0 0-17,0 0-8,0 0 1,0 0-13,0 0-6,0 2 4,0 3 41,-1 2 16,-1 3-13,2 4 59,0 1 0,0 3-20,0 0-29,0 6-10,0 0 14,0 2 5,0 3 14,3 1 10,-3 1-46,2 4 32,-2 1-19,0-1-1,0 4-11,0-1-2,0 0 0,0-1-15,2 0 3,1-3-10,0-2 7,2-2 16,-4-3-1,2-1-24,0-3-1,-2 0 14,0-3 12,1-4 10,-1-2-10,0-6-13,0 0 0,-1-3 0,2-2-10,-1-2-88,0-1-153,1 0-13,0 0-13,1-10-85</inkml:trace>
          <inkml:trace contextRef="#ctx0" brushRef="#br0" timeOffset="34870.4158">7431-1941 1311,'0'0'199,"0"0"-144,0 0 95,0 0 77,0 0 26,0 0-55,0 0-33,0 0 2,0 0-64,0 0-103,0 0-19,-12-41-87,12 41-65,3 5 48,3 2 123,4 7 65,-1 2-1,3 7-35,-2 3 33,-1 7-4,-2 5-56,-2 5 14,-2 2-16,-1 1 0,-1 2-32,-1-3-23,0-4 26,3-4-13,-3-3-10,3-5-25,-1-6-8,2-4-109,-1-3-59,1-3-85,-1-4-79,2-4-13</inkml:trace>
          <inkml:trace contextRef="#ctx0" brushRef="#br0" timeOffset="35346.0022">8078-2197 2032,'0'0'237,"0"0"-237,0 0 22,0 0 50,0 0-22,0 0-50,0 0-19,0 0-23,0 0-39,0 0 81,0 0 3,-12 30 104,4-5-42,-2 5-14,-2 4-22,-3 4 10,1 3-37,-2 2 27,2-1-9,0-1-17,1-1-3,2-3-20,5-3 19,1-2-1,4 0 0,1-4-37,1 0 39,8-2 0,1-3-2,6-4-30,1-1 32,2-3 23,3-4 41,1 0-28,2-4 12,-1-5 7,1-2-26,0 0-16,-1-2 22,-1-7 4,-2-1-36,-2-1 10,-2-2 12,-4 0 17,-6 0 6,-2-1-19,-3 1 19,-2-1-22,0-1-23,-2 2-3,-5 1-14,-5-2-8,-3 3-52,-5 1-96,-3 5 47,-5 2 14,-2 3-4,-1 8-26,-2 9-53,-2 6-93,-1 6-128,10-5-92,-13 23-196</inkml:trace>
          <inkml:trace contextRef="#ctx0" brushRef="#br0" timeOffset="84086.3097">7415-1261 46,'0'0'78,"0"0"-19,0 0 159,0 0-218,0 0-38,0 0 38,0 0 3,68-11 59,-36 7 17,8 0 9,5-1-36,4-1-20,2 1 11,4-4-42,-2 3 12,-1-2 10,2 2-10,0-1-13,-1-1 0,1-1 1,-3 3 4,-1-5-4,-4 1-1,-2 1 2,-5-3 13,-5-1-12,-4 3 9,-5 1-11,-6 2-1,-6 1 2,-3 4 0,-7-1-1,-1 3 19,-2 0-20,-3 0-10,-6 3-84,-2 5-27,-6 1 4,-1 3-7,-5 1-69,-2 0 24</inkml:trace>
          <inkml:trace contextRef="#ctx0" brushRef="#br0" timeOffset="83668.7977">7616-1325 3,'0'0'72,"0"0"212,0 0-193,0 0-49,0 0-38,0 0 9,0 0 16,0 0 10,0 0 4,0 0-21,-61-51 18,54 50 15,3-2-52,-1 2 23,3 0-26,-1 1-1,2-2-1,1 2-24,0 0-26,0 0-33,1 0 52,6 2 30,3 1-13,3 0 4,4 3 12,4-5 19,5 1 66,2-1-33,3-1-29,1 0-10,1 0-13,2-1 3,0-2-5,1-3 4,1 2 13,1-1 14,1-1-29,2-2 2,0 1-1,4 1-1,-3-3 10,0 3-13,-3-2 3,-1 2-1,-6 0 1,-4-1 2,-6 2-2,-3 1 3,-3 1-2,-6 2-1,-2-2 0,-2 3-2,-4 0-18,1 0-58,-3 4-160,0-1 39,-3 4-53</inkml:trace>
        </inkml:traceGroup>
        <inkml:traceGroup>
          <inkml:annotationXML>
            <emma:emma xmlns:emma="http://www.w3.org/2003/04/emma" version="1.0">
              <emma:interpretation id="{8581DA12-1980-4106-806D-352893B0F090}" emma:medium="tactile" emma:mode="ink">
                <msink:context xmlns:msink="http://schemas.microsoft.com/ink/2010/main" type="inkWord" rotatedBoundingBox="14548,5968 15999,5915 16041,7072 14590,7125">
                  <msink:destinationLink direction="with" ref="{7CEADABE-6D74-4946-8F49-55E2F3295E63}"/>
                </msink:context>
              </emma:interpretation>
              <emma:one-of disjunction-type="recognition" id="oneOf3">
                <emma:interpretation id="interp15" emma:lang="en-US" emma:confidence="0.5">
                  <emma:literal>*4</emma:literal>
                </emma:interpretation>
                <emma:interpretation id="interp16" emma:lang="en-US" emma:confidence="0">
                  <emma:literal>104</emma:literal>
                </emma:interpretation>
                <emma:interpretation id="interp17" emma:lang="en-US" emma:confidence="0">
                  <emma:literal>44</emma:literal>
                </emma:interpretation>
                <emma:interpretation id="interp18" emma:lang="en-US" emma:confidence="0">
                  <emma:literal>1×4</emma:literal>
                </emma:interpretation>
                <emma:interpretation id="interp19" emma:lang="en-US" emma:confidence="0">
                  <emma:literal>19×4</emma:literal>
                </emma:interpretation>
              </emma:one-of>
            </emma:emma>
          </inkml:annotationXML>
          <inkml:trace contextRef="#ctx0" brushRef="#br0" timeOffset="26081.0032">10490-763 1861,'0'0'0,"0"0"-75,0 0 62,0 0 13,0 0 169,-76-6-49,58 10-39,0 3 30,0 1-27,-4 4-29,0 2-20,-2 5 7,-2 2-6,-3 3-10,2 2-7,-3 2 29,1 1 1,1 2-20,0 1-16,1 1-10,0 0 11,1 2-14,2-1-23,3 0 22,0-3 1,4-5 0,1-3-32,4-4-7,2-2-38,2-8-72,2 2-58,3-7-85,3-1-72,0 0-66,0-3-121</inkml:trace>
          <inkml:trace contextRef="#ctx0" brushRef="#br0" timeOffset="25704.1027">10043-880 1800,'0'0'357,"0"0"-292,0 0-65,0 0-110,0 0-72,0 0-29,0 0 110,0 0 101,0 0 7,0 0 68,49 55 61,-37-33-42,2 5-29,0 3-10,-2 6-9,0-1-17,-3 5-6,0 2 9,-4 2-12,0 1 9,-3 1 3,0-1-19,-2-1 0,0-3-10,0-3-2,0-5 28,2-4 20,-1-6-36,1-5-13,-2-3-39,3-3-32,-1-6-104,1 0-104,1-6 2,1 0 40,0-5 28,1-2-110,3-12-456</inkml:trace>
          <inkml:trace contextRef="#ctx0" brushRef="#br0" timeOffset="26466.5961">10978-1005 1501,'0'0'273,"0"0"-227,0 0 6,0 0 182,0 0 2,0 0-32,0 0-40,0 0-25,0 0-30,0 0-84,-23 13-25,18-5-35,-4 6 35,-1 1 13,0 4 16,0 2 6,0 2 29,1 0 0,1 2-45,0-1-16,2 1 32,1-2-32,1-1-3,4-3-10,0-4 10,2 2 0,6-4-12,3-1 12,3-2-2,4-2 0,1-2-6,7-2 8,0-3 19,4-1-19,-1-4-22,3-1-71,1-4-51,-2 1-88,1 0-152,-8 1-272,7-2-99</inkml:trace>
          <inkml:trace contextRef="#ctx0" brushRef="#br0" timeOffset="26687.3654">11305-894 2368,'0'0'413,"0"0"-291,0 0-74,0 0 103,0 0-42,0 0-109,0 0-64,0 0-48,0 0 112,-60 73 29,57-42 6,1 4-13,0 4-22,-1 5-14,3 1-18,-1 3-41,-2-1-56,-1 1-61,1 2-155,-2-2-181,1-12-66,-6 11-121</inkml:trace>
          <inkml:trace contextRef="#ctx0" brushRef="#br0" timeOffset="33107.3663">9952-1250 329,'0'0'519,"0"0"-395,0 0-92,0 0 1,0 0 61,0 0 56,0 0-88,0 0 42,0 0-10,0 0 66,0 0-46,-17-37-33,17 34 3,0 2 0,0-1 4,0 0-7,0 1 0,0 1 3,0 0-3,0 0-10,0 0-26,0 0-44,0 0-1,0 0-71,0 0-58,0 0-52,3 6-4,1 6 146,3 4 39,1 6 143,0 5-56,0 3-32,0 5-32,-2 2-21,1 4 1,0 2 13,-2 3-14,0 2 1,1 1-3,-1 4 0,0-2-49,1 1 47,-3-3-37,0-4-90,-1-3-138,-2-5 14,0-7 35,0-5-72,0-6-59,-6 1-228</inkml:trace>
        </inkml:traceGroup>
        <inkml:traceGroup>
          <inkml:annotationXML>
            <emma:emma xmlns:emma="http://www.w3.org/2003/04/emma" version="1.0">
              <emma:interpretation id="{F794752F-D970-4C91-85CB-0C98A726E556}" emma:medium="tactile" emma:mode="ink">
                <msink:context xmlns:msink="http://schemas.microsoft.com/ink/2010/main" type="inkWord" rotatedBoundingBox="19693,5943 21315,5884 21353,6929 19731,6988">
                  <msink:destinationLink direction="with" ref="{7CEADABE-6D74-4946-8F49-55E2F3295E63}"/>
                </msink:context>
              </emma:interpretation>
              <emma:one-of disjunction-type="recognition" id="oneOf4">
                <emma:interpretation id="interp20" emma:lang="en-US" emma:confidence="0.5">
                  <emma:literal>*4</emma:literal>
                </emma:interpretation>
                <emma:interpretation id="interp21" emma:lang="en-US" emma:confidence="0">
                  <emma:literal>*44</emma:literal>
                </emma:interpretation>
                <emma:interpretation id="interp22" emma:lang="en-US" emma:confidence="0">
                  <emma:literal>*14</emma:literal>
                </emma:interpretation>
                <emma:interpretation id="interp23" emma:lang="en-US" emma:confidence="0">
                  <emma:literal>*4*</emma:literal>
                </emma:interpretation>
                <emma:interpretation id="interp24" emma:lang="en-US" emma:confidence="0">
                  <emma:literal>*B4</emma:literal>
                </emma:interpretation>
              </emma:one-of>
            </emma:emma>
          </inkml:annotationXML>
          <inkml:trace contextRef="#ctx0" brushRef="#br0" timeOffset="27834.4206">15588-1106 2270,'0'0'307,"0"0"-304,0 0-3,0 0 0,0 0 13,0 0-13,0 0-15,0 0 15,-63 17 12,45-2 7,-1 4-19,-4 5 2,-3 2 24,-4 2-15,-1 1-9,-4 1 19,0 0 46,1 0 10,0 0 1,1 0-21,2-1 7,0-3-23,4-1-41,1-2-29,3-2 27,4-1-1,3-3-77,4-3-20,5 0-25,1-5-37,6 0-138,0-3-151,8-3 109,6-3 82,-3 0-92</inkml:trace>
          <inkml:trace contextRef="#ctx0" brushRef="#br0" timeOffset="27524.2373">15237-1018 254,'0'0'1782,"0"0"-1532,0 0-234,0 0 13,0 0 78,0 0-29,5-57 5,-4 48-11,0 3 66,-1-1-13,0 0-38,0 2-20,0 3-6,0-1-13,0 2-3,0 1-17,0 0 4,0 0-32,0 0-9,0 0-30,0 0-18,0 4-29,2 2-27,1 6 113,-1 8 88,3 4 11,1 6-51,0 4-35,0 1 35,1 2-19,-2 3-27,2 1 0,-2 1 14,0-2-14,-1 1-2,1 1-26,-3 0 25,2-2 0,0-1-20,0-3 2,-1-2 6,1-6 10,1-1-29,0-6-6,-1-5-4,1-2-48,-1-4-64,0-4-35,-1-3-102,0-2-153,2-1-37,-3 0 12,3-10-251</inkml:trace>
          <inkml:trace contextRef="#ctx0" brushRef="#br0" timeOffset="28223.4177">16172-1201 1079,'0'0'1062,"0"0"-994,0 0-32,0 0 126,0 0 6,0 0-13,0 0-14,0 0-19,0 0-29,0 0-23,0 0 1,-7-7-14,6 9-57,-3 4 0,-1 7 13,-2 6 51,1 3-26,-4 4-3,1 3 0,-2 0 0,3 0-14,-2 0-20,3 1 14,1-1 7,2-4-22,2 0-38,2-6 19,2-2 17,4-4-30,4-2 6,3-4 26,4 1 44,2-4-3,6-1-6,3-3 13,5 0-14,2 0-33,3-7-1,2 1-1,1-3-2,0 0-70,-1-2-92,-1 2-96,-2 2-50,-3-2-115,-5 3-219,-9 1-55</inkml:trace>
          <inkml:trace contextRef="#ctx0" brushRef="#br0" timeOffset="28433.728">16547-1060 2081,'0'0'475,"0"0"-317,0 0-22,0 0 27,0 0-76,0 0-85,0 0 30,-57 76 54,50-42 45,1 2-48,0 8-39,-2 3-40,0 6-1,-1-2-3,-4 4-70,-2 0-45,-4-1-73,-2 1-88,-5-4-85,-6-1-210,8-13-34,-23 8-40</inkml:trace>
          <inkml:trace contextRef="#ctx0" brushRef="#br0" timeOffset="32146.7498">15107-1319 1049,'0'0'195,"0"0"-48,0 0 77,0 0 10,0 0-55,0 0-40,0 0 10,0 0 26,0 0-14,0 0-64,-1-3-55,1 3-42,0 0-4,0 0-63,0 0-36,0 2 3,0 5 63,2 1 37,0 5 23,3 2 41,0 2 4,1 4-56,2 0-11,0 2 17,0 1-18,-1 2-9,0 1 5,-2 1 2,1-2 1,-3 3-12,0-4-13,-1-1 25,0-3-28,-2-1-74,0-4-82,0-1-48,-4-2-160,-1-3-189,-7-5-430</inkml:trace>
        </inkml:traceGroup>
      </inkml:traceGroup>
    </inkml:traceGroup>
  </inkml:traceGroup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</inkml:channelProperties>
      </inkml:inkSource>
      <inkml:timestamp xml:id="ts0" timeString="2024-03-15T14:50:13.332"/>
    </inkml:context>
    <inkml:brush xml:id="br0">
      <inkml:brushProperty name="width" value="0.14" units="cm"/>
      <inkml:brushProperty name="height" value="0.14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A3420B7D-6B33-4247-BA99-6FBC7FA5D1B7}" emma:medium="tactile" emma:mode="ink">
          <msink:context xmlns:msink="http://schemas.microsoft.com/ink/2010/main" type="inkDrawing" rotatedBoundingBox="17985,7103 22361,6477 22647,8479 18271,9105" semanticType="enclosure" shapeName="Other">
            <msink:sourceLink direction="with" ref="{2FB889E7-0B43-4F74-A0A0-192DD008C157}"/>
            <msink:destinationLink direction="with" ref="{1D3201D6-BCCA-4581-BE3A-A1D88DE5FB2D}"/>
          </msink:context>
        </emma:interpretation>
      </emma:emma>
    </inkml:annotationXML>
    <inkml:trace contextRef="#ctx0" brushRef="#br0">0 276 995,'0'0'824,"0"0"-642,0 0-179,0 0 10,0 0 55,68-39 110,-43 25 39,4-1-17,6-1-52,3-1-45,8-1-13,3 0 0,8 0-1,6 2-28,2 2-10,3 4-35,3 1-16,1 3-3,2 2 3,0 0 0,4 0 0,-1-1 1,4-2 0,0 1 2,1 0-2,1-3 1,0 3 24,-1-3 2,-2 3 7,0 0-9,-4 2-7,-4 0-19,-4 3-2,-5 1-17,-3 0 15,-6 0 4,-2 1-12,-3 3-9,-2-2 21,-2 3 4,2-1-2,-1 1-1,2-2 15,3 3 3,-1-1-3,3-1-16,2 2 25,0-1 7,1-1-10,2 0-9,0-1 22,-1 1 6,3-3-38,0-1 0,-3 0 29,1 0 1,-5 0-33,-3 0 0,-3 0 16,-3 0 1,-5 0-17,-2 0 0,-6-1 0,-4 1 13,-1 0-13,-5 0-14,-1 0 14,-2 0 20,1 1-20,-3-1-15,3 3 15,-1 0 1,2 0-1,0-1-19,1 2 19,1 1 0,-2 0-10,2 0-15,-2 0 0,2 0 24,-1 2-14,2-1 14,0 0 1,1 0 7,-1-1-7,1-1 0,0 1 0,-1-2 20,-2 0-20,3 0-3,-4-2 3,2 2 15,-1-1-15,0-1 0,-3-1 13,4 0 16,-3 0-27,0 0 1,-1 0 38,1 0-4,-1 0-37,-1 0 2,-1-1 1,-1-1-3,-1 1-3,-1-1-16,-1 2 19,0 0 9,0 0-9,-2 0-25,0 0 25,-3 0 3,3 0-3,-3 0-19,-1 0 19,0 3 19,0 1-19,0 0-24,-1 2 24,1-1 19,-1 3-19,-1 0 1,1 1 17,2 0-6,-2 3-12,0 1-12,1 1 12,-1-2 6,0 5-6,-1 0-6,1-1 6,-2 4 0,2 3-19,-3-1 19,-1 2 3,0 4-3,-1 0 0,0 2-6,0-1 6,0 1 0,-2 0 0,0 0-21,2 0 21,-5 2 0,4-1 0,-1 1-22,-1-1 22,1 1 0,-1-1-4,2 0-21,-1 0 25,0 2 0,2-3-12,0 0-20,0 0 31,0 0-1,-1 0-43,-1-1 11,2 0 30,-1-1-11,0 0-30,1-3-6,0 1 13,0-2 3,0-3 0,0 1-38,0-2 57,1-2-19,0 2-16,-1-5-4,0 0 42,0-4 10,0-1-17,0 0-4,0 0 24,0-2 3,-2-1-3,-1 1-29,0-1 29,-1-1-13,0 2 10,1-2-39,0-1 17,-1 1 5,-1 1-31,1-1-20,-2 0 13,1 0 39,0-2 3,-2 2 16,0 0 9,2-2 17,-2 3-24,0-3 0,-1 0 34,0 0 19,-1 2-4,-1-2 7,0 1 3,0 1-4,-1-2-40,-1 1-17,-2 1 25,0-1 13,-2 2-6,-1-2 0,0 0 10,-3 0 3,1-2-23,-5 1-9,1 0 18,-3-1-2,-1 0-26,-4 1-3,-2 1 0,-2-1 0,-2-1-2,-3 1-20,1 0 20,0 1 2,2-2 0,2 0 0,0 1 1,2-2 15,1 1-15,1-1-1,-3 1-2,1-2 2,1 3-1,-1-2-1,-1-1 1,0 2-1,1 0-1,0-1-16,-2 1 6,3 0 11,-4 0-11,3 1-28,-3-1-16,-1 2-23,-1 0-10,-3-1-67,-1 2-39,-1-2 122,-3-1 74,2-1 13,-1 1-13,-2 0 0,4-1 0,-3 0 0,-1-1 0,3 1 2,-2 0 19,-2-1-21,1 1 0,0 1 13,0 0-11,0-1 21,1 1 2,1 1 11,-1-1-23,3 0-11,3 0 17,2 0 49,1 0-1,4 0-45,-1 0-22,3-1-4,-3 0 2,2 0-14,-1-1 14,-1 1 2,-1 0 0,0-2-12,-1 1 10,-2 1 2,0-1-1,-2 0-2,1 0-16,-1 1 19,0 0 0,-3 0 0,1 1 0,0-2 0,-2 2 3,-1-2-1,1 0 1,-3 1 10,0 0-11,0-1 1,0 1-2,1 0 15,1 1-3,3-1 0,-1 1-11,2 0 17,1 1-19,-1 0 0,3 0-12,-1 0 12,1 0 12,1 0-12,2-1 4,3-2 21,-2-1-25,3 2 0,1-1-22,1 1 22,2-2 2,2 0-1,3 0 1,3 0 18,3 0 12,3 0 3,5 0 3,2-3 4,3 3-4,1-2-9,1 2-7,1 0-5,0 0-17,0 0-44,0 0-20,0 0 13,0 0-1,0 0-50,0-3-75,0 3-194,0-2-398,-8-6-299</inkml:trace>
  </inkml:traceGroup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</inkml:channelProperties>
      </inkml:inkSource>
      <inkml:timestamp xml:id="ts0" timeString="2024-03-15T14:50:30.131"/>
    </inkml:context>
    <inkml:brush xml:id="br0">
      <inkml:brushProperty name="width" value="0.14" units="cm"/>
      <inkml:brushProperty name="height" value="0.14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9F6BBDF1-AD80-4ED3-B265-17F967639BE3}" emma:medium="tactile" emma:mode="ink">
          <msink:context xmlns:msink="http://schemas.microsoft.com/ink/2010/main" type="inkDrawing" rotatedBoundingBox="3373,8446 11828,8407 11832,9295 3377,9333" semanticType="underline" shapeName="Other">
            <msink:sourceLink direction="with" ref="{E16257C4-5011-4879-9137-5BF9A30EA0EF}"/>
            <msink:sourceLink direction="with" ref="{28D242AD-8132-44D0-8442-2D332C628DC8}"/>
            <msink:sourceLink direction="with" ref="{2A153E20-8BC1-488B-AE57-B667FCB93E01}"/>
          </msink:context>
        </emma:interpretation>
      </emma:emma>
    </inkml:annotationXML>
    <inkml:trace contextRef="#ctx0" brushRef="#br0">0 40 114,'0'0'163,"0"0"-19,0 0-37,0 0-58,0 0-33,0 0-14,0 0-1,0 0 15,0 0 7,0 0 6,23-23 17,-20 20 9,-1 0 1,1 1 19,-1-1-1,1 1-15,-2 0 16,1 1-3,-2-1-17,2 2 88,-2 0-16,0-2-29,0 2-20,0 0 0,0 0-13,0 0-23,0 0-16,0 0-7,0 0-19,0 0-36,0 0-36,0 0-2,0 0-21,1 2 4,1 3 88,1 1 3,2 4 62,3 2-23,1 5-10,-1 2 20,3 4 13,0 4-20,0 2 7,0 1-33,1 3 29,-1 1-15,-2 1-8,1 0 17,-1-2-26,-1-1-12,-2-2-1,0 0 20,-1 0 12,0 2-12,-2-2-20,-3 1 74,2-2-48,-2 0 6,0-2-6,0-3 20,0-3-20,0-5-23,0-2 36,0-6-1,0-1-15,0-4 0,0-2-20,0-1 39,0 0 3,0 0-13,0 0 14,0 0 34,0 0 7,0 0-42,0 0-13,0 0 17,0 0-8,0 0-25,0 0-3,0 0 13,0 0 3,0 0-29,0 0-1,0 0-1,0 0-1,0 0-35,0 0-4,0 0 20,0 0-1,0 0-15,0 0 9,0 0 3,0 0-3,0 0-29,0 0-13,3 0 0,0 1 71,3 3 20,5 0-17,-1 1-2,4 0 1,2 1 1,4 0-1,1 2 2,5-3 12,0 0 3,1 0-3,4-2-14,0 0 54,2-2-56,1 2 0,3-3 19,0 0 33,2 0-33,2-1-8,-1-2-9,0 0-1,2 1-1,-1-1-38,1 0 38,0 2-1,-1-1-1,0 2-29,-1 0 31,1 0 4,-2 0-4,-2 0-10,0 0 10,0 0 0,-3 0-26,0 4 5,-2 1 21,1-2 1,-1 0-1,-1 3-20,1-1 20,1 1 4,-1 1-4,3-2 1,3 1 28,3-1 128,8-1 55,6 0-74,5-2-95,3 3-43,4-2-32,-2 0 32,3 1 7,0-3 15,0 2-22,1-2-13,-1-1 13,0 0 26,0 0-26,-1 0 0,-2 0 6,1 0 20,-2 0-26,0-1-7,-1-3 7,-2 4 0,-1-4 1,0 1-1,0 0 26,-3 1 2,3-1-28,-4-3 4,0 5-4,1-2 17,-1 2-17,-1-2-10,-1 2 10,-1 1 28,0 0-27,-1 0 13,-1 0-10,1 0 12,-1 0-16,2 0 1,1 0 0,1 0 27,1 1-25,2 2-3,-1-2 4,3-1 18,0 1-19,-1-1 13,2 0-3,1 0-12,0 0 0,1-1 0,0-1 14,0-1 7,1-2 3,2 2 7,-2-3 12,2-1-17,0 2-27,1-4-1,-2 4 1,1-2 1,2 0 2,-1 2-3,-1-3-2,1 1 2,-1 1 0,1 1-2,1-1 2,-1 1 0,-2 1-12,2-2-7,-1 2 19,0 2 2,-2-2 14,2 1-16,-2-1-1,-1 1 1,0 2 1,-1-2-1,-1 0 2,-2 2 1,1-1 10,1 0-12,0 0 2,-3 1-2,3 0 1,-2-2-2,-2 2-2,-1-1-14,-1-1 15,1 1 1,-2 0 0,1-2 13,-2 2-13,1-3-2,-2 1 2,-1 0 0,1 0 2,-1-1-2,-1-1-2,-1 2-1,0-2 2,-2 1 1,0 1-11,-3 1 11,-1 0 0,-1 2-3,0-1-20,-3 2 23,-1-2-12,-3 2-1,0 0-3,-2 0 13,-5 0-10,0 0-2,-4 0 3,-3 0 12,-2 2 0,-3-2-12,-2 2 9,-3-2 2,-1 2 0,-2-1-2,-2 0-6,-3-1 9,1 0 15,-1 0-15,-2 0 0,0 1 0,-1-1 3,1 0-3,0 0 0,-1 0 4,0 0 11,0 0-15,2 0-2,-1 0 1,0 0 1,2 0-3,0 0-12,0 2 15,2-2 1,-1 0-1,1 0-1,1 1 1,-1-1 13,0 0-13,1 0 1,-1 0 21,1 0 7,-1 0-17,-2-1 7,0-2 16,-1-1 3,1-1-16,-1-2-21,-2-1 18,0-2-16,0 0-3,0 1-12,0-1 12,0 2 2,-3 0-2,0 0-15,-1 0 15,2-2 0,-3 0-2,-2 0-17,2-2 17,-2-1 1,0-2-18,-1-1 6,-2-3-2,0-1-1,-1-1-22,-1-2-3,1 0 22,-1 1 15,4 4-10,-1 0 14,2 4 25,2 4 1,1-1-26,1 5-22,1-3 22,-1 5-2,3-1-17,-2 1 2,2 2 17,0-1 1,0 1-1,-2 2-9,2-1 9,0 0 3,0-1-3,0 2-16,0 0 14,0 0-1,0 0-39,0 0-5,0 0 18,0 0 4,0 0-26,0 0-3,0 0 28,0 0 10,0 0-29,0 0-9,0 0 19,0 0 0,0 0-52,2 0 10,1 0-58,1 0-143,0 3-237,-1-2-148,2 2-125,-26-10 269</inkml:trace>
  </inkml:traceGroup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</inkml:channelProperties>
      </inkml:inkSource>
      <inkml:timestamp xml:id="ts0" timeString="2024-03-15T14:50:00.444"/>
    </inkml:context>
    <inkml:brush xml:id="br0">
      <inkml:brushProperty name="width" value="0.14" units="cm"/>
      <inkml:brushProperty name="height" value="0.14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23A29D7D-5FC1-40EC-B944-DDB76BB84F2B}" emma:medium="tactile" emma:mode="ink">
          <msink:context xmlns:msink="http://schemas.microsoft.com/ink/2010/main" type="inkDrawing" rotatedBoundingBox="9234,7384 12060,6602 12560,8407 9734,9190" semanticType="enclosure" shapeName="Other">
            <msink:sourceLink direction="with" ref="{28D242AD-8132-44D0-8442-2D332C628DC8}"/>
            <msink:sourceLink direction="with" ref="{F089F200-17B3-48C2-9DDE-EBA61029BF9C}"/>
            <msink:destinationLink direction="with" ref="{A9383005-ABB7-4044-A6BF-21B0AAC7E7AD}"/>
          </msink:context>
        </emma:interpretation>
      </emma:emma>
    </inkml:annotationXML>
    <inkml:trace contextRef="#ctx0" brushRef="#br0">4739 97 1061,'0'0'149,"0"0"-127,0 0-22,0 0 0,0 0 48,0 0 63,0 0-27,0 0-67,0 0-17,0 0 13,29-41 2,-16 41-15,2 0 0,1 0 57,3 0 25,3 1-17,3 2-26,1 0 68,4 1-46,1-1-9,3-1-9,2 1 12,4-3 42,2 2-16,1-2-29,6 0 25,2-2-25,2-3-20,5 0-29,3-2 35,4 1 56,6 0 9,0 0-64,4 1-39,0-2-12,0 2-11,-1 0-9,2 0 32,-3 1-1,-1 1-12,-2 0-54,-2 1 44,-3 2-3,-3 0-13,-4 0-9,-1 0 46,-5 0-24,-3 0 25,-3 0-12,-3 0 0,-2 0 10,-1 0-11,-2 0 14,-2 2 1,-2-2-1,-1 0 0,-2 0-2,-1-2-12,-1-1 14,-1 1 13,-1-2-13,-3 1 1,1 0 1,-1 0-1,-1 1-1,1-1-1,-3 2-2,1-2-14,-2 2-2,-1-1 6,0 2 12,-3 0-15,-1 0-7,-1 0 10,-1 0 13,-2 0 0,1 0 0,-1 0-1,-1 2 1,-1-1 2,2 1-1,-1-1 12,0-1 0,0 1-12,-1 1-1,0-1 0,-1 0 0,-1 3 0,-1-4-1,-1 2-11,0-1 12,-1 1 0,-1-1-2,-2 0-10,1 1 12,-1 0 4,2 2-3,-3-2 12,1 3 16,0 3 0,-1-1-13,0 3 42,0 2-13,0 0-12,0 2-19,0 2-12,2 2 9,-1 0 15,-1 2-26,2 4 1,-2-1 14,2 2-15,-1 3 0,1 1 31,-1 2-9,-1 5 8,3 1-14,-1-2 3,-1 2 39,0 0-32,0 0 9,1-2-6,-1 1 22,0-2-28,0 0 3,1-1-23,-1 1 32,-1-1 45,0 1-25,0-1-30,0-2 7,0 1 0,0-2-29,-1-2 13,-2 1-13,-1-4 7,2 1-10,-4-2-14,0 0 14,1-3 19,-2-1-19,0 0-15,-2-1 15,0-2 4,-3-2-3,2-2 1,-1 1 11,-4-3 12,0 0-23,-4 0-2,-3 1 1,-3-1-1,-1 0-11,-4 0-12,-6-2 21,1 1 0,-6-2-14,-2 1-3,-5 1 16,-2 0-10,-5-1 13,-2 3 0,-3-2 3,-2 2 0,-1-1-3,1 1 1,-1 0 11,0 0 17,1-3-10,1 4 3,-3-2-9,1-2 19,-2-1-30,0 1 14,0-3 9,-1 3-2,0-3-21,-1-1 0,2 3 23,-3-1-13,5 2-12,0 0-1,3 0 1,1-1-1,5 1 1,0 0 0,5-3 13,2-1-13,3 0 0,2-2-13,3-3 10,4 0 3,1 0-42,2-3-28,3-3 10,0-2 12,1 1-45,3-2-38,1-2 76,4 2 17,1 0-33,6 3 42,2-1-3,3 4 9,2-1-86,4 3-82,2 1-3,0 0-120,0 0-210,0 0 19,4 0-150</inkml:trace>
  </inkml:traceGroup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</inkml:channelProperties>
      </inkml:inkSource>
      <inkml:timestamp xml:id="ts0" timeString="2024-03-15T14:50:50.616"/>
    </inkml:context>
    <inkml:brush xml:id="br0">
      <inkml:brushProperty name="width" value="0.14" units="cm"/>
      <inkml:brushProperty name="height" value="0.14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7CEADABE-6D74-4946-8F49-55E2F3295E63}" emma:medium="tactile" emma:mode="ink">
          <msink:context xmlns:msink="http://schemas.microsoft.com/ink/2010/main" type="inkDrawing" rotatedBoundingBox="5601,6236 20107,5572 20124,5932 5617,6596" semanticType="strikethrough" shapeName="Other">
            <msink:sourceLink direction="with" ref="{68E8DEBA-2DFF-4A4B-890B-EEF6D0741B64}"/>
            <msink:sourceLink direction="with" ref="{094458FF-CF79-4F6A-8CCA-912794F8B3BD}"/>
            <msink:sourceLink direction="with" ref="{8581DA12-1980-4106-806D-352893B0F090}"/>
            <msink:sourceLink direction="with" ref="{F794752F-D970-4C91-85CB-0C98A726E556}"/>
          </msink:context>
        </emma:interpretation>
      </emma:emma>
    </inkml:annotationXML>
    <inkml:trace contextRef="#ctx0" brushRef="#br0">17 674 362,'0'0'166,"0"0"-133,0 0 81,0 0 10,0 0 3,0 0-26,0 0 49,0 0 29,0 0 6,0 0-67,0 0-76,-18-29 16,18 29 1,0-1-30,0 1 78,0 0-32,0 0-33,0 0-42,0 0 0,0 0-45,0 0-40,3-2-15,3 1 80,5 0 20,3-3 101,7 2-53,3-2-31,6-1-15,2 1 17,5 0-18,3 1 1,4-2 13,4 2-12,1-3-3,1 1-36,2 2 34,-3 0 0,0 1-50,-3 0 29,1 2 0,-2 0 20,1 4-9,0-2 11,0 1 0,-1-1 1,0-1 0,-1 1 0,0-2 13,1 0-13,2-4 3,1 0 20,-1-2-12,2 1-11,1 1 0,-1-2-2,0 2-2,-1 2-7,-2 0 9,-3 2-26,0 0 27,-1 0 0,-1 0-18,-2 0 18,0 0 1,2 2 0,2-1 1,-2-1-1,0 1 3,0-1 0,0 3-3,-2-2 0,0-1 0,-3 1 0,1 2 1,-1-1 3,-4 1-4,2-1-12,-2 2 11,-1-1-1,1 0 2,0 1 2,1 0 0,0-1-2,-1 1 0,1-1 0,0 0 0,-1 0 0,1 1 0,-1-2 0,-1 1-2,-1-2-15,1 1 17,-1 0 0,0-2 2,1 0 0,2 0 17,-1 0-3,4-3-16,1 1-2,1-1 0,0 1 1,3-2-1,-1 0-11,0 2 9,2-1-28,-3 3 12,-1-3-12,2 0-4,-4 3 33,1-1-30,-1-2 14,0 2 16,0 0-14,-1-2 1,0 0 16,-2 0 16,-1-1-13,1 2-3,-1-1 0,0-3 0,1 5 10,0-3-10,1 1-13,0 0 12,1-1-1,1 0-21,0 2 7,-1-1 16,0-2 2,1 0-2,-2 1-2,-1 1 2,0-2-1,-3 1-1,0-2-11,-3 2 12,1-1 0,-5 0-3,-1 0 1,1 1 1,-3 0 2,0 0-1,2 1 0,-3-2 1,3 0 0,-2 1-1,0 2-2,1-2 1,-1 1 2,1 0-3,1-1 0,0 1 3,3 1 2,-1-1-2,3 0-2,-2 0-11,0 1 12,0-1-15,-1 2-4,2-1 19,-2-1 1,1 2-13,2-3-7,1 0 20,2 1 13,4-3-13,5 0 17,6-1 67,4-3-45,6 2-39,2-2-35,3 2 32,1-2 2,1 1-12,3-4 2,0 3 11,3-2 15,0 2-15,0 0-4,-2 0 3,2-1 1,-1 2-19,-1-1 15,-1 0 1,1 1 1,-2-1 0,-2 2-12,-1 0 14,-1-2 0,-1 2 0,-2 0-2,-2 1 2,-1 0 3,-1 2-3,-2 1 0,0-2 0,-4 3 1,1 1-1,-1-4-2,-1 3 2,-2 1-1,-1-1 0,1 2-12,-2-1 13,0 1 1,-1-1-1,-1 1 0,2 1 0,-2 0 2,1-2-2,0 0 2,0 1 8,0-1-7,1 1-3,0-3 0,-2 1 2,2 0 21,-3 1-22,2-1 0,-2 2 19,1-4 6,-2 5-4,3-5-9,-2 2 20,2 2-17,-1-5-16,2 2 0,2 0 12,-2 1 2,4-1-14,1-1 0,-4 1 1,5-2 14,-2 1-15,2 1-1,-2 0 1,1-1 4,1 3-4,0-2 0,1 1 0,1 0 12,0-1-12,0 2 0,2 0 0,1-1 18,-1 0-18,0 2 0,3 1 15,-3-1 14,2-2 4,1 3-14,0-1 11,0 1 2,1 0-31,-2 0-1,0 0 0,0 0 12,1 1-11,-1-1-1,0 3 13,0-2 10,0-1-22,-1 0 0,2 1 11,-2 1 11,1-1-22,0 1 1,1-1 17,1-1 4,-2 3-20,2-2-2,0 2 12,-2-2 3,2 0-16,-1 4-2,-1-5 0,0 3 2,-1-2-1,0 3-2,-1-1 0,-1 1 2,1-3-2,-1 2 3,-1-1 0,2 1 1,-1-1 1,-1-2-1,0 0 1,-1 0 11,1 0-13,-1 0 2,2 0-1,-1-2 0,-1 2-1,0-3 0,0 2-1,-2 0 1,1 0 0,0-1 0,-1 1 0,0 1 2,-2 0-2,2 0 0,-1 0 0,1 0 0,0 0 2,2 0-2,0 0 1,0 0 0,1 0-1,1 0 0,-1 0-1,1 0 1,1 0 10,-1 0-10,0 0-1,1 0 1,-1 1 1,-1 1 0,1 0 1,-1 2 2,1-4 5,-1 4-9,0-2-2,2 1 1,0 0 1,0 0-3,2 3-13,-3-5 16,1 3-3,-3 0-13,2-1 14,-3 0 2,1 1 0,0-2-1,-3 1 1,-1 3 0,-1-5 0,-1 2-2,-4 1-1,1-3-1,-1 4 3,-1-4-12,-2 0 10,1 1 2,-2-1-1,-1-1-24,-2 1-7,-2 0-12,0-1-13,-1 2 19,-4-2 9,-3 0 28,-4 0-1,-3 0 1,-4 0 2,-2 0 1,-4 0 2,0 0-1,0 0 11,2-2-9,-3 2 7,4-1-11,1 0-13,1 1 11,1-1 0,2-1-11,0 1 11,2 1 2,0 0 2,0-1-1,1-1-1,0 1 1,-2-1 3,0 1-3,-2-1-1,-3 1 1,-1 0 0,-3 1-1,-2-1-1,-2 1 1,-1 0-111,0-2 7,0 2 3,0-1 20,0 1 32,0 0 0,0 0 0,0 0 20,0 0 0,0 0 3,1 0 13,2 0-137,2 0 46,-3 1 78,3 1 13,-1-2-33,2 0-84,-3 0-69,0 0-52,3 0 88,-2 0 55</inkml:trace>
  </inkml:traceGroup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</inkml:channelProperties>
      </inkml:inkSource>
      <inkml:timestamp xml:id="ts0" timeString="2024-03-15T14:50:56.302"/>
    </inkml:context>
    <inkml:brush xml:id="br0">
      <inkml:brushProperty name="width" value="0.14" units="cm"/>
      <inkml:brushProperty name="height" value="0.14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1A20DEDF-BD7C-4EAD-BA85-0CAA52942375}" emma:medium="tactile" emma:mode="ink">
          <msink:context xmlns:msink="http://schemas.microsoft.com/ink/2010/main" type="writingRegion" rotatedBoundingBox="6772,10102 3357,13672 2056,12427 5472,8858"/>
        </emma:interpretation>
      </emma:emma>
    </inkml:annotationXML>
    <inkml:traceGroup>
      <inkml:annotationXML>
        <emma:emma xmlns:emma="http://www.w3.org/2003/04/emma" version="1.0">
          <emma:interpretation id="{5BC42EFF-2934-45D5-A223-07D6B686E530}" emma:medium="tactile" emma:mode="ink">
            <msink:context xmlns:msink="http://schemas.microsoft.com/ink/2010/main" type="paragraph" rotatedBoundingBox="6772,10102 3357,13672 2056,12427 5472,8858" alignmentLevel="1"/>
          </emma:interpretation>
        </emma:emma>
      </inkml:annotationXML>
      <inkml:traceGroup>
        <inkml:annotationXML>
          <emma:emma xmlns:emma="http://www.w3.org/2003/04/emma" version="1.0">
            <emma:interpretation id="{6292B141-4B90-4ED1-9358-D1A244DDD9F2}" emma:medium="tactile" emma:mode="ink">
              <msink:context xmlns:msink="http://schemas.microsoft.com/ink/2010/main" type="line" rotatedBoundingBox="6772,10102 3357,13672 2056,12427 5472,8858"/>
            </emma:interpretation>
          </emma:emma>
        </inkml:annotationXML>
        <inkml:traceGroup>
          <inkml:annotationXML>
            <emma:emma xmlns:emma="http://www.w3.org/2003/04/emma" version="1.0">
              <emma:interpretation id="{E1167E9B-FC18-4DCA-86A7-C79E90AC5090}" emma:medium="tactile" emma:mode="ink">
                <msink:context xmlns:msink="http://schemas.microsoft.com/ink/2010/main" type="inkWord" rotatedBoundingBox="6772,10102 3357,13672 2056,12427 5472,8858">
                  <msink:destinationLink direction="from" ref="{3BA8E954-BB92-4C76-92F7-79C20808C44D}"/>
                </msink:context>
              </emma:interpretation>
              <emma:one-of disjunction-type="recognition" id="oneOf0">
                <emma:interpretation id="interp0" emma:lang="en-US" emma:confidence="0.5">
                  <emma:literal>is</emma:literal>
                </emma:interpretation>
                <emma:interpretation id="interp1" emma:lang="en-US" emma:confidence="0">
                  <emma:literal>is:</emma:literal>
                </emma:interpretation>
                <emma:interpretation id="interp2" emma:lang="en-US" emma:confidence="0">
                  <emma:literal>pros</emma:literal>
                </emma:interpretation>
                <emma:interpretation id="interp3" emma:lang="en-US" emma:confidence="0.5">
                  <emma:literal>so }</emma:literal>
                </emma:interpretation>
                <emma:interpretation id="interp4" emma:lang="en-US" emma:confidence="0">
                  <emma:literal>sis</emma:literal>
                </emma:interpretation>
              </emma:one-of>
            </emma:emma>
          </inkml:annotationXML>
          <inkml:trace contextRef="#ctx0" brushRef="#br0">378 260 1007,'0'0'502,"0"0"-265,0 0-236,0 0 42,0 0 126,0 0 61,0 0-55,0 0-75,0 0-42,0 0-32,-17-35 22,17 33-9,0 2-39,0 0-24,0 0-50,0 0-23,4 2 42,1 4 55,3 3 0,0 4 2,0 2 47,2 8 19,-1 4 19,0 6-35,-2 3-27,-1 8 4,2 3-10,-2 7-19,1 3-36,-1 5 33,2 0 3,-2 4-22,2 1 22,-1-1 62,-1 0 37,0-1-18,0 0-36,-1-2-13,-2-6 0,1-3-31,0-7-1,-1-3 1,3-5 2,-4-5 20,2-3-4,-1-4-19,-2-3-2,1-3 2,-1-6 0,1 0-1,-2-6 0,0-3-12,1-3-3,-1-2-16,0-1 19,0 0 13,0 0-13,0 0-22,0 0-46,0-1-51,0-3-110,0-4-208,-1 2-288,-7-14-395</inkml:trace>
          <inkml:trace contextRef="#ctx0" brushRef="#br0" timeOffset="1191.7331">410 32 1083,'0'0'157,"0"0"-141,0 0-14,0 0 28,0 0 97,0 0 6,0 0 150,0 0-144,0 0 37,0 0-86,-51-18-48,46 18-29,-1 0-13,-3 3-39,-4 5 14,-1 4 5,-5 3 19,0 4 1,-5 6 2,0 2-2,-3 2-3,0 3 2,1 0-2,1-1 2,0-1 1,2-1 23,3-2-22,2-3-2,3-4 2,4-5 1,5-5-2,1-1-17,4-4-25,1-3-26,0 1-26,6-3 62,2 0 32,5-1 64,6-8-5,3-4-18,0-4-41,6-2-3,-2-3-17,1-1 1,-2 1-20,0 0 10,-1 1 16,-2 0-13,-1 1 9,-2-1 17,-3 1 0,-1 1 13,-1-1 10,-3 3 6,1 0 7,-3 1-13,2 1 3,-3 1 3,2 3 3,-3 2-28,0 1-2,1 1-2,0 0 1,1 2-1,-1 2 0,2 1-29,1 2-27,1 2-18,3 5 9,0 2 26,3 3 39,1 2 0,2 1 26,-1 4-24,4 1 83,-1 1-37,-1 2-6,2-1-6,-1 1-10,0 0-26,-2-3 0,1 0-32,-2-2 12,2 0-6,-3-2 3,1 0-25,-2 2-14,-6-4-282,3 4-363</inkml:trace>
          <inkml:trace contextRef="#ctx0" brushRef="#br0" timeOffset="2247.1947">-267 1824 199,'0'0'760,"0"0"-568,0 0-130,0 0 68,0 0 88,0 0-26,0 0-20,0 0-29,-56-58-20,47 51-23,1-1-16,0 2-25,-3-1 15,0 2 0,-3-1-12,-1 3-33,-2 2-16,-2 1 32,-1 1-26,-3 5-17,-2 3-2,1 4 18,-1 2-18,1 2-2,-1 4-27,3 1 29,0 1-2,3 1 2,3 3-23,0 0 21,5 1 2,3 0-29,6 0 13,2 0 13,0-1-23,7 0-25,5-1 22,4-3-17,3-2 20,5-2 1,3-2 23,1-5-1,5-1 3,2-4 3,5-4-3,-2-3 22,6 0-22,-1 0-39,3-3-71,-2-3-194,-1 0-135,-8 0-72,9-3-566</inkml:trace>
          <inkml:trace contextRef="#ctx0" brushRef="#br0" timeOffset="2835.6281">476 1891 1661,'0'0'189,"0"0"-187,0 0 38,0 0 120,0 0 11,0 0-57,0 0-30,0 0 39,-22-55 12,20 50-38,-1 1-14,-2 0 14,2 1-20,-3 0 0,-2 3-42,-2-3 6,-3 3-38,0 0-3,-3 3-41,-1 5-4,-2 2-9,-2 2 15,3 5 10,-2-1 4,2 3 5,3 0-5,2 1-11,2 0 4,5 2-10,2-2-12,4 0-7,0-1 32,2 0-10,9-3 6,1-3-8,3-1-1,4-4 16,1-1-19,4-2 19,-1-2 13,3-2 13,-2-1-11,3 0 11,-2 0 3,0-1 20,-2-1-23,-2 1 11,-1 0-11,-3 1 0,0 0 0,-2 0-9,-2 0 8,-4 0 0,1 4-15,-3 0-23,-2 3 39,-1-1 16,-3 3-16,-1 1 29,0 0 29,0 1-6,-3 3-23,-8-2 29,1 3-13,-5-1-6,-3 0 0,-3 0 6,-1-1-13,-5-2-6,-2-2 3,-1 0 16,-2-4 0,-2-1 12,1-1 1,0-3-10,4 0-3,0 0 44,3-4-89,6-2-24,3 1-11,2-2-71,6 3-176,2-3-115,4 3-265,0-4-409</inkml:trace>
          <inkml:trace contextRef="#ctx0" brushRef="#br0" timeOffset="13415.0547">-2586 3021 1641,'0'0'319,"0"0"-28,0 0-232,0 0-59,0 0-13,0 0-88,0 0-41,0 0 25,0 0 101,-20 60 16,16-36 14,-2 2 8,3 2 30,-4 2 3,1 1-16,0 4-16,-2 4 0,-2 3-21,-2 3-2,1-1 0,-2 0-2,-1-3-27,2-7-4,0-4 7,0-3 25,0-9-15,3-1-1,0-5 16,2-5 1,1-2-13,4-4-7,-1-1 20,2 0 0,-1-8-165,0-6-40,2-6 10,0-4 94,0-6 81,0-6-32,0 2 51,0-4-19,0 1 1,0-2 19,0 0 74,0 1-9,2 1-52,2 1-3,5 1 71,3 3 69,4 4-4,0 1 46,6 2-43,-1 3-7,2 2-67,2 5-53,1 2 4,4 5 33,-2 2-59,0 5-42,0 1 9,-3 7-2,-3 4 22,0 4-55,-3 3 68,-3 3 19,-3 5 1,-6 3-17,-3 5 23,-4 2-26,-2 4-36,-9 0-6,-3-1 31,-2-3 11,-1-3 1,-4-3 19,2-4 9,-3-4 3,2-2-30,0-3 15,-2-2 2,2-3 17,4-3-35,0-3 18,4-1 55,2-4-6,4-1-3,2 0 3,1 0 25,2 0 16,1 0-49,0 0-60,0 0-16,0 0-54,4-3-43,3 0 3,-1-1 52,5 3 13,3 0-55,1 1-36,4 2 45,2 5 52,4 1 16,3 3 20,-1 0 6,4 3 30,-2-1-32,1-1-1,-3 0-51,0 0 51,0-1 39,-2-2-39,-1 0-16,-2-2-36,-3-2-172,0-3-65,-3-2 38,-3 0-35,2-9-115</inkml:trace>
          <inkml:trace contextRef="#ctx0" brushRef="#br0" timeOffset="13712.4717">-2114 2982 2319,'0'0'294,"0"0"-281,0 0-13,0 0-61,0 0-23,0 0-3,0 0-23,0 0 110,0 0 116,0 0 36,7 78-39,-4-46-52,-3 4 10,0 6-55,0 5 10,-1 4-25,-4 1-1,2 2-32,0 0 19,-2-1-29,3 1 23,-1-1 12,2-4 7,0-3 27,1-7-27,0-3-48,0-8-55,4-7-49,4-4-110,0-5-76,5-6 46,1-3 70,3-3 4,-1-3-134,6-15-414</inkml:trace>
          <inkml:trace contextRef="#ctx0" brushRef="#br0" timeOffset="14275.7182">-1724 3499 2149,'0'0'420,"0"0"-246,0 0-93,0 0 3,0 0-1,0 0 0,0 0 13,0 0-13,0 0-54,0 0-29,2 0-54,-2 7-32,-3 4 15,2 5 17,1 5-4,0 2 55,0 1-36,0-3 14,1-2 2,3-2 22,1-4-28,0-2-10,1-3 10,2-3 29,0-1 0,4-3 0,1-1 39,1 0-4,2-7-2,1-2 5,1-3 13,-1-3-12,2-1-26,-3-2-13,0-2-1,-2 3-3,-1-2 1,0 2 3,-4 0 3,-1 2 26,-2 3-25,-4 1 28,2 4 12,-4 3-8,0 2-1,0 2-34,0 0-1,0 0-39,0 0-15,0 0-29,0 0-36,1 3-42,-1 3 40,3 6 121,0 2 0,3 4-22,0 1-7,2 0 13,4-1-7,0 1 26,2-2-6,1-1-9,2-1 10,-1-3-22,3-1 24,0-4 26,1-2 12,-1-3 30,0-2-19,0 0 31,-1-2-19,-2-4 13,-2-1-10,-2-2 17,-2-1 2,0 0-22,-3-2 6,0-1 3,-3-1 19,-3-1-48,-1-1-18,0 1 53,0-1-57,-4 1 6,-1-2-4,-1 1-21,-2 1-38,0 0 36,-4 1-49,2 0-22,-4 1 10,1 2-71,-4 1-138,1 5-121,2 2-303,-7 3-23</inkml:trace>
          <inkml:trace contextRef="#ctx0" brushRef="#br0" timeOffset="14541.1104">-1825 3309 365,'0'0'2182,"0"0"-1902,0 0-232,0 0-48,0 0-74,0 0-29,0 0 103,0 0 49,96-45 96,-57 32-46,4 0-54,2 1-45,4 4-29,0 1-38,0 4-14,2 1 23,-4 1-57,2 1 52,-3 0 61,1 1-67,-4 4-164,-13-1-305,11 6-204</inkml:trace>
        </inkml:traceGroup>
      </inkml:traceGroup>
    </inkml:traceGroup>
  </inkml:traceGroup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</inkml:channelProperties>
      </inkml:inkSource>
      <inkml:timestamp xml:id="ts0" timeString="2024-03-15T14:51:02.577"/>
    </inkml:context>
    <inkml:brush xml:id="br0">
      <inkml:brushProperty name="width" value="0.14" units="cm"/>
      <inkml:brushProperty name="height" value="0.14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3BA8E954-BB92-4C76-92F7-79C20808C44D}" emma:medium="tactile" emma:mode="ink">
          <msink:context xmlns:msink="http://schemas.microsoft.com/ink/2010/main" type="inkDrawing" rotatedBoundingBox="5454,10403 11213,8565 11711,10127 5952,11964" semanticType="callout" shapeName="Other">
            <msink:sourceLink direction="from" ref="{E1167E9B-FC18-4DCA-86A7-C79E90AC5090}"/>
            <msink:sourceLink direction="to" ref="{2A153E20-8BC1-488B-AE57-B667FCB93E01}"/>
          </msink:context>
        </emma:interpretation>
      </emma:emma>
    </inkml:annotationXML>
    <inkml:trace contextRef="#ctx0" brushRef="#br0">0 1998 942,'0'0'651,"0"0"-494,0 0-154,0 0 39,0 0-22,0 0-20,0 0-13,0 0-46,0 0-38,0 0 9,2-30 88,18 24 16,3 1 49,6 1 3,6-2 23,2 0-22,4-1-1,8 0-26,0 1-3,3 0-12,6 0-27,0-1-1,2 5 0,1-2 0,3 4-55,0-2 55,1 2-25,2 0 26,1 0-3,1 2-3,2 1 6,1 0 11,-1 3-11,3-3-11,-1 2 11,1 0 29,-1 0-27,-3 1-2,-2 0 1,-2 2-1,-5-1-3,0-2 3,-4 2 13,1-1 3,1-1-14,2-4 290,4 2 76,8-3-194,6 0-174,6 0-9,4-3 9,4 3 13,3-4-13,1 2-1,1-3 1,2 0 1,-2-1-1,1-2-2,0 2 2,-1-1 0,-2-1-1,-1 1-1,-1-1 2,-2-1 19,-4 0-19,0-3 4,-4 2-4,-4-3 3,-3 2-3,-4 1 0,-5-1 19,-3 0-1,-6 3-18,-3-2-10,-2 2 10,-4 1 25,-4-1-23,0 1-2,-3 0 4,-3 2 5,-1-2-9,-1 1-20,-2 1 20,1 0 0,-1-1-10,-1 1-6,1-1-9,2 1 25,-3 0-4,2 0-15,0 1 18,-1 0 0,2-2-1,-3 2-17,0-1 19,0 1 10,0-1-10,-2 2-18,2-4 18,-4 2 14,1 2-14,0-4-11,-2 1 11,3 2 0,-1-1-1,1-1-31,-2 4 31,0-4 1,0 1-13,-2 1 11,-1-2 2,1 0 16,-2 0-16,-1 0 1,-2 0 1,-2-2 24,2 2-24,-3-1-2,-2 1 1,-2 0 2,0 3-3,-4-2-22,-1 2 19,-2 3-1,0-2-18,-3 0 2,1 2 20,0 0-1,-1 0-2,1 0-16,1 0 6,1 0 13,-1 0-1,-1 0 1,-2 0 0,-1 0 16,0 0 0,-5 0 16,0 0 29,0 0 23,0 0 9,0-2-13,0-1 3,0 0-33,0-4-50,-3 0-2,-1-3 1,-1 1 1,0-3 19,0-1-16,0 2-1,-1-4 17,-2-1-7,0-2-11,-2-1 1,1 0-2,-4-3-12,-3 1 12,3-3 0,-6 0 2,1-2 17,-1-2-17,-2-1-1,-1-1-1,1-1 13,-2-1-13,-1 0 0,0-1-3,2-2 1,1 2-24,1 1 23,1 1 0,1 1 0,1 4-26,0-3 0,2 4 1,0 1 26,1 1-20,1-1 20,3 5 1,1-1 1,-1 2 1,3 0 0,0 4 1,1-1 1,1 0 11,2 4-14,-2 0 0,2 0 0,0-1 0,1 4-11,1 0 11,-2 1 2,2 0 0,-2 1-1,3-1 2,-2 1 0,1-1-3,1 3 0,0-2 12,-1 1 4,1-1-15,0 0 0,0-1 1,-2-1-2,2 0 2,-1-2-2,1-1 1,-1-1 25,1 0-10,0-3-13,-1 0 26,1-1-29,-2-1-1,1 0-22,-1-2 23,2 2 0,-2-2 13,2-1 3,-3 1-6,2 2-10,0-3-16,-1 5 3,-1-1-6,2 1 3,-2 1 0,3 5 14,-3 2 2,3 0 0,0 6 0,0-4-13,0 4 12,0 1 1,0-1-3,0 0-10,0 0 13,-2 1 1,2-1 0,0 1 0,0-1 2,0-2-1,0 2 1,0-4-1,0 3 1,0-2 10,0 0-13,0-1-1,0 0 1,0-1 2,0 1-2,0 1-2,2-2 1,-2 1 1,0 0-3,0-1 3,2 1 0,-2-1 4,0 2-4,1-1 1,-1 1-1,0 1 0,0 1 0,0 0-12,0 0 12,0 2 0,0 0-15,0 0-4,0 0 0,0 0-13,0 0-29,-3 0-26,1 3 28,-4 3 57,-2 0-28,-1 3 14,-4 0 16,-4 2 20,2 0-17,-1 0 13,-4-2 13,1 5 3,-4-3-19,-1 3-13,-2 1 1,-3 1-1,-2 0-1,1 2-12,-2-1 13,1 1 10,4-2-10,3 0-3,4-2 3,5-3 0,3-2-18,5-3-14,3-2 13,2-1-13,2-2-4,0-1 7,0 0 0,0 0-3,6 0 13,4 0 19,5-4 64,3-1-20,4-1-44,1-3-26,1-1 14,0 3 10,0-2-20,-2-1 9,1-1 13,-1 2 19,-2 0-19,-1-3 0,0 4 22,-1-4 4,-1 0-10,-4 0 13,3 0 12,-2 0 8,-1-2-30,-1 3 3,-1-2 17,0 1-1,-1 0-25,1 0-10,-3 3 32,0-1 4,-2 2-36,-1-1-2,-1 5 15,-2 0-4,1 1-12,-1-1-1,-1 4 1,2 0 0,-3 0-18,0 0-18,0 0 4,0 0-16,0 0-38,0 0-23,2 0-7,1 0-7,4 6 104,0 2 16,3 3 2,1 4 0,0 3 1,1 2 35,-3 1 1,0-1-4,1 1-16,-1-2-14,2-2 0,0-2-2,-1 0-15,1-2 2,1-3 12,1 1-1,0-2-30,3-2-26,-2 1-130,3-4-265,-4-1-201,4 0-141</inkml:trace>
  </inkml:traceGroup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</inkml:channelProperties>
      </inkml:inkSource>
      <inkml:timestamp xml:id="ts0" timeString="2024-03-15T14:51:13.681"/>
    </inkml:context>
    <inkml:brush xml:id="br0">
      <inkml:brushProperty name="width" value="0.14" units="cm"/>
      <inkml:brushProperty name="height" value="0.14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B397B5CA-0C60-4705-AE30-14323BF80674}" emma:medium="tactile" emma:mode="ink">
          <msink:context xmlns:msink="http://schemas.microsoft.com/ink/2010/main" type="writingRegion" rotatedBoundingBox="4362,9007 6855,9007 6855,12627 4362,12627"/>
        </emma:interpretation>
      </emma:emma>
    </inkml:annotationXML>
    <inkml:traceGroup>
      <inkml:annotationXML>
        <emma:emma xmlns:emma="http://www.w3.org/2003/04/emma" version="1.0">
          <emma:interpretation id="{4AD69D6E-39A7-4A1C-8A2C-050F01FAE60F}" emma:medium="tactile" emma:mode="ink">
            <msink:context xmlns:msink="http://schemas.microsoft.com/ink/2010/main" type="paragraph" rotatedBoundingBox="4362,9007 6855,9007 6855,12627 4362,12627" alignmentLevel="1"/>
          </emma:interpretation>
        </emma:emma>
      </inkml:annotationXML>
      <inkml:traceGroup>
        <inkml:annotationXML>
          <emma:emma xmlns:emma="http://www.w3.org/2003/04/emma" version="1.0">
            <emma:interpretation id="{214D309B-A750-40F2-9085-60216DF11012}" emma:medium="tactile" emma:mode="ink">
              <msink:context xmlns:msink="http://schemas.microsoft.com/ink/2010/main" type="line" rotatedBoundingBox="4362,9007 6855,9007 6855,12627 4362,12627"/>
            </emma:interpretation>
          </emma:emma>
        </inkml:annotationXML>
        <inkml:traceGroup>
          <inkml:annotationXML>
            <emma:emma xmlns:emma="http://www.w3.org/2003/04/emma" version="1.0">
              <emma:interpretation id="{A033DD6D-DD81-4CA8-8F66-27F92A6572D8}" emma:medium="tactile" emma:mode="ink">
                <msink:context xmlns:msink="http://schemas.microsoft.com/ink/2010/main" type="inkWord" rotatedBoundingBox="4362,9007 6855,9007 6855,12627 4362,12627">
                  <msink:destinationLink direction="with" ref="{A9383005-ABB7-4044-A6BF-21B0AAC7E7AD}"/>
                </msink:context>
              </emma:interpretation>
              <emma:one-of disjunction-type="recognition" id="oneOf0">
                <emma:interpretation id="interp0" emma:lang="en-US" emma:confidence="0.5">
                  <emma:literal>.</emma:literal>
                </emma:interpretation>
                <emma:interpretation id="interp1" emma:lang="en-US" emma:confidence="0">
                  <emma:literal>J</emma:literal>
                </emma:interpretation>
                <emma:interpretation id="interp2" emma:lang="en-US" emma:confidence="0">
                  <emma:literal>I</emma:literal>
                </emma:interpretation>
                <emma:interpretation id="interp3" emma:lang="en-US" emma:confidence="0">
                  <emma:literal>\</emma:literal>
                </emma:interpretation>
                <emma:interpretation id="interp4" emma:lang="en-US" emma:confidence="0">
                  <emma:literal>v</emma:literal>
                </emma:interpretation>
              </emma:one-of>
            </emma:emma>
          </inkml:annotationXML>
          <inkml:trace contextRef="#ctx0" brushRef="#br0">8 3619 668,'0'0'268,"0"0"-203,0 0-23,0 0 63,0 0 48,0 0-13,0 0-17,0 0 27,0 0-10,0 0-17,-10 0-19,10 0-10,0 0-10,0 0-6,0-1-7,0 1 0,0 0-19,0 0-32,0 0-20,0 0-29,0 0-32,5 0-36,3-3 42,6 2 38,3-1 15,7-1 1,3 0 1,5 0 0,1-1 13,6 2-10,3-2 17,3 0 6,3 0-23,1 0 29,3-1-32,3 1 35,-1 1-35,2 1-3,-3 2-4,3 0-6,-2 0 7,1 0-7,-3 0 9,0 2 4,-1 1-3,-2 1 3,0-3-3,-3 2 1,-2-1-11,0 0-13,-1 1-5,1-1 31,-1 0 49,1 0-46,-1 1 7,0-2-8,1-1-2,-1 0 0,0 0-12,-3 0 12,0 0 32,-2-2-13,-1-1-19,-2-1 4,-1 1-4,-2 0-4,-2-1 3,0 2 1,-2-2 26,1-1-25,-1 3-1,-2-2 0,0 1-3,-2 0 3,1 0-19,-4-1 19,0 2 14,-1 0-14,-4 0-16,0 0 16,1 0 0,-3 1-16,1 1 4,0 0 12,0-2 0,0 0-15,0 0 15,2-1 2,-1 0 31,0 0-33,1-1 1,-1 0 15,-2 0 1,1 0-17,-3 0 0,2-2 1,-2 2 16,-2 0-17,0 3-23,-2-2 22,-2 0-1,0 3-14,-4-1 12,1-1 4,-1 2 0,-2 0 0,0 0 1,0 0 35,0 0 16,0 0-14,0 0-9,0 0 20,0 0 3,0 0-23,0 0-4,0 0 7,0 0-10,0 0-22,0 0-10,0 0 10,0 0 26,0-1-13,0 1 3,0 0 23,0-2-4,-2-1-35,-1-3-51,0-2 51,-2 1-3,1-2 3,0-1 0,1-1-2,-2-1-9,2-2 8,-1-2-25,0-1 28,-2-4 0,1-3-9,0-2-27,-4-1 35,0-3 1,-1 0-48,-1-2 45,0 1 3,-2-2 1,1 1-1,-4-1 0,3-3 0,0 1 0,-2-2 0,1 0 1,-1-1 54,1 2-20,1-1-6,-1 2 13,2 0 35,-1 4 13,3 1-45,1 1-29,2 1 41,1 0-18,0 2-23,1 1-15,-1 1 1,3 1 20,-1 2-3,0 1-17,2 3 21,-1-2-7,0 3-13,1-1-3,-1 2 26,1-2-16,-2 2-10,-1 0-6,3 0 6,-4 0 34,4-2-34,-4 0-19,3 2 19,-2-2-2,0 1 2,-1-2 0,1 2 28,0-2-28,-2-1-26,0 0 7,1-2 17,-2-1 1,3 2-1,-1-2 2,1-1 30,-1 0-30,0-3-6,3 0-13,-1-1 19,1-1 0,-2 2 19,2 0-19,0 0-7,0 2-15,0-1 23,1 2-2,2 0 1,-1-1-16,0 1 14,1 1-17,0 1 3,0-2 14,0 2 2,0-3 0,0 4-3,0 0 0,0-1 0,0 1 0,1-2-13,0 0-10,-1-1 7,0-1 0,0 1-3,0-2 20,0 1-21,0 1 1,0-3-23,0 1 32,0 1-3,0-2 3,0 2-9,-3 0 19,3-1-13,-3 0-3,1 1 16,-1 1 0,0 0 2,1 1-12,1 1 12,-1 2 1,-1 0 0,1 0-1,0 1-2,1 0 1,-2 2 2,1-1-3,-1 1 0,0-1 0,1 0-20,0 0 20,0 2 0,0-1 3,1 0-1,-1-1-11,1 1 12,0 0-1,1-2-2,0 1 1,0 1-16,0 1 18,0 0 2,0 1-1,0-1-1,0 2-3,0 0-13,0-1 14,2 0-1,0 2 0,-1-1-13,1 1 15,1-1-12,-1 2 13,1-2 2,1 1-2,-3-1-2,2 0-1,-2-1 1,0-1-1,0 0 0,-1-1 1,0-2 1,0 3-1,0-2-1,0-2 2,0 4-1,-1-3-11,-1 2 13,-1 1-3,2 0 0,-2 3 0,-1-1-13,1 2 13,0 2 0,1 0 0,0 2-10,-1 0 12,0 0-1,1 0-11,-1 0 13,0 1 0,0 1 0,1 0 1,-1-1 0,0 2 0,3 0 1,-1 1-2,1 2 0,0-1-1,0 2-11,0 0-18,0 0 11,1 0-146,2 0 163,-1 0 1,-1 0-8,1 0 9,-2-1 32,1 1-13,-1 0-18,0 0 19,0 0-4,2-1-13,-2 1 10,0 0 0,0 0 0,0 0-12,0 0 1,0 0 14,0-1 7,0 1-20,0-2 13,0 0 0,3-3-16,0-1-65,-1-1 16,1 1 46,-1 0-10,-1 1-6,2 1 6,-2 0 0,0 3-7,-1-1 8,0 1 8,0 1 1,0 0-23,0 0-29,2 0-26,-1 0-123,-1 2-127,1 2 243,-1 2 72,0-1 6,0 2 10,0 1 16,0-2-15,0 1-1,-2-1 0,0-1-10,0 1-3,1 0 12,-2 0-32,-2-1-143,3 0-254,-6 1-258</inkml:trace>
        </inkml:traceGroup>
      </inkml:traceGroup>
    </inkml:traceGroup>
  </inkml:traceGroup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</inkml:channelProperties>
      </inkml:inkSource>
      <inkml:timestamp xml:id="ts0" timeString="2024-03-15T14:51:19.604"/>
    </inkml:context>
    <inkml:brush xml:id="br0">
      <inkml:brushProperty name="width" value="0.14" units="cm"/>
      <inkml:brushProperty name="height" value="0.14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EBF69566-C1B5-4847-AD5E-CAFB2F10B795}" emma:medium="tactile" emma:mode="ink">
          <msink:context xmlns:msink="http://schemas.microsoft.com/ink/2010/main" type="writingRegion" rotatedBoundingBox="12773,8440 16921,8440 16921,12259 12773,12259"/>
        </emma:interpretation>
      </emma:emma>
    </inkml:annotationXML>
    <inkml:traceGroup>
      <inkml:annotationXML>
        <emma:emma xmlns:emma="http://www.w3.org/2003/04/emma" version="1.0">
          <emma:interpretation id="{D6E0D004-6892-4D9F-9EA3-B0C4E6DDB83C}" emma:medium="tactile" emma:mode="ink">
            <msink:context xmlns:msink="http://schemas.microsoft.com/ink/2010/main" type="paragraph" rotatedBoundingBox="12773,8440 16921,8440 16921,12259 12773,12259" alignmentLevel="1"/>
          </emma:interpretation>
        </emma:emma>
      </inkml:annotationXML>
      <inkml:traceGroup>
        <inkml:annotationXML>
          <emma:emma xmlns:emma="http://www.w3.org/2003/04/emma" version="1.0">
            <emma:interpretation id="{FC1425CF-7487-4186-80A6-197FC67A358E}" emma:medium="tactile" emma:mode="ink">
              <msink:context xmlns:msink="http://schemas.microsoft.com/ink/2010/main" type="line" rotatedBoundingBox="12773,8440 16921,8440 16921,12259 12773,12259"/>
            </emma:interpretation>
          </emma:emma>
        </inkml:annotationXML>
        <inkml:traceGroup>
          <inkml:annotationXML>
            <emma:emma xmlns:emma="http://www.w3.org/2003/04/emma" version="1.0">
              <emma:interpretation id="{3D74AEA0-046A-445E-B512-885B59812013}" emma:medium="tactile" emma:mode="ink">
                <msink:context xmlns:msink="http://schemas.microsoft.com/ink/2010/main" type="inkWord" rotatedBoundingBox="12773,8440 16921,8440 16921,12259 12773,12259">
                  <msink:destinationLink direction="with" ref="{1D3201D6-BCCA-4581-BE3A-A1D88DE5FB2D}"/>
                </msink:context>
              </emma:interpretation>
              <emma:one-of disjunction-type="recognition" id="oneOf0">
                <emma:interpretation id="interp0" emma:lang="en-US" emma:confidence="0.5">
                  <emma:literal>.</emma:literal>
                </emma:interpretation>
                <emma:interpretation id="interp1" emma:lang="en-US" emma:confidence="0">
                  <emma:literal>s</emma:literal>
                </emma:interpretation>
                <emma:interpretation id="interp2" emma:lang="en-US" emma:confidence="0">
                  <emma:literal>J</emma:literal>
                </emma:interpretation>
                <emma:interpretation id="interp3" emma:lang="en-US" emma:confidence="0">
                  <emma:literal>I</emma:literal>
                </emma:interpretation>
                <emma:interpretation id="interp4" emma:lang="en-US" emma:confidence="0">
                  <emma:literal>i</emma:literal>
                </emma:interpretation>
              </emma:one-of>
            </emma:emma>
          </inkml:annotationXML>
          <inkml:trace contextRef="#ctx0" brushRef="#br0">24 3738 756,'0'0'111,"0"0"-49,0 0 23,0 0-43,0 0 17,0 0-17,0 0-12,0 0 15,0 0 27,0 0 9,0 0 10,-27-52 7,29 51 55,3-1 12,1 2-2,1 0 2,2 2-55,-1 1 13,0 0-94,-2 0-28,-1-1-1,-1 0-45,4-2-3,0 3 48,7 0 9,2 0 30,3 3 13,4-3-23,3 3-7,5 0 11,2-1-14,4 0-3,4 0 10,2-2-3,3 2-20,1-2-2,5 0-1,-2 1 0,3 1-15,0 1-8,-2-2 7,3 1-100,-2 1 19,-2-2 65,3 1 12,-3 1 7,1-2-13,0 1 0,1-1 25,-1-2 0,2 0 1,1-2 23,5-4 22,5-2 10,3-1-26,7-4-25,3 1 25,3 1-10,5-2-19,2 1-2,1 2 2,2-1 10,-1 2-10,1 1-26,-4 0 24,-3 4-11,-4-1-39,-4 1-16,-8 0 13,-2 2-13,-8 0 10,-5 0 23,-4 0 35,-7 2 16,-2 0-16,-5 1 13,-5-1 3,-1 3 10,-4-1-23,-1 0 9,-2-1 27,-2 2 7,0-1-11,-1-1 4,-2 2 10,2-2-4,0 1-42,0-1 16,1 0 23,1 0 4,1-1-22,3 0-24,1-1-1,-1 0 0,4 1-25,-1-2 7,1 0 19,1 0-2,-2 0-37,2 0 4,0 0 33,0-2 0,-1 1-10,-1 0-11,0 0 21,-2 0-21,-1 1-22,-1 0 19,0 0 26,-5-1 13,0 0-13,-1 0 13,-2-2 22,-1 3-6,1-2-27,-1 1-1,1-1 17,-1 1-2,2 0-16,-1 1-22,-1 0 20,-2 0 1,1 0-12,-2 0 13,-1 0 7,-1 0 22,-2-1-29,-1 0 0,-1 1 10,-3-2 19,1 1-10,-3-2 13,1 3 36,-1-3 16,0-3-20,-1 0-9,0-3 10,0-1-5,0 0-18,0-1-26,0-2 26,0-1 16,-2-1-58,0-4-12,0-2 12,-1-5 16,0-1-16,1-5-14,-1-1 14,2-3 0,-4-3 0,3-2-18,-1 0 18,1-1 0,-1 0-1,1-2-15,0 1 5,0-1 9,1 0-22,-1 0-33,0 1 18,-1-1 7,1 1-42,0 1 0,-3 1 13,0-1 19,2 2-23,0-2 20,-4 0 19,1-1 10,1-1-55,2-3 3,-1 0 10,0-2-55,1 1 90,-1-1-10,-1 1 32,1-2 1,-1-3 0,1 3 0,-1 1 0,0 1 1,1 0-1,-3 2-19,2 0 16,-2 2 2,0 1-3,2 2 4,-2 3 0,2 0 13,-1 2-9,3 2 12,-1 2-13,1-1 16,2 3-2,1 0-15,0 2 14,0-1 0,0 1 4,3-1 6,0-1 12,1 2-2,0 0-23,-1 2-12,-1-1-1,-1 2-1,-1-1-1,2 0 0,-2 1-11,0 2 13,0-2 0,0 2-2,-3-1-1,1 3 1,0-3 0,-1 3-1,1 0 1,0 0 2,0 2 1,1 0-1,-1 0 1,0 2 1,-1 0-1,1 1-1,-1 0 0,2 1 0,-4-1 0,0 0 0,2-3-3,-2 2 1,-1-2 0,0-2-21,1 1 0,-1 1 7,1-2-220,-1 2 235,-2 1-17,1-1 15,0 1 2,1 3 0,-1-1 1,0 2 2,-1 0 1,2 1-1,1 1-1,-1-1 0,0 1 0,2 2 2,1 0 10,0 1-11,2 1 11,-1 0-11,2-1 0,0 3 1,0-3 0,0-1 0,0 0 0,0 2 0,0-2 10,0-2-12,0 2-1,0-2-1,0 1 1,0-1-3,0 0-10,0-2 13,0 0 0,-1 0 0,-1 0-1,-1-1 1,1 2 1,0-2-1,-1 6-1,1-1 1,1 2 0,-2 2 0,2-1 0,-1 3 1,2 2-1,-2 1-13,2 0 10,0 1-10,-1 0-13,1 0-10,0 0 13,0 1 20,0 1 0,0-1 3,0 0 42,0-1-19,0 0-4,0 0 7,0 0-3,0 0 9,0 0 20,0 0-6,0 0-11,0 0 1,0 0-4,0 0-29,0 0 1,0 0-2,0 0-2,0 0 0,0 0-13,0 0 13,0 0 16,0 0 4,0 0-20,0 0-23,0 0 0,-2 1-3,-2 0 5,-1 4 21,-3-1 15,-1 1-15,0 1-2,0-1 2,-3 2-1,0-2 1,0 3-1,-1 1-1,-3 0 0,-1 3-11,-2-1-9,0 3 9,-2 0 0,0-1-13,-2 2 23,2-1 3,1 0-4,2-3-9,1 0 0,3-1 13,3-3 4,1-2-1,6-2 13,0-1 10,1-1 3,3-1-6,0 0-7,0 0 13,0 0 4,0 0-17,0 0 0,2 0 13,1 0 0,0-1-29,3-3 0,2-4-16,2 0 3,1-2 0,2 0-6,-2 1 19,1-1-2,2 2 2,-2-2-11,2-1 11,1 2 2,1-1-2,3-1 0,-1-4 35,2 0 11,2 0-14,1-2-16,1-2 7,2-2 2,0 0-25,-1-1 0,-1 2 2,-3 4 1,-2 1-3,-3 4-32,-6 3 29,-1 2-36,-5 2-26,0 4-22,-2 0-27,1 0-45,0 0-19,4 6 54,0 3 124,3 5 81,2 2 23,0 3-42,0 4-3,1 0-27,1 2-32,0-1-3,2-1 2,3 0 1,0-1-17,3 0 4,2-2 13,1 1-35,-5-6-547,13 6 12</inkml:trace>
        </inkml:traceGroup>
      </inkml:traceGroup>
    </inkml:traceGroup>
  </inkml:traceGroup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</inkml:channelProperties>
      </inkml:inkSource>
      <inkml:timestamp xml:id="ts0" timeString="2024-03-15T14:51:22.735"/>
    </inkml:context>
    <inkml:brush xml:id="br0">
      <inkml:brushProperty name="width" value="0.14" units="cm"/>
      <inkml:brushProperty name="height" value="0.14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1D3201D6-BCCA-4581-BE3A-A1D88DE5FB2D}" emma:medium="tactile" emma:mode="ink">
          <msink:context xmlns:msink="http://schemas.microsoft.com/ink/2010/main" type="inkDrawing" rotatedBoundingBox="16780,12251 21225,7623 23793,10090 19349,14717" semanticType="callout" shapeName="Other">
            <msink:sourceLink direction="with" ref="{A3420B7D-6B33-4247-BA99-6FBC7FA5D1B7}"/>
            <msink:sourceLink direction="with" ref="{3D74AEA0-046A-445E-B512-885B59812013}"/>
          </msink:context>
        </emma:interpretation>
      </emma:emma>
    </inkml:annotationXML>
    <inkml:trace contextRef="#ctx0" brushRef="#br0">0 3666 729,'0'0'134,"0"0"260,0 0-247,0 0-63,0 0-35,0 0 0,0 0 0,0 0-10,0 0-10,47-57 20,-36 54 68,0 2 84,3 1 19,-3 0-126,3 0-94,-2 3 32,1 0 20,2-3-36,4 1 17,2 1 2,2-1-9,3 0 13,1 1-17,2 0-3,2 1-19,4 0-1,1 2 1,3-1 0,1 1 0,4-1 0,2-1 0,4 1 25,4-2 40,4-2-36,3 0-26,5 0 0,0 0-3,3 0 2,0 0-1,-1 0-1,-1 0-10,0 0-7,-2 0 17,-2 0 0,-2 2 0,-3-1-12,-1 0 9,-3 1 3,-3-2-16,-2 0 16,0 0 1,-3 0 28,0 0-16,1 0-11,-2-2 18,-1 2-20,0 0 0,1 0-3,-3 0 3,3 3-3,-3 0 3,1 2-1,1-3 1,0 0 4,0 2-4,4-1 0,0 0 9,2-2 14,1 1-23,3 0-2,3 0 2,0-1 0,3-1 0,2 0-4,2 0 4,1 0 11,1 0-11,1 0-19,0-3 19,-2 2 0,1 0-12,-3-1 12,3 1 10,-3-2-10,-1 1-13,-2 2-16,-4-1 13,-2 0-13,-4-2-20,-4 2 30,0 0 19,-5 1 32,-1-2-30,-3 0 0,-2 1 13,-2 0-12,-2-1-3,-6 2 1,1-2 8,-3 1 3,-2-2-12,-2 2-1,0-3 1,-3 2 15,2 0-15,-2-1-3,0 0 3,2 0 0,1 0-15,0 0 0,-2 0 15,3 0 0,-1 0-1,2-1-10,-1 1 11,2 1 0,-1-1 0,3 0-15,-1 1 15,1-1 0,2 1-12,0-3-10,1 3 20,0-1-21,0-1-32,1 1 10,3-2 42,-4 2-17,2-1-6,-1-2-28,-2 4-11,0-2 45,-6 1 18,-1 1 2,-2-1 23,-4 2-4,-3-1-15,-2-1-1,-2 2 29,-3 0-3,0 1-25,-2-1 18,-1 1 27,1 0 25,-1-1-16,0 1-10,0 0 10,0-1-27,2-1-31,0 0-22,0-1 19,3 0 0,0-1-13,1 1-9,0 1 25,2-1-2,0-1-9,-1 0-4,0 0 15,0 1 0,-2 0-4,-1-1-14,1 2 18,0-1 16,-2 0-16,0-2 0,-1-1 15,-1 2 18,2-3-22,-3 0-10,1-1 0,0 0 16,4 0-17,-5-2-4,3 2 4,0-1 0,0-1 0,1-1 0,2-1 23,-2 0-23,4-2-3,-1-3-30,1-2 33,2 0 0,-1-3 3,0-5-3,3-1 3,-2-6 3,1-4-6,2-2-22,-2-5 20,2-3-1,-3-4-32,-1 1 13,-1-1 22,-5-1 38,-2 0 33,-1 2-3,0 0 25,0 2-10,-1 2-9,0 0-20,1 2-31,0 0-23,4 1-2,1-1-39,2 1 6,1-1-26,-1-1 3,2 1 4,-1-5 5,-1 1 14,1 0-4,-2-2 7,0 1 6,1-1-9,-3 1 16,1-2-13,-2 3-4,1 1 23,1 1 13,0 2 0,2 4 1,-3 1 2,3 2 0,-2 6-3,2-1-3,-3 3 0,1 3 1,-1 0-11,-1 0 11,0 3 2,-1-1 3,-1-1-2,0 1-1,-1 2 3,0-1 1,0 2 9,0-1-13,0 1 2,0-1 1,-1 1-3,0-2 0,-1 1 0,-1-1 0,1-1-1,0 0 0,-1 0 1,-1-1 0,2 0-1,-1-1-2,0 2 1,1 2 2,1-1 0,0 5 0,1 0 3,0 2 0,0 1-1,0 2-1,0 1 1,0 1 1,0 1-1,0 0-1,0 0 0,0 1 12,0-1-12,0 1-1,0 1 2,0-2 0,2 1-2,0 1 0,4-1 1,-4 1 2,2 0-2,-1-1-1,-1 2 3,0-2 8,1-1-11,1 0 0,-1 1 12,-1-3-9,0 2 0,1 0-3,-1-3 3,-2 4 10,2-1-13,-2-2 0,0 5 0,0-1 3,0 0-3,0 4 1,1 2-2,-1 1-31,0 0 32,0 2 51,0-3-6,0 2-28,0-2-17,0 2-2,-3 0 2,2-3 1,0 0-1,0 2-1,-1-3 1,2-1 3,-2 2-1,2-1 0,0-1 11,0-1-12,-1 3-1,1 0-4,-1 0 3,1 0 0,0 3 0,-2-2-12,1 1 13,0 2 0,1-1-2,-1-1-14,1 2 16,-2 0 0,2 0 0,0 0 0,0-1 1,-1 0 18,-1 1-16,2-3-1,0 2 20,0 1-9,0-4-13,0 2-1,0-1 1,-2 0 1,2 0-1,0-1-3,-1 2 3,0-1 0,1 0-1,-3 0-2,3-3 2,-2 3-1,0 1 1,0-2-10,1-2 11,-1 3 3,-1-2-1,3 1-2,-2 0 19,1 0 1,0 0-20,1-2 1,0 3 17,0 2 8,-2-1-26,2 0-2,0 2 2,0 0 0,0 0-15,0 0-11,0 0 23,0 0-1,0 0-38,0 0 1,0 0 15,-2 0 13,2 0 13,0 0-2,-1 0-12,1 0 12,-2 0-22,0 4 11,-2 0 13,-1 3 17,-1 0-17,-2 0 0,0 2 11,-1-2-1,0 1-10,-1 3 0,0-1 0,-1-1 0,-2 6-14,-1-1 1,-1 4 13,-2 2 0,1 0 0,-3 3-13,3-2 13,-1-3 0,1 3-18,2-2 18,0-3 11,2 1 5,3-5 6,-1-2-22,3-2 0,4-4 26,0-1-7,3-1-6,-3-1 19,3-1 10,0 0-6,0 0 31,0 0 7,0 0-7,0 0-25,0 0-10,0 0 22,0 0 7,3-4-48,-2-4-13,4-4-36,2-3 35,3-3-56,-1-1 36,1-1 21,-1 0 0,1-1-4,1-1-18,1 0 19,-1 0-10,0 0-22,2 0 7,-1 1 28,2-3 0,0 4-13,0-2 11,1 1 2,0 1 3,-2 2-3,0 2 0,1 2 0,-2 3 3,-3 2-3,0 3-32,-1 2 0,-1 1-9,0 3-20,0-1-1,-1 1 27,1 0 0,1 0-39,-1 4 3,3 3 45,1 2 3,0 2 23,1 7 29,0 0 46,-1 5-1,0 1-45,0 0-7,-2 0 13,3 0 4,-2-1-37,1-1-2,1-2 1,-3-4 22,2 1-23,2-5-9,1 2 9,0-4 13,2-4-13,1 1-31,-1-3-24,0 0-196,-3-2-449,3-2-64</inkml:trace>
  </inkml:traceGroup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</inkml:channelProperties>
      </inkml:inkSource>
      <inkml:timestamp xml:id="ts0" timeString="2024-03-15T14:49:47.744"/>
    </inkml:context>
    <inkml:brush xml:id="br0">
      <inkml:brushProperty name="width" value="0.14" units="cm"/>
      <inkml:brushProperty name="height" value="0.14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8BAAC5DF-59E1-4306-AABA-98DC7A777F40}" emma:medium="tactile" emma:mode="ink">
          <msink:context xmlns:msink="http://schemas.microsoft.com/ink/2010/main" type="writingRegion" rotatedBoundingBox="3469,6884 21394,8372 21169,11085 3244,9597"/>
        </emma:interpretation>
      </emma:emma>
    </inkml:annotationXML>
    <inkml:traceGroup>
      <inkml:annotationXML>
        <emma:emma xmlns:emma="http://www.w3.org/2003/04/emma" version="1.0">
          <emma:interpretation id="{DAB38553-79B9-4E14-B404-8D93A980B072}" emma:medium="tactile" emma:mode="ink">
            <msink:context xmlns:msink="http://schemas.microsoft.com/ink/2010/main" type="paragraph" rotatedBoundingBox="3469,6884 21394,8372 21169,11085 3244,9597" alignmentLevel="1"/>
          </emma:interpretation>
        </emma:emma>
      </inkml:annotationXML>
      <inkml:traceGroup>
        <inkml:annotationXML>
          <emma:emma xmlns:emma="http://www.w3.org/2003/04/emma" version="1.0">
            <emma:interpretation id="{27FF0BA1-A5BC-4557-AAF2-F3E7AC0EA89C}" emma:medium="tactile" emma:mode="ink">
              <msink:context xmlns:msink="http://schemas.microsoft.com/ink/2010/main" type="line" rotatedBoundingBox="3469,6884 21394,8372 21169,11085 3244,9597"/>
            </emma:interpretation>
          </emma:emma>
        </inkml:annotationXML>
        <inkml:traceGroup>
          <inkml:annotationXML>
            <emma:emma xmlns:emma="http://www.w3.org/2003/04/emma" version="1.0">
              <emma:interpretation id="{E16257C4-5011-4879-9137-5BF9A30EA0EF}" emma:medium="tactile" emma:mode="ink">
                <msink:context xmlns:msink="http://schemas.microsoft.com/ink/2010/main" type="inkWord" rotatedBoundingBox="3457,7039 7326,7360 7167,9275 3298,8954">
                  <msink:destinationLink direction="with" ref="{9F6BBDF1-AD80-4ED3-B265-17F967639BE3}"/>
                </msink:context>
              </emma:interpretation>
              <emma:one-of disjunction-type="recognition" id="oneOf0">
                <emma:interpretation id="interp0" emma:lang="en-US" emma:confidence="0.5">
                  <emma:literal>452804×4</emma:literal>
                </emma:interpretation>
                <emma:interpretation id="interp1" emma:lang="en-US" emma:confidence="0">
                  <emma:literal>452824×4</emma:literal>
                </emma:interpretation>
                <emma:interpretation id="interp2" emma:lang="en-US" emma:confidence="0">
                  <emma:literal>452804×41</emma:literal>
                </emma:interpretation>
                <emma:interpretation id="interp3" emma:lang="en-US" emma:confidence="0">
                  <emma:literal>453804×4</emma:literal>
                </emma:interpretation>
                <emma:interpretation id="interp4" emma:lang="en-US" emma:confidence="0">
                  <emma:literal>453804×41</emma:literal>
                </emma:interpretation>
              </emma:one-of>
            </emma:emma>
          </inkml:annotationXML>
          <inkml:trace contextRef="#ctx0" brushRef="#br0">69 196 623,'0'0'261,"0"0"-203,0 0-28,0 0-11,0 0 69,0 0 91,0 0 43,0 0-50,-16-61 75,16 54 6,0 2-78,0 2-33,0 0-9,0 2 5,0 1-61,0 0-64,-2 0-13,1 0-25,1 0-14,0 4-32,0 3 58,0 4 13,3 7 43,-2 5-43,1 7-1,0 4 1,1 7 0,-2 6-38,1 3 36,1 7-16,-1 2 15,1 6 3,-2 0 0,1 4 29,-2 0 77,0-1-22,2-2-55,-2-1 9,1-5 42,-1-1-41,2-6-38,-1-5 12,0-4 1,0-4-14,-1-5-3,1-5-37,1-4 38,-2-1-12,0-6-21,0-3-55,0-4-100,0-3 29,0-4-133,0-2-131,0-3-63,0 0 48,-4-9-473</inkml:trace>
          <inkml:trace contextRef="#ctx0" brushRef="#br0" timeOffset="2446.0549">124 1333 1125,'0'0'241,"0"0"-202,0 0-39,0 0-3,0 0 1,0 0 1,0 0-20,0 0-41,0 0 49,0 0 11,3 29 2,1-13 0,0 3 1,-1 2 24,2 1-25,0 1-4,-2 3 4,2-1 19,0-1-19,1 2-3,0-1 3,1 4-3,-1-3-16,0 1-1,0-3 19,-2 1 0,-1-2-11,1-4-30,-2-1 26,1-3 16,-1-2-3,0-4-102,-1-2-169,-1-2-107</inkml:trace>
          <inkml:trace contextRef="#ctx0" brushRef="#br0" timeOffset="2994.5043">426 755 1672,'0'0'35,"0"0"-35,0 0-136,0 0 67,0 0 66,0 0 3,-23 54 13,23-39-13,0 4 0,0 1-16,2 4 16,0 2-1,0 2 1,-1 4 16,1 2-14,-2-2-2,0 3-26,0-2-3,0-4-4,0-2 7,-2-5-6,2-2-20,0-3-59,0-7-140,0-1-124</inkml:trace>
          <inkml:trace contextRef="#ctx0" brushRef="#br0" timeOffset="3459.3558">562 832 1876,'0'0'286,"0"0"-218,0 0-52,0 0 10,0 0 45,0 0 26,0 0-16,0 0-26,36-60-33,-20 51 11,2 3-33,-1 2-10,1 1-16,0 3 23,0 0 2,-2 3 1,-1 3 0,-3 6 3,-1 1 29,-5 6 6,-1 6-37,-5 4 17,-2 4-18,-7 2-30,-4 2-25,-3-3 1,-3 0 41,0-2-13,-1-2-23,-1-6 46,-1-1-26,3-4 10,0-2 19,3-5 15,2-2 11,3-3-4,3-3-2,3-2 25,2-1 23,2 0-26,1-1-42,0 0-12,0 0-21,1-2-51,6-1 1,0-2 47,3-2 36,3 1-1,-1 0-19,4 2 4,-2-1 16,3 3-1,1-1 0,2 2-22,1 1 21,1 0-46,-1 0 22,-1 4 26,-1-1-20,0 1-51,-1 0 26,-1 0 44,-1 0-61,0-1-175,0-2-182,-6-1-132</inkml:trace>
          <inkml:trace contextRef="#ctx0" brushRef="#br0" timeOffset="4139.2249">1038 989 1570,'0'0'188,"0"0"-172,0 0 30,0 0 38,0 0-15,0 0 15,0 0-9,0 0 15,0 0 37,0 0-11,0 0 3,32-8-31,-21 1-8,3 0 7,0-1 0,-1-2-26,-2 0 0,3-1 9,-3-3-9,0 2-13,1-3-20,-3 0 17,1-3-13,-2 3-13,0-3-18,-2 0 1,-1 2 24,-2 0-24,-2 2-2,-1 0 3,0 2 13,-5 1-16,-4 0-30,0 1 18,-4 4 9,-3-1-44,0 3-36,-3 1 38,0 3-16,0 0-16,-1 7 10,-1 1 16,4 4 12,-2 2 17,1 1-1,1 2 4,3-1 3,1 1-13,2-1 3,3-1 0,3 0 0,2-2-2,3 1-18,0-3-2,4 3 26,6-4 21,0 4 2,4-1 0,2 0 47,3-2-48,1 3-3,3-5 3,0 3 2,1 1 11,1-2 12,-1 0-22,-2 1-2,-1 0 0,-4 3-1,-2 0 0,-1 0-29,-4 0 29,-4 3 16,-3 0-16,-3 1 22,-2 0-5,-6-2 2,-5 1 7,1-3-4,-4-2-6,2-2-3,-3-3 10,2-3 6,0 0-4,1-4-2,2-1 22,-1 0-7,1-6 20,2 0-42,2-4-15,0-1-1,4-4-13,2 0-9,2-4-4,0-1 24,8-1-52,3 0 9,4 0-17,2 0 24,2 0-7,5 1 32,0 0-11,2 4 22,-2-2-12,3 3-28,-3 4-9,-1 0-20,-1 1-23,-1 5-185,-3-1-260,-5 2-79</inkml:trace>
          <inkml:trace contextRef="#ctx0" brushRef="#br0" timeOffset="4686.7869">1756 743 1914,'0'0'256,"0"0"-139,0 0 51,0 0 13,0 0-123,0 0-43,0 0-15,0 0-45,0 0-10,0 0 11,-67 60 44,54-34 10,1 2-7,-3 2-4,1 2 2,0 1 9,-1 3-10,1-2-4,0-3 4,-1 2 26,1-3-26,2-3-9,-1-3-4,5-4-10,0-2-45,3-3-84,2-3-211,2-5-163,1-2-152</inkml:trace>
          <inkml:trace contextRef="#ctx0" brushRef="#br0" timeOffset="4438.5824">1454 821 1812,'0'0'341,"0"0"-218,0 0 0,0 0-6,0 0-8,0 0-109,0 0-6,0 0 6,0 0 52,0 0-33,51 25-17,-34-15 0,2 3 34,-1 2 28,2 2-29,1 2-6,0 4-13,-1 1-13,-1 1-3,1 0-13,-2-1 13,-1-3 0,0-1-23,-2-5-12,-1-3-26,0-1-17,-1-3-44,-2-2-69,2-2-59,-2-4-123,-2 0-40,-2 0-24,2-11-172</inkml:trace>
          <inkml:trace contextRef="#ctx0" brushRef="#br0" timeOffset="5212.4435">2027 664 897,'0'0'397,"0"0"-234,0 0 107,0 0 191,0 0-96,0 0-94,0 0-66,0 0-67,0 0-77,0 0-48,0 0-13,-22-18-17,22 18-51,0 2-31,0 4 80,0 4 19,0 5 48,0 4-13,-2 6 16,-4 2-25,1 2-7,-3 1-16,-1 3 36,-1-1-39,1 0-7,0-1 7,0-2 3,0-1-3,3-5-2,1-2-23,0-6 24,2-1-2,3-6-45,0-1-10,0-4 10,0 0 26,0-2-10,6 0 32,1 1 28,2-2 56,2 0-49,5-3 10,0-1-1,4-3-9,2 0-35,1-1-12,2-1-4,2 2 12,-2-2-21,2-1-13,-2 4-1,-1-2 1,-2 3-58,-2 0-62,-2 3-73,-2-1-83,-2 3-208,-5 0-142,-2 0-344</inkml:trace>
          <inkml:trace contextRef="#ctx0" brushRef="#br0" timeOffset="5478.7278">2200 854 2406,'0'0'303,"0"0"-206,0 0 79,0 0-54,0 0-83,0 0-39,0 0-36,0 0 36,0 0 74,-10 68-26,10-41-29,0 6-16,0 0 21,0 4-24,-2 1-4,-1 3-34,-2 2 16,1 0-23,-3 1-77,3-3-54,-3-1-46,2-5-50,-1-2-201,3-11-145,-2 1-416</inkml:trace>
          <inkml:trace contextRef="#ctx0" brushRef="#br0" timeOffset="11465.1474">4763 132 718,'0'0'186,"0"0"-121,0 0-39,0 0 40,0 0 28,0 0 53,0 0 129,0 0-90,0 0-99,-3-10-28,1 10-10,2 0-20,0 0-10,0 0-3,0 0-16,0 0-52,0 0-32,0 4-10,0 4 81,0 5 13,0 5 2,0 5 24,0 6-26,0 1-13,3 6 13,-2 3 39,2 5-6,0 4 74,-1 5-23,0 2 26,3 4-9,-2 4-14,2 2-29,0 0 36,1 2-49,-1-4-29,0-3-12,1-2 8,-1-6-12,1-5 0,0-6-1,-2-5 1,-1-6 0,0-3-1,-2-4-18,1-4 19,-2-3 0,0-3-17,0-3 17,0-2 2,0-2-2,0-2-63,0-3-43,-3-1 2,0 0-22,0-1-43,-1-3-331,-6-16-607</inkml:trace>
          <inkml:trace contextRef="#ctx0" brushRef="#br0" timeOffset="13158.2315">5108 556 1137,'0'0'94,"0"0"-94,0 0-78,0 0-3,0 0 45,0 0 36,-2 71 16,7-45-16,3 2 3,0 3 40,1 3 64,-2 3 7,0-2-33,-2 6 14,-3-1-17,1-2-36,-2 2 33,-1-5-59,0 1 30,0-6-46,0-1-28,0-8-28,0-2-110,0-5-22,0-6-102,0-1-209</inkml:trace>
          <inkml:trace contextRef="#ctx0" brushRef="#br0" timeOffset="13630.5405">5384 744 2681,'0'0'379,"0"0"-311,0 0-68,0 0-35,0 0-4,0 0 39,0 0 51,0 0-51,0 0-16,0 0 14,0 0 2,28-11-3,-16 10-74,-1 1 32,1 0-25,0 3 15,-1 4 7,0 1 9,0 4 39,0 3 16,-3 5 81,-3 3-46,-2 5-51,-3 2 0,-3 0-32,-6 1-23,-1-1-54,-3-2 64,-3-1 12,-1-3 11,1-1 8,-1-5 14,-1-2 3,2-3 0,1-3 0,1-4 23,3-1 16,1-1-6,4-1 5,3-2 8,0-1-17,3 0-32,0 0-17,0 0-35,0 0 7,4 0-48,2-1-20,2-2 113,5 2 16,4-2 7,2 2-20,5-1 13,1 0-5,1 2-11,4 0-16,1-1 14,1 0 2,1-3 0,2 0-3,0 0-16,-2-3-36,-1-1-142,-1-3-264,-2-1-115,-7 1 42,5-8-190</inkml:trace>
          <inkml:trace contextRef="#ctx0" brushRef="#br0" timeOffset="2043.3885">0 172 1068,'0'0'104,"0"0"-104,0 0-32,0 0-30,0 0-6,0 0 38,0 0 30,0 0 36,0 0 26,0 0 49,69-1-14,-45 1 14,4 0 23,1 0-11,4 0 46,1-3 26,3 2-39,5-4-49,1 0-4,3-2-9,5-1-52,1 0-25,3-4-17,5 2 0,0-3 0,4 0 0,-2 0-16,0 0 13,-1 1-33,-3 1 14,-2 0-11,-2 3 4,-2 1-13,-3 2-3,-3 0 9,-2 4 17,-3-1-33,-5 2 13,-1 0 7,-2 2 12,-1 1 17,-4 1-13,1 0-23,-1 1 26,-2 0-3,1 0 3,-1 0 0,0 1 13,-4 0-3,2 1 2,-1-1-13,-2-1 14,-1 1 14,1-1-14,-2 0-2,0-1 2,0-2 3,-2 0 1,1-1-1,-1-1 26,-1 0-16,0 0 3,-2 0-16,0 0 33,0-3 19,0 1-52,-1-1 0,3 2 0,-2-3 0,1 2-30,-1-1 27,0 2 3,-1 0 0,3 1-35,-2 0-4,-1 0 16,2 0 20,0 0 3,0 1-36,1 1 26,0 0 9,-2 0 1,1 2-32,-3-3 32,1 2 3,-3-1-3,0 1-1,-2-1 1,0 2 19,-1-3-6,0-1-12,-2 2 16,0-1-14,1 0-3,-1 0 0,0 0 0,-2 0 10,1 0-10,0 0-4,-1 0 4,-1 1 0,1-2 0,-2 2-1,-1-2 1,0 0 4,0 0-1,0 0 13,2 0 3,-2 0 7,0 0-3,0 0 6,0 1 26,0 1-9,0-1-30,3 1 10,-2 1 32,1 1-3,0 1-29,1 1-3,0 1-4,0 2-3,0 1-16,0 1 1,-1 2 0,1 0 2,-1 4 9,2-1-8,0 2 15,-1 1-1,-1 3-18,1-1 0,-1 4 17,0 0-17,2 2 0,0 2-13,0 1 13,2 1 0,-1-1-10,1 2 9,-1-2-2,1 0 3,1 0-1,0 0 2,-2 0-1,1-1 9,0-1-9,-2 0-6,1-2 6,-1-2 1,-1 1-1,1-2-16,-1 0 16,-1 3 15,1-3-15,-2 0-13,1 2 13,1-2 0,-2 3-1,1-5 1,-2 3 0,0-2 2,0 1-2,0 0-1,0 1 1,0 0-1,0 1-1,0-2-12,-2 0 14,-1 1 29,2-3-16,-1 2-10,1-2 20,1 0-6,0-2-17,0 0-1,0-3 1,0 4 14,0-5-14,0 1-2,0-1 2,0 0 2,0-1-2,0-2-1,1-1 1,-1 0 1,1-1-1,-1-3 0,0 1 1,0-2 2,0 3 0,0-3-1,0-1 2,0-1-2,0 2-2,0-3 1,0-1-1,0 2 3,0-3 10,0-1-10,0 0 20,0 1 6,0-1 0,-1 3 0,-3-2-10,0-1-6,-2 3-10,-2-3-2,0 3-1,-3 0-1,-1-2-1,-1 0-11,-2 3 10,0-1 0,-3 0 3,1 1-3,-4 1 1,2-2 2,-4 2 0,-1-2 0,2 1-1,-2 0 1,-1 0 13,1-2-11,-3 2-2,3 0 1,-4-1-1,1 1-1,-2 0 0,-1-1 0,-1 0 1,-2 2 0,-2-1 0,0 2-1,-3-1 1,0 2 0,-3-1 36,2 0 9,-4 1-10,2 0-2,-1-1-31,1-1 12,0 2 6,0-2-17,2 0 13,0 3-3,3-4 19,-2 1-29,4-2 10,0 0 6,0-1-6,0 0-12,0-1 2,0 0 10,-1 0-11,1 1-2,1-2 0,1 0 18,0 0-17,2 0 14,0 0-15,0 0 1,3 0 19,0 0-8,2-3-8,1 2 28,-1-1-32,3 1-2,-2-1 0,0 2 1,2-2 1,1 2-1,2 0-1,-1 0-15,2 0 15,1 0 2,1 0-3,1 0 3,0 0 2,0 0 10,2 0-11,-1 0 1,1 0 30,0-1-30,2-2 27,0 0-13,0-1-13,3 2 22,-1-4-23,1 2 1,1 0-1,-1-2-2,4 2-4,-2 0 4,1-1 0,2 2 13,-1-1-13,1 1 0,0 0-1,0-1-17,0 1-7,1 1 25,1 1 0,-1-1-4,1 1-21,-1 0 25,0 1 10,2-2-10,-3 2-14,3-1 14,-2-1 2,1 2-2,-1-1 0,1-1 1,1 1 2,0 1-3,-2 0 0,1-1-2,-1 0 2,0-1-16,2 2-3,-3-1 15,1 1 1,-1 0-16,1-1-13,-2 0-10,0 0 30,-1 1-11,-1-1-9,-1 1 29,0 0 2,0 0-2,-3 0-7,2-2 10,-3 2 0,-2 0 0,1 0-3,-2-1 3,1-1 3,-1 1-1,0-1 1,1-1 26,1 1-29,0-2 3,1 1 1,3 1 21,0-1 7,2 1-6,1-2-25,2 3 21,0-2-19,0 2-2,0-1-1,3 1 0,0 0-1,-2 1 1,1 0-16,1-1 3,0 1-10,0 0-34,0 0-11,0 0 1,0 0-26,0 0-65,0 0-52,0 0-56,0 0-94,0 0-47,0 0-65,0 0-144,0 1 317</inkml:trace>
        </inkml:traceGroup>
        <inkml:traceGroup>
          <inkml:annotationXML>
            <emma:emma xmlns:emma="http://www.w3.org/2003/04/emma" version="1.0">
              <emma:interpretation id="{28D242AD-8132-44D0-8442-2D332C628DC8}" emma:medium="tactile" emma:mode="ink">
                <msink:context xmlns:msink="http://schemas.microsoft.com/ink/2010/main" type="inkWord" rotatedBoundingBox="9469,7382 10733,8319 10169,9079 8906,8141">
                  <msink:destinationLink direction="with" ref="{23A29D7D-5FC1-40EC-B944-DDB76BB84F2B}"/>
                  <msink:destinationLink direction="with" ref="{9F6BBDF1-AD80-4ED3-B265-17F967639BE3}"/>
                </msink:context>
              </emma:interpretation>
              <emma:one-of disjunction-type="recognition" id="oneOf1">
                <emma:interpretation id="interp5" emma:lang="en-US" emma:confidence="0.5">
                  <emma:literal>k</emma:literal>
                </emma:interpretation>
                <emma:interpretation id="interp6" emma:lang="en-US" emma:confidence="0">
                  <emma:literal>K</emma:literal>
                </emma:interpretation>
                <emma:interpretation id="interp7" emma:lang="en-US" emma:confidence="0">
                  <emma:literal>-</emma:literal>
                </emma:interpretation>
                <emma:interpretation id="interp8" emma:lang="en-US" emma:confidence="0">
                  <emma:literal>t</emma:literal>
                </emma:interpretation>
                <emma:interpretation id="interp9" emma:lang="en-US" emma:confidence="0">
                  <emma:literal>!</emma:literal>
                </emma:interpretation>
              </emma:one-of>
            </emma:emma>
          </inkml:annotationXML>
          <inkml:trace contextRef="#ctx0" brushRef="#br0" timeOffset="14242.7362">5941 877 1459,'0'0'280,"0"0"-215,0 0 29,0 0 156,0 0-14,0 0-29,0 0-46,0 0-55,0 0-70,0 0-33,0 0 35,4-8 46,5 2 22,2 2 9,3-3 3,2-2-20,1-1-31,1-3-7,1 0 0,-2-2 7,1-1-26,-1-1-16,-1 1 16,0-1-4,-2-1-25,-3 0-11,0-1 11,-2 1-3,-3 2-9,-2-2-10,-2 3 10,-2 0 12,-2 2-12,-6 0-25,-4-1-44,-4 2-7,-5 2-25,-2 0-7,-6 4-3,-1 3 12,-3 3 3,-2 4 33,0 5 40,0 4 20,2 2-19,0 3-5,6 2 27,3 1 0,4-2-13,5 0-29,5-1 17,5 1-17,5-4-32,3 0-26,8 0 65,5 0 12,4-1 23,7 1 34,2-2 40,4 0-29,3-1-16,0 0-7,1-1 17,-2 0-10,-2-1-15,-3 3-12,-4-2-4,-1 3 2,-5 1-22,-3 0 9,-3 2 13,-7 0 19,-2 0-6,-5 2 7,-1-2 21,-9 3-41,-3-2 1,-1-2-1,-5-1 48,1-3 10,-1-2-36,-2-2-9,-1-1 22,2-3-3,1-1-16,0-3 6,4 0 26,2-1 9,1-5-37,3-2 18,3-4-29,3-4-9,3-1-51,2-7-50,7-2 37,7 1 6,4-4-12,3 3 6,5-1 16,0 0 9,5 6-25,-2-1 10,2 3 12,-1 1-48,-1 3-256,-1 1-338,-8 4 20,5-2-372</inkml:trace>
          <inkml:trace contextRef="#ctx0" brushRef="#br0" timeOffset="19426.6591">11215 402 1770,'0'0'577,"0"0"-247,0 0-163,0 0-115,0 0-20,0 0 42,-66 15 3,57-4-39,-1 7 0,0 0 36,-1 5 3,1 2-23,-1 0-32,0 2 0,1 1-15,-2-1-7,0 0-12,2 0 12,0 1 0,-1-2-40,3-3-50,-1-2-34,4-4-49,3-4-56,2-5-90,0-1-174,0-6-50,4-1 97,5-5-79</inkml:trace>
          <inkml:trace contextRef="#ctx0" brushRef="#br0" timeOffset="19785.1595">11533 245 2564,'0'0'569,"0"0"-502,0 0-67,0 0 0,0 0 37,0 0 75,0 0 60,0 0-33,0 0-109,0 0-28,5 23 68,-5-8 28,-4 5-42,-1 5-24,-2-2 5,-3 4-2,-1 3-35,-2 0 3,1 4 13,-1-3 15,1 2-31,2-4-16,0-1 16,4-3 10,1-4-10,4-3-26,1-3 23,0-4 3,3-1-31,3-3 31,3 1 0,1-3 32,4 0-32,1-2-1,2 0 1,4-1 14,1-2-14,3 0-25,4 0 25,-3 0 0,1-2-20,2 1-39,-2-2-45,-1 1-66,-2-1-52,-3 1-72,0-2-71,-2 1-165,-4-1-132,-4 1-19</inkml:trace>
        </inkml:traceGroup>
        <inkml:traceGroup>
          <inkml:annotationXML>
            <emma:emma xmlns:emma="http://www.w3.org/2003/04/emma" version="1.0">
              <emma:interpretation id="{2A153E20-8BC1-488B-AE57-B667FCB93E01}" emma:medium="tactile" emma:mode="ink">
                <msink:context xmlns:msink="http://schemas.microsoft.com/ink/2010/main" type="inkWord" rotatedBoundingBox="11742,8187 15900,8532 15726,10633 11568,10288">
                  <msink:destinationLink direction="to" ref="{3BA8E954-BB92-4C76-92F7-79C20808C44D}"/>
                  <msink:destinationLink direction="with" ref="{9F6BBDF1-AD80-4ED3-B265-17F967639BE3}"/>
                  <msink:destinationLink direction="with" ref="{1FCC6661-9305-4FD4-8516-E1E8DE23A5A8}"/>
                </msink:context>
              </emma:interpretation>
              <emma:one-of disjunction-type="recognition" id="oneOf2">
                <emma:interpretation id="interp10" emma:lang="en-US" emma:confidence="0.5">
                  <emma:literal>o</emma:literal>
                </emma:interpretation>
                <emma:interpretation id="interp11" emma:lang="en-US" emma:confidence="0">
                  <emma:literal>°</emma:literal>
                </emma:interpretation>
                <emma:interpretation id="interp12" emma:lang="en-US" emma:confidence="0">
                  <emma:literal>.</emma:literal>
                </emma:interpretation>
                <emma:interpretation id="interp13" emma:lang="en-US" emma:confidence="0">
                  <emma:literal>a</emma:literal>
                </emma:interpretation>
                <emma:interpretation id="interp14" emma:lang="en-US" emma:confidence="0">
                  <emma:literal>-</emma:literal>
                </emma:interpretation>
              </emma:one-of>
            </emma:emma>
          </inkml:annotationXML>
          <inkml:trace contextRef="#ctx0" brushRef="#br0" timeOffset="77200.3654">6900 3031 434,'0'0'352,"0"0"-245,0 0-38,0 0 38,0 0 59,0 0 88,0 0-52,0 0-52,0 0-79,0 0-49,0 0-22,-40-36-26,40 36-39,0 0-13,2 0-10,3 0 88,2 1 23,3 0 22,5 2-12,4 0-1,5 0 20,7-2 13,7-1 19,6 0 30,9 0-23,5-4-10,6-1 22,8 2-9,5-4-33,4 1-6,4 2-53,5 0-2,1 1 7,3 3-7,0-2-2,2 1-11,0 0 13,1 1-1,-2-1-8,1 0 9,0 1 22,-2-3-21,0 2 20,-3-1-1,-3-1 5,-1 0-25,-2 1 0,-4-2 21,-2-1 8,-2 2-7,-3-1 7,-1-2 3,-2-1 10,-3 2-10,-3 0-12,0 2-7,-3 0-11,-4 2-2,1-1 0,-4 1 0,-3 1 25,0 0-25,-3 0 1,0 0 0,-1 0 22,-2 0-22,-2 0 0,1 0 1,-1 0-2,-1 0 0,-1 0 0,0-2 0,-2 2 16,-1-3-16,-1 1 0,-1-2 3,-2 0 16,-2-2-19,-1 1-1,0 1 1,-2-2 20,-2 2-20,2 1-14,-1-1 14,-3-1 0,-1 1-14,-1 2-12,-4 0 25,-2 0 0,-2 1-2,-5-2-13,-1 2 16,-1 0 19,-4-1-19,0 2 1,0-1 14,-4 1-2,1 0-13,-1 0-14,1 0 14,-2 0 0,2 0-3,-1 0-16,-1 0 19,2 0 0,-2 0-1,0 0 1,0 0 13,0 0 28,0 0-5,0 0 5,0 0 33,0 0-4,0-3-9,-3 0 5,-1-3-66,0-2-1,-3 1-27,-1-2 8,2-1 20,-2 0 3,2 0-3,-2-1-3,1-1 2,-3 1-12,2-1-13,-2-2 10,1-1 16,-3-3 1,0 1-1,0-3-3,-1-1 2,0-3 0,-3 4-2,3-4-9,-2 4 12,-1-1 26,2 1-26,-1 0 0,1 2 21,3 0-2,-1 0-19,2 2-25,0 0 25,1 1 1,0-3-1,0 1-26,0 2 26,0-4 0,-1 2 0,2-2-32,-3 0 32,2 3-2,-1-3-30,1 4-9,0 0 30,0 1 9,-1 3-18,1-1-3,0 0 22,2 1 0,0 2-11,-1-3 3,0 3 9,2-2 24,-1-2-24,1 3-16,-1-1 16,1 1 11,0-1-11,0 0-18,0 3 18,1-2 14,1 3-14,-1-1-2,2 1 2,-1-2 11,0 1-11,1-3-9,-2 0 9,1-3 22,-2 3-22,0-4-15,-1 2 15,0-3 13,-3 0-13,1 1 0,-1-2-3,0-1 3,-1 0-13,0 0 1,-1-2 12,0 0 3,1 0-3,1-1 0,-1 1-2,-1 1-1,0-1-10,0-1-12,1 2-1,1 0 10,-1-2 15,0 5-12,0-2 2,0-1 9,2 3 2,1-4-2,1 4-20,1 0 19,1-1-13,0 1 0,2 1-3,0 1 19,0 2-1,2 1 0,-1 2-1,0 0-11,2 3 11,-3-2-11,3 3 12,0 1 0,-1-1 1,0 2-1,1-1 0,-1 1 0,0 0 1,-1 1-3,2 1 1,0 0 0,-1 0 1,1-1-2,0 1 0,-1 0 2,1-1 1,-1 1 1,1-1 1,-2 1 11,2-2-10,-2 2 0,2-2-1,-1-1 14,-1 1-12,1 1-2,-1 0-1,-1 1 0,-1 1 1,0 0-2,-4 0-19,-3 3-36,-1 5 10,-3 1 16,-2 5-61,-4 1 64,-3 3 25,-1 0-12,-3 2 11,-1-1 0,2 2 2,-1-1-3,1-1 3,2-2 2,0 1 10,2-3-12,3-4 4,4-2 15,3 1-16,2-5-3,2 1 1,6-6-1,0 1 3,2 1 9,1-2 8,0 0-20,0 0 1,0 0 11,0 0 10,0 0 10,2-2 7,3-1-39,4-5-10,2-3-9,4-1 6,1-5-6,2 1 6,4-1 13,-1-1-1,2-3 0,2 1-14,2-1 15,1-1 3,0 1 0,0-2 0,-2 2 20,1 1-4,-5 3-16,-4 2 10,-6 5 13,-1 2-26,-5 3-3,-4 3-26,0 2-6,-1-2-20,-1 2-23,0 0-12,0 2-10,0 3 45,2 5 55,-2 7 77,0 2 1,2 5-20,1 2-58,-1 3-12,3-2 9,-1 3 1,2-3-34,0 0 14,1-1 18,-1-2-21,0 0-43,-1-3-324,0-1-262,3 1-27</inkml:trace>
          <inkml:trace contextRef="#ctx0" brushRef="#br0" timeOffset="20786.5736">13930 114 1182,'0'0'111,"0"0"322,0 0-109,0 0-74,0 0-17,0 0-8,0 0-73,0 0-27,0 0 3,0 0-29,0 0-80,5 0-19,-2 6 0,1 4 10,0 6 31,4 9 67,0 6 25,0 6-38,1 7-69,-1 2-25,-2 5 27,1 1-18,-2 3-10,-1 0-13,-2 0 13,1-1 6,-3-2-6,0-2-31,0-6 2,0-5-34,0-6-70,0-9-42,0-3-46,0-7-106,0-9-252,3-4-194,4-13 37</inkml:trace>
        </inkml:traceGroup>
        <inkml:traceGroup>
          <inkml:annotationXML>
            <emma:emma xmlns:emma="http://www.w3.org/2003/04/emma" version="1.0">
              <emma:interpretation id="{66477EAC-72DF-4A00-906C-22144068C0D2}" emma:medium="tactile" emma:mode="ink">
                <msink:context xmlns:msink="http://schemas.microsoft.com/ink/2010/main" type="inkWord" rotatedBoundingBox="15924,8258 21366,8710 21195,10762 15754,10311">
                  <msink:destinationLink direction="with" ref="{1FCC6661-9305-4FD4-8516-E1E8DE23A5A8}"/>
                </msink:context>
              </emma:interpretation>
              <emma:one-of disjunction-type="recognition" id="oneOf3">
                <emma:interpretation id="interp15" emma:lang="en-US" emma:confidence="0.5">
                  <emma:literal>u</emma:literal>
                </emma:interpretation>
                <emma:interpretation id="interp16" emma:lang="en-US" emma:confidence="0">
                  <emma:literal>w</emma:literal>
                </emma:interpretation>
                <emma:interpretation id="interp17" emma:lang="en-US" emma:confidence="0">
                  <emma:literal>.</emma:literal>
                </emma:interpretation>
                <emma:interpretation id="interp18" emma:lang="en-US" emma:confidence="0">
                  <emma:literal>s</emma:literal>
                </emma:interpretation>
                <emma:interpretation id="interp19" emma:lang="en-US" emma:confidence="0">
                  <emma:literal>,</emma:literal>
                </emma:interpretation>
              </emma:one-of>
            </emma:emma>
          </inkml:annotationXML>
          <inkml:trace contextRef="#ctx0" brushRef="#br0" timeOffset="79667.2706">11043 3050 13,'0'0'1149,"0"0"-879,0 0-270,0 0-49,0 0-14,0 0 63,0 0 78,67-12 56,-40 7-30,8-1-3,3 1 19,9-3 78,7 0 74,6-2-81,10 0-101,4 4-61,5-2-26,4 3 1,5 3-3,3 2 2,2 0 13,3 0-16,-1 0-2,3 2-1,-2 2-1,-1 2-12,-1-1 15,-3 2-15,-5 0 13,-4 1 0,-3-1-20,-6 0 10,-5 0 11,-3-1-11,-3-1 13,-2-2 0,1-1 23,3-2 9,4 0 32,3 0 20,3-4-63,5-2-21,2 2-17,3-1 17,2 1 0,2 0 4,3 0-4,1 1 0,2-3-1,2 2-3,1 2 1,-3-4 0,1-1 1,2 2 2,-4-2-13,1 0 10,-3-1 3,-1 0 0,-3-2 0,-4-1-4,-3-1 2,-4 0 1,-6 1 1,-5-3 0,-7 2 1,-6 2 0,-5-1 0,-7 1 1,-6 1 14,-8 0-13,-2 3-1,-7 0 0,-4 0 14,-1 2 4,-5-1-1,-2 1 3,0 0 20,-4 2 0,2-2-7,-3-1 29,3 1-12,-2-1-7,0 0-42,2 0-1,1 0-2,0 0 0,2 0-26,1-1 4,2-3 19,4 1-17,1 1 1,1-3 16,-1 0 0,2 2 1,-1 0-2,-1-1-7,-1-1 11,-1 3 3,-2 0-3,-2 1 0,-1 1 2,-3 3 11,0-1-13,-3 3 0,1-1 16,-2 1 13,0 0-7,0 0-3,0 0 4,0 0-7,0 0-16,0 0-12,0 0 12,0 0 0,0 0-13,0 0 0,0 0 12,0 0 0,0 0-18,0 0-3,0 0 19,0 0 0,0 0-10,0 0 13,0 0 20,0 0 5,0 0-2,0 0 15,-2 0 26,-1-2-33,0 0-31,0-3 0,-1 2 27,1-3 5,0 0-13,0-3-19,0 0 13,0-3 0,-1-2-13,3-1 0,-1-2 1,-1-2 16,2-2-17,-1-3 0,0 0 19,1-2 3,-2-1-21,2-2 1,-1-1 30,-1 0-17,2 0-15,0-3-19,-1 0 6,2-4-9,-1 0-3,0-2-10,1 1 19,-3-1 15,3 1-15,-3 2 3,3 4 13,-1 2 0,-2 4 0,1 4-15,2 4 14,0 6 2,-2 2 90,2 3-75,-1 2 7,-1 1-23,2 0-7,-1 2 1,1-1 6,0 2 15,0 0-15,0 0 0,0 1 3,0-1 10,0 1-13,-1 0-7,1 0 7,0 0 15,0 0-15,0-1 0,0 1 14,0 0-5,0-2-9,0 0 0,0-1 0,0-1 14,0 0-14,0 0-6,0-2 6,0 0 0,0-4 0,0 0-18,0 0 18,2-3 0,0 0 0,1-2-25,0 0 25,0 0 0,-3-2-1,3 2-10,-3 2 11,0-1 12,0 3-12,0 1-22,0 4 21,0 1 1,0 1-19,0 3-6,-1-1 12,-1 2-19,2 0-54,0 0 3,0 0 3,0 0 77,0 0-42,0 2 25,-1-1 20,-2 5 7,1-5-7,0 4-3,-1 0-1,1-1 4,-2 4 0,-1-1 3,-3 1 45,1-1 6,-2 3-25,0 0-16,-1-1 31,1 0 4,1-2-46,-1 1 14,0 0 10,0 1 6,1-3-29,2 1-2,-4-1 28,3 0-8,-2 2-21,0 1-17,-1-1 17,-1 3 22,-1 2-22,0 0 0,-2 1 0,-1 1 35,0 0-19,-2 0 6,1 0 13,1 0 3,0-3-22,1 1-3,1-1 9,2-1 0,3-5-22,1 0 0,3-2 14,1-3 8,3 1-19,0-2-3,0 0 22,0 0 13,0 0-22,0 0-10,0 0 38,0-2 3,5-6-44,3-1-47,1-5 22,4-2-4,2-2-12,1-2 3,3 0 22,-3 2 13,3-1-25,0 0-17,0 2 43,2-2 1,0 0-1,2-2-22,-1 0 24,3-2 1,-2 3-1,1-1 2,-3-1 11,2 1-11,-2 1-2,0 2-15,1-1 14,-3 5 1,-1 4-13,-1 0-15,-3 3-1,-2 2-3,-3 2 0,0 1-9,-2 0-7,0 2-6,-1 0-7,0 3 29,3 0 32,-1 0 3,2 6 29,0-3-13,0 4 1,1 1-1,2-2 3,1 5-21,-1 0 18,4 1-3,-1 1-3,0-1-10,3 6-2,-2-2 3,2 0 12,0 3-13,1 0 16,-1 0-6,1-1-1,-1-1-12,0 0-1,-2-4 0,1 1-18,-2-5-54,1-1-49,-3-1-124,2-3-64,-2-4-236,-4-1-245</inkml:trace>
        </inkml:traceGroup>
      </inkml:traceGroup>
    </inkml:traceGroup>
  </inkml:traceGroup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</inkml:channelProperties>
      </inkml:inkSource>
      <inkml:timestamp xml:id="ts0" timeString="2024-03-15T14:51:40.835"/>
    </inkml:context>
    <inkml:brush xml:id="br0">
      <inkml:brushProperty name="width" value="0.14" units="cm"/>
      <inkml:brushProperty name="height" value="0.14" units="cm"/>
      <inkml:brushProperty name="color" value="#ED1C24"/>
      <inkml:brushProperty name="fitToCurve" value="1"/>
    </inkml:brush>
  </inkml:definitions>
  <inkml:trace contextRef="#ctx0" brushRef="#br0">7 1 447,'0'0'427,"0"0"-297,0 0-13,0 0-58,0 0 3,0 0 13,0 0-13,0 0 169,0 0-104,0 0-43,0 0 43,-5 0-43,5 0-84,0 0-29,0 0-56,0 0-35,0 0-13,0 0-13,-2 0-27,2 0-9,0 0-131,-3-3-235,13 6 246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</inkml:channelProperties>
      </inkml:inkSource>
      <inkml:timestamp xml:id="ts0" timeString="2024-03-15T14:51:16.862"/>
    </inkml:context>
    <inkml:brush xml:id="br0">
      <inkml:brushProperty name="width" value="0.14" units="cm"/>
      <inkml:brushProperty name="height" value="0.14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A9383005-ABB7-4044-A6BF-21B0AAC7E7AD}" emma:medium="tactile" emma:mode="ink">
          <msink:context xmlns:msink="http://schemas.microsoft.com/ink/2010/main" type="inkDrawing" rotatedBoundingBox="6629,12590 11275,7609 14325,10453 9679,15434" semanticType="callout" shapeName="Other">
            <msink:sourceLink direction="with" ref="{23A29D7D-5FC1-40EC-B944-DDB76BB84F2B}"/>
            <msink:sourceLink direction="with" ref="{A033DD6D-DD81-4CA8-8F66-27F92A6572D8}"/>
          </msink:context>
        </emma:interpretation>
      </emma:emma>
    </inkml:annotationXML>
    <inkml:trace contextRef="#ctx0" brushRef="#br0">0 4121 665,'0'0'127,"0"0"-77,0 0-48,0 0-2,0 0 92,0 0-21,0 0-41,0 0-1,0 0-26,71 15 23,-60-15 66,2 0-37,2-1 4,2-2 9,0 1-3,5 0 20,4-2 2,2 1 66,5-2 13,2 1-78,5 0-82,1 0-6,2 0-13,4 0-6,0 0 2,2 3 16,3 0-1,1 1-14,2-3 3,2 3-13,2 0 26,2-1 6,4 0 40,3-1-14,0-2 24,3 2-1,0-1 52,1-1-75,2-4-16,0 3 17,2-3-4,-2 1-29,0 0-26,-1 1 6,0-1 1,-4 1 18,-1 2-35,-2 0 36,-3 0-13,-3 0 10,-3 0-16,-2 1-7,-2 0 9,-3 0 14,-4 1-19,2-2 22,-4 2 13,3-2 25,1 0 166,4-1-126,3-1-42,1 1-36,5-1-11,1 2-2,3 0 13,2-1 15,-1-1-15,2 0 0,3-2 11,-1 3-11,2 1 0,1-3-1,0 1 1,1-2 19,-1 2-19,0-1-10,0-1 10,-1-1 1,0 3-1,0-3-14,-2 3 14,-1-3 17,1 3-17,-2-3 0,0 3 0,0 0 16,0-1-16,-1 1 0,-1 2 10,-3-2-10,-1 3-3,-1-2 0,-3 1 3,-3 1 2,0-2-2,-1 1-1,-5 1 1,1 0 3,-5 0-3,-1 0 0,-1 0 10,-4 1 1,0-1-11,-3 0-1,-1 2 1,-2-3 13,-3 2-13,1 0-13,-5 1 13,1-2 9,-2 3-9,0-2-2,-2 2 2,0 0 0,-1-1 0,-3-1-16,1 2 16,-2-1 16,0 0-16,-2 1-2,0-2 2,1 2 14,-3-1-14,2 0-12,-2-2 12,0 2 10,0 1-10,1-2-2,-1 2 2,2 0 1,0-1-1,1-1-14,0 2 14,1-2 2,-1 1-2,-1-1-10,0 0 10,-2-1 20,-2 1-20,0-1 1,-3 1 13,0 0 8,-2 0-20,0-1 2,-2 2 38,-3-1-4,1 2-12,-2-3 6,0 1 20,-1 0-1,2 1-2,-2-3-11,0 3-3,0-3-31,1 2-4,-1-1-24,0 0 24,0-1 20,0 0-20,0 0-9,0-1 9,-1-2 23,-2-1-23,1-1 0,-2-3 18,2-3-18,-2-4-15,1-4-17,0-3 29,2-4 1,-1-2-30,-1 0 3,0-1 28,-2-3-12,-2 0 0,0 1-19,-2-1 30,-3 0-24,0 0 4,-1 0-33,-2-1 16,-1 0 23,2 2 1,-3-1 14,4-1-11,-1 0 11,0 0-41,1-1 7,2 1 35,-1 0 0,0-1-22,1-1 22,1 2 11,1-4 50,-1-1-28,3 1-8,-2-1 14,2 1-3,0 2-36,0 1-16,0 3 13,2 1-13,-2 2 16,2 2 1,-1 2 12,3 0 19,-1 1-19,-2-1 13,2-1-10,-1 0-15,-2-1-1,1 2-13,-2-4-3,1 2 15,0 0 0,-2 0-1,1-2-1,0 1-8,0 1 10,0-1 1,2 0 0,-1 1 0,3-1 0,-3 1-16,2-2 3,1 2 13,-3 0-2,2 1-15,-2 0 16,0 3-11,-2-3-5,2 2 1,-1-1-3,1 2 16,0 0 1,0 1-21,0 0 10,0 1 11,0 0 0,1-1-24,0 0 10,0 1 16,0-2-1,2 0-2,-1 2-10,1-1 13,1-1 0,0 1-3,0 1 3,0 2 0,1-2-1,1 3-1,-1-2-1,0 2 1,2 1 1,0-1-2,0 1 0,0-1 0,0 2 2,0 1-2,2 0-17,1 1 8,-1 0 12,1 0-13,0 0-3,-1 1 13,-1-2 1,2 0-11,-1 0 10,1 0 3,-1-1-3,1-1-10,-2 1-3,1 0 15,-2 0-22,0 2-22,0-2-10,0 3 55,0 1-3,-3 3-9,2-1 8,-2 1 1,1 1 1,-1 0-1,2 3-12,-2 0 15,0-1 2,0 1-1,0 1-1,3-1 1,-3 0 1,1 0-2,0 0 0,1-2-1,-1 1 1,0 0 0,0-3-2,0 4 2,1-4 0,-1-1-2,0 1-10,-1-2 12,2-1 0,-1 2 0,-2-1-10,2 0 10,-2 1 13,1 1-13,0-1-1,-1 1 1,2 1 1,-1 0-1,1 1-2,0 1 2,1 2 1,-1 0-1,2 3-2,0 1 2,0 1 0,0 0 0,0 2 0,0 0 1,0 0-1,0 0-23,0 2-71,4 1 65,-1-1 29,-2 1 0,-1-2-37,0-1 23,0 1 14,0-1 0,0 2 0,0-2 2,0 0 15,0 1-5,0-1 1,0 0 10,0 0 3,0 0-3,0 0 3,0 0 13,0 0-1,0 0-15,0 0-7,0 0 7,0 0-8,0 0-15,0 0-3,0 0 1,0 0 0,0 0 2,-1 0 16,-3 2-15,0 2-1,-2-1-16,-1 2 3,0 1 9,-2 0 4,0 2-3,-1 0-12,1 2 15,-4 1 0,2 2 0,0-1-16,-1 3 3,0 0 11,3 3-1,-3-1-14,3 1 16,0-2 0,2 1 1,1-4-17,0 1 17,3-3 11,0-3-11,2 0-16,1-2 16,-1-2 0,1 0-3,0-3 0,0-1 3,0 0 25,0 0 4,0 0 7,0 0 32,2 0 6,1-5-35,2-2-38,1-1 12,0-2-12,3-2-1,0 0-16,0 1 14,1-4 2,0 2-13,3-2-23,0-1 20,4 0-3,0-2-14,2 0 2,0 1 31,1-1 0,-2 2-2,0-1-10,-2 2 12,-1 1 1,-2 4-1,-3 1-3,-3 4 0,0 1-17,-2 4-32,-1 0-22,-1 1-1,2 6 10,0 3 40,1 3 25,1 4 17,0 1 2,2 3-17,1 0-2,2-1 1,-1 2 13,1-3-14,0-1-26,2-1 23,2 0-19,0-3-17,3-2-7,1 0-71,-3-2-674</inkml:trace>
  </inkml:traceGroup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</inkml:channelProperties>
      </inkml:inkSource>
      <inkml:timestamp xml:id="ts0" timeString="2024-03-15T14:50:33.456"/>
    </inkml:context>
    <inkml:brush xml:id="br0">
      <inkml:brushProperty name="width" value="0.14" units="cm"/>
      <inkml:brushProperty name="height" value="0.14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1FCC6661-9305-4FD4-8516-E1E8DE23A5A8}" emma:medium="tactile" emma:mode="ink">
          <msink:context xmlns:msink="http://schemas.microsoft.com/ink/2010/main" type="inkDrawing" rotatedBoundingBox="15434,8762 19540,8645 19558,9295 15452,9412" semanticType="strikethrough" shapeName="Other">
            <msink:sourceLink direction="with" ref="{2A153E20-8BC1-488B-AE57-B667FCB93E01}"/>
            <msink:sourceLink direction="with" ref="{66477EAC-72DF-4A00-906C-22144068C0D2}"/>
          </msink:context>
        </emma:interpretation>
      </emma:emma>
    </inkml:annotationXML>
    <inkml:trace contextRef="#ctx0" brushRef="#br0">10732 1814 499,'0'0'235,"0"0"-157,0 0 3,0 0 76,0 0 256,0 0-126,0 0-96,0 0-45,0 0-26,0 0-10,0 0-3,0-16-10,0 16-26,0 0-29,0 0-7,0 0-2,0 0-17,0 0-16,3 0-32,2 0 32,1 0 45,3 2-7,1 3-12,3-1-7,0 0-16,4 0-3,2 2-1,3-1 1,4 1 17,4-2 15,5 1 35,4 1-54,4 0-13,2-1-3,0 1 3,4 1 0,2 0 3,2 0 0,0 0-3,0-1 1,1 1-1,0 0-1,-3 0-1,-1 0 1,-1-1 0,-3 1-2,-3-1-17,-3 1 20,-3-2 2,0-1-2,-3 1-2,-2 0 2,-3-1-2,-1 2-14,-3-1 3,1 2 12,-3-1 0,-1 1-2,-1 0-12,0-2 15,1 3 2,-2-2 1,2 0 10,1-1 7,0-1-5,0 2-15,2-2-4,0-2 4,2 1 2,-2 3-2,2-2 0,-1-2-2,0 1 2,0 0-1,0 0-1,-1 0 2,1-1-2,0-1-30,-1 1-4,-1-1 14,-1-1 6,1 0-3,-3 0-3,0 0 22,-1 0 2,2 0-1,-1 0 0,0 0 19,3-1-4,-2-1-16,0 1-23,1 1 23,1-1 0,1 0 0,2-2-2,0 3 2,1-3 0,0 0-19,-1 3-20,1-1 1,0-1-8,0 1-5,-1 0 9,0 0 22,1-2 18,-2 3-17,0-2 5,0 1 14,-1 0 12,-1-1-12,1 2-15,-1 0 15,-1-1 0,0 1 0,-1-2-23,1 1 22,1 1 1,-3-2-26,2-1-6,-2 3 29,1-4 0,-1 2-23,1 1 7,-2-1 19,-2 0 0,1 1-13,0-2-26,-1 3 13,-1-4 0,0 2-19,-1 1 13,1-2 32,-2 1 13,1-1-12,-1-2-1,1 3 19,-3-1 4,0-1-23,-1 0 1,2 1-1,-1-1 0,0 0-28,1-2-17,0 2-56,0-1-6,2 1 13,-2 1 19,-1-1 72,0 2 2,-1 0-3,1 2-11,-2-2 15,0 1 10,0 0-10,0-1-19,0 2 19,0 0 1,-1 0-1,1 0 0,-1 0 0,1 0 12,0-1-12,1 0-2,-1-1 2,0 1 4,1 0-4,-1 0-13,1-1-4,1-1-38,0 0-13,1 2-30,-2-2 33,2 1 13,0-1-16,0 1 19,0 0 20,0 0 25,-1 0-12,2 0 0,0 0 15,1-1-3,0 1-35,1-2 10,-1 3 29,1 0 1,1-2-1,-1 0 0,-1 2 2,0-2 15,1 2-14,-3-1-2,2 1 15,-2 0-5,-2 1-11,0 0-12,-1 0 12,-2 0 13,-1 0-13,0 0 0,-2 0 1,1 0 32,0 0-31,-2 0-1,0 0 19,0 0-1,0 0-19,-1 0-12,3 0 9,-3 1 1,1 0-11,2-1 10,-1 0 3,0 2 11,2-2-11,-2 1 0,1-1 2,-1 0 24,0 0 0,-1 0 9,-2-1 57,0-1 70,-1 0 1,-2-2 6,0-1 29,0 1-40,0-1-60,0-2-50,-2 2 7,-1-3 19,1 3-9,-2-1-17,1-1-3,0-1 4,-1-1-14,2-2-16,0 2 7,2-3-15,0-3-11,0-1-16,0-1-13,2-4 3,0 0 10,3-4-19,0 0 6,1-4-10,-1-1-26,2 1-9,-2-1 22,0 0-25,0 3-85,0 4-88,-2 2-36,0 1-58,-1 7-34,-2-4-216</inkml:trace>
  </inkml:traceGroup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</inkml:channelProperties>
      </inkml:inkSource>
      <inkml:timestamp xml:id="ts0" timeString="2024-03-15T14:51:43.178"/>
    </inkml:context>
    <inkml:brush xml:id="br0">
      <inkml:brushProperty name="width" value="0.14" units="cm"/>
      <inkml:brushProperty name="height" value="0.14" units="cm"/>
      <inkml:brushProperty name="color" value="#ED1C24"/>
      <inkml:brushProperty name="fitToCurve" value="1"/>
    </inkml:brush>
  </inkml:definitions>
  <inkml:trace contextRef="#ctx0" brushRef="#br0">0 0 98,'0'0'16,"0"0"-16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</inkml:channelProperties>
      </inkml:inkSource>
      <inkml:timestamp xml:id="ts0" timeString="2024-03-15T14:50:02.259"/>
    </inkml:context>
    <inkml:brush xml:id="br0">
      <inkml:brushProperty name="width" value="0.14" units="cm"/>
      <inkml:brushProperty name="height" value="0.14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55E35E71-B8EF-401F-8B26-659FCFE5CB2E}" emma:medium="tactile" emma:mode="ink">
          <msink:context xmlns:msink="http://schemas.microsoft.com/ink/2010/main" type="writingRegion" rotatedBoundingBox="9795,7303 22141,6846 22206,8605 9860,9063"/>
        </emma:interpretation>
      </emma:emma>
    </inkml:annotationXML>
    <inkml:traceGroup>
      <inkml:annotationXML>
        <emma:emma xmlns:emma="http://www.w3.org/2003/04/emma" version="1.0">
          <emma:interpretation id="{DE86DE80-2B72-4648-B64E-770A9226F91E}" emma:medium="tactile" emma:mode="ink">
            <msink:context xmlns:msink="http://schemas.microsoft.com/ink/2010/main" type="paragraph" rotatedBoundingBox="9795,7303 22141,6846 22206,8605 9860,9063" alignmentLevel="1"/>
          </emma:interpretation>
        </emma:emma>
      </inkml:annotationXML>
      <inkml:traceGroup>
        <inkml:annotationXML>
          <emma:emma xmlns:emma="http://www.w3.org/2003/04/emma" version="1.0">
            <emma:interpretation id="{258C99E6-1078-491F-9CE0-664575F3F1DA}" emma:medium="tactile" emma:mode="ink">
              <msink:context xmlns:msink="http://schemas.microsoft.com/ink/2010/main" type="line" rotatedBoundingBox="9795,7303 22141,6846 22206,8605 9860,9063"/>
            </emma:interpretation>
          </emma:emma>
        </inkml:annotationXML>
        <inkml:traceGroup>
          <inkml:annotationXML>
            <emma:emma xmlns:emma="http://www.w3.org/2003/04/emma" version="1.0">
              <emma:interpretation id="{F089F200-17B3-48C2-9DDE-EBA61029BF9C}" emma:medium="tactile" emma:mode="ink">
                <msink:context xmlns:msink="http://schemas.microsoft.com/ink/2010/main" type="inkWord" rotatedBoundingBox="9808,7659 12317,7566 12350,8450 9841,8543">
                  <msink:destinationLink direction="with" ref="{23A29D7D-5FC1-40EC-B944-DDB76BB84F2B}"/>
                </msink:context>
              </emma:interpretation>
              <emma:one-of disjunction-type="recognition" id="oneOf0">
                <emma:interpretation id="interp0" emma:lang="en-US" emma:confidence="0.5">
                  <emma:literal>12844</emma:literal>
                </emma:interpretation>
                <emma:interpretation id="interp1" emma:lang="en-US" emma:confidence="0">
                  <emma:literal>1280×4</emma:literal>
                </emma:interpretation>
                <emma:interpretation id="interp2" emma:lang="en-US" emma:confidence="0">
                  <emma:literal>1280×44</emma:literal>
                </emma:interpretation>
                <emma:interpretation id="interp3" emma:lang="en-US" emma:confidence="0">
                  <emma:literal>128444</emma:literal>
                </emma:interpretation>
                <emma:interpretation id="interp4" emma:lang="en-US" emma:confidence="0">
                  <emma:literal>1284944</emma:literal>
                </emma:interpretation>
              </emma:one-of>
            </emma:emma>
          </inkml:annotationXML>
          <inkml:trace contextRef="#ctx0" brushRef="#br0">6455 633 2028,'0'0'431,"0"0"-331,0 0 38,0 0 36,0 0-58,0 0-46,0 0-25,0 0-10,0 0-35,0 0-10,0 0 10,76 16 25,-50-4 14,1 5 8,3 1 24,-2 3-8,2 3-63,-3 2 0,-2 1 0,-1 0-2,-2 0-31,0 1 8,-3-3 9,-1-4-51,-2 0-55,-4-5-51,0-4-4,-3-4-6,-1-5-69,-2-3-21,1-3-32,-2-6-23,2-7-14,-4 3-59,2-15-264</inkml:trace>
          <inkml:trace contextRef="#ctx0" brushRef="#br0" timeOffset="219.8772">6831 559 1805,'0'0'324,"0"0"-113,0 0-91,0 0-101,0 0 20,0 0 12,-65 19-5,53-4-11,0 2-3,1 2 0,-1 4-6,1 1 26,-2 3 15,1 3-18,0 0-8,2 1-12,0-1-22,3-2-7,0 1-3,1-3-25,3-1 2,0-5-9,3-3-39,0-4-123,1-6-139,4-2-157,5-5 164,-2 0 66,8-15-125</inkml:trace>
          <inkml:trace contextRef="#ctx0" brushRef="#br0" timeOffset="548.1453">7139 436 2654,'0'0'383,"0"0"-338,0 0-42,0 0 29,0 0 105,0 0-3,0 0-69,0 0-65,0 0-29,0 0 29,0 0 3,4 28 96,-4-10-17,-1 7-15,-4 1-32,0 4-32,-1 1 13,0 0-13,0 1-1,0-2-1,2-3-1,2-2-3,-1-1-19,3-4-1,0-5 10,0-3 13,4-2 2,3-2 14,3-3 15,1 3 10,3-4-19,3-1 0,3 0 0,3-3 7,2 0-29,3 0-16,2-3 15,0-1-31,1-1-78,-1-2-67,1 2-49,-2-2-75,-3 1-114,-1 1-219,-8-1-127,2-2-297</inkml:trace>
          <inkml:trace contextRef="#ctx0" brushRef="#br0" timeOffset="779.0169">7458 586 988,'0'0'1674,"0"0"-1520,0 0-115,0 0 19,0 0 22,0 0 7,0 0-50,0 0-36,0 0 30,-42 70-2,41-42 102,0 6-49,-1 4-53,1 1 12,-1 2-41,1 1-18,-2 2-17,1 1-22,-1 0-77,-1-1-119,0-2-88,-1-2-157,3-11-262,-8 3-381</inkml:trace>
          <inkml:trace contextRef="#ctx0" brushRef="#br0" timeOffset="1595.3908">8900 112 2156,'0'0'440,"0"0"-411,0 0-29,0 0-74,0 0 26,0 0 28,0 0-35,0 0-39,0 0 75,0 0 19,15 74 49,-6-42 19,0 7 16,0 2-26,-1 1-26,0 3-3,-2 2 3,0 2 10,-3 0-29,1 3-13,-3 0 0,1-2-3,-2-1-10,0-2 1,0-3 11,0-7 0,0-6-22,-2-1 4,1-9 19,1-2-52,-2-7-67,2-4-49,0-3-202,0-5-114,0 0 28,0-18-177</inkml:trace>
          <inkml:trace contextRef="#ctx0" brushRef="#br0" timeOffset="3401.9247">9331 432 1914,'0'0'532,"0"0"-513,0 0-19,0 0-155,0 0 58,0 0 97,0 0 35,0 0 43,-2 55 58,9-33-14,-3 5-80,1 0 10,0 3 9,-3 0 10,1 1-29,-2-1-39,-1 1 13,0 1-16,0-2-16,0 0-29,0-4-58,0 0-84,0-7-127,5-4-205,-3-3-38,3-10-140</inkml:trace>
          <inkml:trace contextRef="#ctx0" brushRef="#br0" timeOffset="3816.0665">9633 517 2647,'0'0'328,"0"0"-328,0 0-16,0 0 16,0 0 67,0 0 135,0 0 14,70-59-60,-51 52-93,3 0-44,-2 3 3,2 2-22,-1 2-12,-2 0-29,-1 3 39,-1 7 2,-3 2 0,-3 7 3,-3 5 12,-4 6-15,-4 2-22,-5 4-28,-7 1 21,-4-2 26,-1-2-35,-3-3 35,-2-2 3,-1-7 35,2 0-32,0-5-1,0-2 26,2-2 10,5-4-36,3-4 0,1 2 39,5-6 3,3 0-44,2 0-3,0 0-16,0 0-6,2 0-39,3 0-15,5 0 79,4-4 37,4 1-37,5 0 1,2 2-1,4 1 0,2 0-32,3 0-15,1 2 45,2 1-14,-2-1-51,2-1-80,-2-1-51,1 0-120,0-7-196,-10 2-294,10-14-383</inkml:trace>
          <inkml:trace contextRef="#ctx0" brushRef="#br0" timeOffset="4428.2307">10240 618 783,'0'0'1449,"0"0"-1255,0 0-155,0 0 16,0 0 55,0 0-1,0 0-61,0 0 43,0 0 30,0 0 5,0 0-2,73 9-47,-48-9-11,3-5 17,-2-3 12,1 0 3,-2-4-3,-2 0 0,0-2-14,-2 0-12,-4 1-8,-1-2-11,-2 0-16,-3 1-18,-3-1-4,-3 1 1,-2 1 8,-3-1-21,0 5-1,-5-2-14,-6 0-16,-4 3-44,-6-1-17,-3 3 4,-3 3 22,-6 2-6,-1 1 12,-1 4 22,1 5 19,0 2-3,2 0 9,5 3 10,2 1-10,4-1-18,4 1-7,4 0 0,5-2-16,7 2-13,1-1-6,4 1 53,8 1 20,4 0 48,5 1-6,2-1-7,3 0-20,3 1 8,1 0-21,1-1 39,-1 2 4,1 0-42,-4 0-2,-2 2 11,-3-1-10,-3 0-2,-5-1 2,-1 1-2,-5-1 0,-3-1 22,-5 3-3,0-1 19,-7-2-38,-4 0 0,-4-1-1,-3-4 1,-1 1 22,-1-5-9,0 0-12,-2-5 14,2-2 4,1-1 0,1 0-18,1-3 28,4-4-29,1-6-29,2 0 28,5-5-18,2-3 0,3-2-25,5-2-29,7 1 13,6 1-3,2 0-14,5 4-2,4 1 40,1-1 26,3 1 12,-1 2 1,1 1 0,0 3-35,0 1-29,-2 2-64,-2 0-306,0 2-227,-9 2-123</inkml:trace>
          <inkml:trace contextRef="#ctx0" brushRef="#br0" timeOffset="4708.299">10830 446 2463,'0'0'396,"0"0"-312,0 0-62,0 0 30,0 0 2,0 0 84,0 0 53,0 0 25,65 9-58,-39 0-86,4 4-69,1 3 29,1 5-1,0 1-31,-1 1 0,1 4 11,-4-1-11,1 1 0,-4 0-32,-3-2 16,-1-2-31,-5 0-60,-4-6-42,-1-2-9,-1-5 11,-4-3-54,-1-5-56,-2-2-7,2 0-5,-2-8-87,0-5-41,2 0-30,1-14-84</inkml:trace>
          <inkml:trace contextRef="#ctx0" brushRef="#br0" timeOffset="5486.5301">11723 527 342,'0'0'1884,"0"0"-1564,0 0-127,0 0 39,0 0 46,0 0-45,0 0-53,0 0-82,0 0-57,0 0-6,0 0 21,-47 77-2,42-44-11,0 2-11,-2 4-10,1 0-22,0 2-28,-1 1-10,-1 1-31,0-1-44,0-2-80,0-4-115,1 2-166,2-16-504,-6 7-151</inkml:trace>
        </inkml:traceGroup>
        <inkml:traceGroup>
          <inkml:annotationXML>
            <emma:emma xmlns:emma="http://www.w3.org/2003/04/emma" version="1.0">
              <emma:interpretation id="{2FB889E7-0B43-4F74-A0A0-192DD008C157}" emma:medium="tactile" emma:mode="ink">
                <msink:context xmlns:msink="http://schemas.microsoft.com/ink/2010/main" type="inkWord" rotatedBoundingBox="13604,7134 22152,6901 22200,8645 13652,8879">
                  <msink:destinationLink direction="with" ref="{A3420B7D-6B33-4247-BA99-6FBC7FA5D1B7}"/>
                </msink:context>
              </emma:interpretation>
              <emma:one-of disjunction-type="recognition" id="oneOf1">
                <emma:interpretation id="interp5" emma:lang="en-US" emma:confidence="0.5">
                  <emma:literal>11284×4211284×4</emma:literal>
                </emma:interpretation>
                <emma:interpretation id="interp6" emma:lang="en-US" emma:confidence="0">
                  <emma:literal>11282×4211284×4</emma:literal>
                </emma:interpretation>
                <emma:interpretation id="interp7" emma:lang="en-US" emma:confidence="0">
                  <emma:literal>11281×4211284×4</emma:literal>
                </emma:interpretation>
                <emma:interpretation id="interp8" emma:lang="en-US" emma:confidence="0">
                  <emma:literal>11282×42811284×4</emma:literal>
                </emma:interpretation>
                <emma:interpretation id="interp9" emma:lang="en-US" emma:confidence="0">
                  <emma:literal>11282×42511284×4</emma:literal>
                </emma:interpretation>
              </emma:one-of>
            </emma:emma>
          </inkml:annotationXML>
          <inkml:trace contextRef="#ctx0" brushRef="#br0" timeOffset="6828.3163">14567 161 1349,'0'0'725,"0"0"-530,0 0-89,0 0 108,0 0 18,0 0-91,0 0-41,0 0-33,0 0-32,0 0-19,0 0 3,17-19 32,1 15-16,3 1 4,3 3 21,0 0 39,0 0 15,1 6-45,-3 2-46,-1 4-20,1 3 9,-3 3 10,-3 4 10,-5 4-7,-4 5 7,-7 3-29,0 7 0,-11-1-3,-6 4-35,-5-2-3,-3-1 7,0 0 29,-3-6 2,1-3 0,-1-3 3,0-5 16,3-3 0,1-5-7,4-3 1,5-4 3,4-2-1,4-3-11,2-3 11,5 0-15,0-1-19,0 0-37,5 0-20,6-2 28,6-2 48,4-1 22,6-2-3,5 1-17,4 0-2,4 1-2,3 0 0,4-1 2,2 2 0,1-3-12,0 0-1,2-1 10,0-2-22,2-3-70,-3 0-160,1-2-164,-5-1-208,-11 4-159,9-9 34</inkml:trace>
          <inkml:trace contextRef="#ctx0" brushRef="#br0" timeOffset="7447.8333">15382 433 1223,'0'0'378,"0"0"-202,0 0 6,0 0 151,0 0 42,0 0-76,0 0-87,0 0-72,0 0-35,0 0-105,-59 0-22,65 0 22,-2 0 49,5 1 8,3 1 6,0-1 4,1-1-4,0 0-16,4-1 10,1-3 9,1-5 3,0-1-19,1-1-12,3-4 13,-1 0-7,0-5-25,-2 4-7,-1-3 22,-3 0 4,-2-2-35,-2 2-3,-5 0 22,-3-2-10,-3 1-12,-1 1-15,-8-2-17,-5 1-17,-4-1-32,-5 2-18,-3 4 12,-2 3 20,-3 4 1,-2 5 13,1 3 8,-1 1 17,2 8-23,-1 3 10,2 2 22,2 1 0,1 1-22,5 3 6,5 0 9,1-1-2,8 2-23,6 1 51,1 0 0,7 2 38,6-3-22,6 5 13,5-2-1,3-1 20,7 0-19,0 0-14,4-1 14,0-3 6,1 3-4,1-1-18,-3-4 9,-4 1 13,0 1-3,-4-2-17,-4 2-2,-1-1-13,-6 1-14,-3-1 2,-4 2 12,-4-1 3,-5-1-3,-2 1-3,-2-1 2,-7-1-3,-5-1-18,-1-2 22,-1-2 33,-2-1 5,1-3-37,-2-1-1,1-4 28,1-2 4,-2 0-31,6 0-1,-2-3 37,2-5 14,2-2-39,2-4-9,4-4 26,3-4-29,2-1-13,3-1-25,8-2 35,4 2-19,1 1-34,2 4-7,4 2 12,1 2-25,0 6-95,1 0-93,4 3-69,3 2-35,2 2 93,-6-1-10,18 0-346</inkml:trace>
          <inkml:trace contextRef="#ctx0" brushRef="#br0" timeOffset="7712.9545">16036 246 1971,'0'0'1354,"0"0"-1176,0 0-71,0 0-97,0 0 15,0 0-6,0 0 85,68-1 76,-33 9-16,2 5-132,3 4-31,3 3-1,-4 4 9,-1 0-9,-4 5-26,-1-1 26,-4 2 0,-1 0-40,-3-1-18,-4 0-8,1-3-6,-6 0-60,-1-3-32,-1-3-11,-3-3-61,-2-4-158,-2-3-168,-2-5-149,3-5 43</inkml:trace>
          <inkml:trace contextRef="#ctx0" brushRef="#br0" timeOffset="7948.4292">16530 228 2319,'0'0'629,"0"0"-408,0 0-115,0 0-11,-67 4-15,52 6 34,0 2 28,-1 6-19,-2 2-41,1 6-32,-1 2 7,1 2-24,-2 1-33,3 2-2,-1 1 0,-1 1 0,1 0-14,1-1-18,2 0-23,0-3-18,5-2-13,1-2-58,3-3-53,3-4-159,2-4-102,2-5-362,11-7 31</inkml:trace>
          <inkml:trace contextRef="#ctx0" brushRef="#br0" timeOffset="8538.139">17360 320 1056,'0'0'788,"0"0"-234,0 0-151,0 0 11,0 0-89,0 0-88,0 0-96,0 0-125,0 0-16,0 0 0,-50 24 25,46 5 25,-3 9-18,0 4-9,-3 3 5,-1 5-28,0 3-3,-2 0-19,-1 2 22,0 4-20,-4-3-68,0 3-9,-2-3-23,-2-1-32,-1-2-95,-4-2-147,-2-4-173,5-13-529,-17 6-189</inkml:trace>
          <inkml:trace contextRef="#ctx0" brushRef="#br0" timeOffset="8315.8254">17072 113 2711,'0'0'1348,"0"0"-1223,0 0-125,0 0 22,0 0-19,0 0 88,0 0 11,0 0 9,0 0-21,0 0-90,0 0-3,8-12-40,-8 18 36,0 9 7,0 4 22,-7 5 0,0 5-22,-4 3-18,-1 0-13,1 1 28,0-2 3,1 2-3,0-1 0,2-2 0,2-1 1,4-3-20,2-1 7,0-4 14,4-2 1,5-3-16,4-2 1,3 0 14,3-4-1,2-2-29,4-1 6,4-2 23,1-3-1,2 1-25,2-3-22,-1 0-6,-1 0-31,-2 0-83,-1-3-43,-3-1-47,-1-1-96,-1-2-123,-4 1-138,-5 1-82,1-7-14</inkml:trace>
          <inkml:trace contextRef="#ctx0" brushRef="#br0" timeOffset="9255.8612">13281 66 1015,'0'0'137,"0"0"-56,0 0 4,0 0-85,0 0-55,0 0 55,0 0 16,0 0 95,0 0-1,0 0 134,22 74-137,-16-46 62,2 6-7,-2 7-42,1 7 3,-3 7 19,2 7-19,-2 6-33,1 7 7,-3 2 12,3 4 16,-1 2-20,0 1-25,-1-2-10,0-3-29,-1-3-2,1-6-38,-1-4-1,3-9-20,-2-6-15,1-8-31,1-7-56,0-9-34,0-6-88,0-10-163,0-10-258,0-1 27,-1-23-442</inkml:trace>
          <inkml:trace contextRef="#ctx0" brushRef="#br0" timeOffset="25208.0643">-1266 22 111,'0'0'411,"0"0"-281,0 0-74,0 0 77,0 0 33,0 0-94,0 0 29,0 0 65,0 0-49,0 0-32,-5-2-4,5 2 4,0 0-14,0 0-6,0 0 7,-1 0-14,1 0-22,0 0-10,0 0 0,0 0-8,0 0-18,0 0-2,0 0 2,0 0 1,-2 0-1,2 0 0,0 0 2,0 0 18,0 0-7,0 0 3,0 0 16,0 0 7,0 0-13,0 0 0,0 0 16,0 0-3,0 0-20,0 0-6,0 0 13,0 0 3,0 0-16,0 0-11,0 0 31,0 0-14,0 0-19,0 0-3,0 0 2,0 0 0,0 0-25,0 0-3,0 0 9,0 0-6,0 0-22,0 0-7,0 0 16,0 0 3,0 0-12,0 0-7,0 0-4,0 5 24,0 1 21,0 5 14,2 3 74,-1 2-62,2 4-11,0 0 34,1 0-19,-1 1-16,0 2 3,0-1-3,0-2 0,0 1-16,-1 0 15,0 2-19,1-3 20,-1 5 17,-1-2-17,-1 2-25,0-1 25,0-1 13,0 1-13,0-3-23,0-2 22,0-2-1,0-2-9,0 0 10,0-1 1,0 0-1,0 0 1,0-1 13,0 0-13,0 1-13,0-3-13,0 0-16,0-1 38,0-1 4,0 2 0,0-3-10,0 1 10,0 0 26,0-2-26,0 0-17,0-1 4,0 0-6,0 0 19,0-1-2,0 2 0,0-2 2,0 4-4,0 0-8,-1 0 12,0 1 17,-2 1-16,1-1 18,1-2-18,-1-1 11,-1-2-11,3-2 0,0 0 12,0-2 10,-2-1-7,2 1 0,-1 0 1,1-1 5,0 1-18,0-1-3,0 0-1,0 0-2,0 0-2,0 0-15,0 0-1,0 0 17,0 0-13,0 1 3,0 0 0,0-1 13,0 2 2,0-1-2,-1 2-15,1-1-1,0 1 3,-2 1 12,2 0-22,0 2 4,0-1 16,0 5 2,0-2-1,0 1 2,0 3 2,0-1-1,0-2-2,0 3-1,0 0-1,0-2-10,0 1 13,0 0 19,0-1 4,-2-1-23,1 3-13,-1-3 3,1 2 10,0 1 4,-3 0 17,2 3-20,-1-4-2,2 2 0,-1-4 1,-1 2-1,1-3 0,0 0-1,1-1 2,-2 0 0,2 0 0,0-2-3,1 2-27,-1-1 11,-1-1 19,1 2 0,1-2-3,-1 0-10,0 0 10,1-1-13,-2 0 13,2 1 3,0-3 3,0 2-3,0 0 1,0 1-2,0-3-2,0 2-10,0-1-16,0-2 26,0 1-1,0-1-12,0 0 15,0-1 1,0 1 3,0-1 43,2 0-4,0 0-42,1 0 19,0 1 14,2-1-1,1 0-6,2 0 10,3 0-17,3 0 1,2-1 6,3-4 29,3 1-55,3-1-3,2-1-26,3-2 29,0 1 3,2-1-3,3-2 3,-2 1 20,2 0-12,-2 0-11,-2 1 0,-2 1-2,1 0-12,-3 0 1,3 1-9,-3 0 22,1 0 0,1 1 3,0 0 26,-1-1-16,2 1-12,-2-1 1,3 2-2,-1 0 0,0 0-2,1 1-14,-1-2 16,0 4 3,2-3-3,-2 0 1,0 3 0,0-3-1,0 3-2,2-2 2,-2 1-13,0 0-3,0 0 3,0 1-3,0 1 16,-3-1 19,0 1-18,-2-2 2,-3 2-6,-1 0 3,-4 0-26,-2 0-3,-1 0 27,-3 2 1,-2-1 0,-1 0-1,-2 1 2,-2 0 0,-1-2-1,-2 1-17,1-1 18,-2 0 23,0 1-20,0-1 23,0 2 33,0-2-1,0 0-26,0 0-19,0 0 7,0 0-18,0 0-2,0 0-19,0 0-1,0 0-3,0 0-25,0 0-20,0 0 6,0 0 0,3 0 1,-3 0 61,2 1 0,-1-1-17,2 2-77,-1 0-65,3-1 35,-2-1 27,0 1-43,0 1-30,1-2 7,-1 2-143,-1-2-319,-36-11 625</inkml:trace>
          <inkml:trace contextRef="#ctx0" brushRef="#br0" timeOffset="37258.2604">2084 609 218,'0'0'183,"0"0"-20,0 0 13,0 0-16,0 0-20,0 0-62,0 0-6,0 0 9,0 0-19,0 0-7,0 0-2,-19-35 25,19 33 3,0 2 17,0-1 15,-1 1 20,0-2-9,1 2-27,0 0-35,0 0-27,0 0-19,-1 0-15,1 0-1,0 0-2,0 0-1,-2 0-23,2 2-22,-1-1-24,-1 6 11,-1 3 57,-2 3 2,0 4 2,-3 2 0,2 1 0,-2 1-14,1-1 14,0 1 25,-1 0-24,-1-1-2,2 1-14,1 0 12,-1 0-10,1 1 9,0-1-15,3 1-4,-1-3 7,1 1-10,2-1 26,0-4 0,0 0-3,1-4-13,0 1 16,0-3-1,0 0-1,0-1 2,0-2 12,0 0-12,0-1 0,0-1 0,0 1-1,0-1-12,0-1 11,0 0-17,0-1-1,0-2-19,0 0-94,0 0 52,0 0 45,0 0 16,0 0-6,0 0-3,0 0 10,2 0 19,2 0 10,-3 0 3,2 0 0,0 0-12,0 0-1,1 0 0,1 0 2,0-1 20,0 0-5,3-2-4,-1-2 6,2 3-6,2-3-12,0 1-1,3-1-1,2 0 1,1 0-16,4 0 13,1 0-14,3 1 4,0-1-16,1 3 10,-1-2-1,2 1 1,-3 0 16,-1 0 0,-2 3-10,-2-2 12,-3-2-2,0 4-10,-5-1 12,-2-1-3,-3 1-41,-1 1-20,-3 0-7,1 0-3,-1 0-6,-2 0-23,0 0-7,0 0 13,0 0-13,0 1-10,0 1-22,-2-1-150</inkml:trace>
          <inkml:trace contextRef="#ctx0" brushRef="#br0" timeOffset="37619.1242">2296 833 802,'0'0'157,"0"0"-125,0 0 40,0 0 48,0 0-55,0 0-46,0 0-19,0 0 0,0 0 1,0 0 22,-32 57-7,31-42 10,-1 2 23,2 4 3,0 0 26,0 3-32,0 5-11,0-3 1,0 2-36,0 1-1,0-1 0,0 1-1,-2-1-11,1 0-7,-1-1 7,0-1 4,1-1-4,-2-3 13,2 0-1,-1-4-3,0-2-93,0-2-60,-1-2-48,2-4-42,-1-1-174</inkml:trace>
          <inkml:trace contextRef="#ctx0" brushRef="#br0" timeOffset="39279.1559">7313 348 375,'0'0'150,"0"0"-42,0 0 48,0 0-9,0 0-20,0 0-16,0 0-10,0 0 12,0 0-5,0 0 22,-27-26-16,27 25-10,-2-2 0,1 3 0,1 0-14,-2 0-22,2 0-9,-2 0-17,2 0-20,-4 0-22,3 4-64,-3 2 2,1 2 4,-2 4 9,1 3 23,-3 3 26,2 3 36,-1 0-20,-2 3 0,2-3 1,-2 4-4,1 0-12,-2-1 1,1 2 37,-1 2-36,0-1-1,-1-1 1,0 1 1,2-3 15,-3 0-18,2-2 0,-1-1 17,2-4 5,0-1-23,2-3 0,-1-2 23,3-2-10,2-3-13,-1-1-10,3-2 10,0-2 46,0-1-46,0 0-32,0 0 16,0 0 15,0 0-25,2 0 26,0 0 3,2 2 52,2-1-40,-1 0-14,2-1 0,0 0 12,0 0-13,2 2-1,1-2 1,2 0-1,1 0 1,1 0-17,0 0 17,0 0 13,1 0-13,1 0-17,1 0 17,1 0 15,-1 0-15,1-2-23,1 1 23,-1-2 0,1 3-19,0 0-1,0 0 20,0-1-2,0 1-8,-1-1 10,1-1 0,-2 1 2,1 0-2,-2-2 0,1 0 0,-4 0 0,1 2 0,-3 0-32,0-1 13,-3 1-20,-2 1-20,0 0-15,0 0 9,-4 0 13,1 0-23,-2 0-38,-1 0-86,1 0 37,-1 0 12,0 0-10,0 0-3,0 0-55,0 0-79</inkml:trace>
          <inkml:trace contextRef="#ctx0" brushRef="#br0" timeOffset="39602.8793">7459 619 1284,'0'0'407,"0"0"-368,0 0-39,0 0-58,0 0-40,0 0 33,0 0 65,0 0 52,0 0 7,-10 71 2,11-52 1,2 2-20,-1 1-3,1-1-6,-1 3 9,-1-3 0,2 6-40,-3 1 28,0 1-30,0 1 29,0 0-29,0-3 0,0 2-3,-5-3-17,1-2-48,-1-2-65,-1-3-7,1 0-94,-3-5-59,2-3-85,-5-1-354</inkml:trace>
          <inkml:trace contextRef="#ctx0" brushRef="#br0" timeOffset="2994.1432">9040 1 980,'0'0'336,"0"0"-76,0 0-104,0 0 107,0 0 6,0 0-45,0 0-60,0 0-51,0 0-26,0 0-29,0 0-58,-9-8-22,12 8 1,3-1 21,4-2 22,4 0 46,5-1 12,4-1-3,4-1 0,5 1-7,1-2-10,7 1-15,2 0-23,9 0-3,6-2 48,13 1 41,6-2-48,9 0-60,4 3-3,2 1 1,2-1-20,-1 0-9,2 3 31,-3-2 0,-1 4-32,-3-3-9,-4 2 19,-5 2 20,-4-3-24,-6 3-5,-6 0 15,-6 0-3,-5 0-29,-7 0 3,-5 0 42,-7 0 3,-2 0-19,-3 0 18,0 0 1,-3 0 21,0-1-21,-1-3-1,1 3 1,0-1 15,-1 0-15,2 0-3,-1-1 3,2 2 13,-1-3-13,3 3-4,-1-5 4,0 4 0,0 1-6,0-3-7,-2 2 13,1-1 15,-2 0-15,-1 3-19,-1-3 19,-1 2 19,-1-2-19,2 1-3,-3 2 3,1-4 16,0 2-16,1-1 0,-2 2 0,1-2 19,-1 1-19,-1 0 0,1-1 6,-2 2 16,0 1-22,-1 0-14,0 0 14,-4 0 0,1 0-3,-3 1-20,-2 4 23,-2-1 0,1-2-18,-2 1-1,0 3 19,-1 0 0,1-1 0,0 1-11,-1 1 11,1 0 0,1 1 0,-1 0-9,1 2 9,0-1 16,-1 2-16,1 2-16,-3 1 16,2 1 9,-2 1-9,-1 4-6,0-2 6,-1 4 16,-1 0-16,0 0-6,0 1 6,0 0 16,0 3-16,0-1-22,0 0 22,0 3 0,0-1 0,0 6-20,0 0 20,0-2 2,0 3-2,0-1-10,0 3 10,0-1 28,0-2-28,0 0 4,-1-1-4,-1-1 35,0 0-35,-1-1 0,1 0 17,-1-1 12,1-2-29,-2 1-15,-1-2 15,0-1 26,0 0-26,0 0-1,0-2 1,0 0 6,0-2-6,0 1-15,1-1 15,-1 0 23,0-2-23,0-2-16,-1 2 16,0-3 13,1-2-13,-1-1 2,0-1 9,-1-4 11,-2-1-18,0 0-1,-3-2 10,0 0-10,-3-1-3,-2 0-13,-5 1 13,-3 0 0,-4-1-1,-4 1-21,-4-2 6,-2 0 13,-4 0 0,-1-1 3,-3 2 0,-4-2 12,-3-1-12,-3 0-1,-1 1 1,-3-1 11,-2 0-10,2 2 1,-3-2-1,3 2 18,1 0-17,1 0-2,1 1 2,-1 1 1,2 2-3,-1 0-14,2 1 1,0 0-3,1 0 3,0 1 1,3-2-1,1 1 10,1-3-1,-1 0-50,2 0 35,-1-1 16,0-2-39,-2 1-85,0-2 72,0 1 55,1 1 42,2-2-42,0 2-13,0 1-3,0 0 13,4 2 3,2-3 15,4 2 10,5-2-2,2-1 2,5 0-25,3-2 0,2 0 1,6 0 0,2 0 19,5-3 18,2-1 39,4-3-42,1 0-35,2 0-10,0-1-3,0-1-15,2 1 2,1 2 13,-1 1-19,1 1-19,-1 2 7,-1 1 15,-1 0-7,0 0-15,0 1-68,3-2-103,-1-1-204,-1-2-217,-1-5-357</inkml:trace>
          <inkml:trace contextRef="#ctx0" brushRef="#br0" timeOffset="94861.0747">5227 1344 130,'0'0'98,"0"0"-52,0 0-17,0 0-9,0 0-17,0 0-3,0 0-1,0 0-15,0 0 16,-13-5 32,10 5 1,3 0-4,-3 0 1,0 0 12,1 0 30,0 0-14,0 0-18,-1 0-21,2 0-6,-1 0-11,2 0 47,-1 0-13,-1 0-16,1 0-1,1 0 1,0 0 12,0 0-32,0 0 0,1 1 0,4 1 1,1 0 12,4-2 10,-1 2 16,5-1 7,2-1 0,1 0 9,4-3-26,2 1 1,0-4-1,4-2 0,1 0-9,2-1-1,0-1 1,2 0-17,0 1-3,-2-1 23,-2 2-21,0 0 11,-2 2-13,-2 0-16,1 1 15,-3 1 2,-1 1-2,-2-1 1,1 2-2,-4 0-1,1 0 2,-2 0-2,-1 1 0,-1 1 0,-2-2-10,-2 2 10,-1 0 2,-1 0-2,-3 0 2,2 0-1,-4 0 1,1 3-38,-3 0 22,0 1-41,0 1-56,0 1 19,0-1 50,-1 2-11,-4 0-55,-1 0-58,-1-1-148</inkml:trace>
          <inkml:trace contextRef="#ctx0" brushRef="#br0" timeOffset="95275.9767">5285 1380 316,'0'0'150,"0"0"-75,0 0-6,0 0-17,0 0-26,0 0-26,0 0-14,0 0-19,0 0-6,0 0 3,0 0 36,-14-10 61,22 10-18,3 0-8,3 0 5,3 0 2,2-1 118,1 0-92,0-2-42,2 0-24,-1 0 15,1 1-4,-2-1-12,2 2 0,1-1-1,-2 1 12,0-1-11,1 1-1,-1 0 1,0-1 0,-4 1 0,2-1 0,-2 0 1,1 1-2,-3-1-2,0 1 0,-1 1 0,-3 0 1,0 0-1,-1-2 0,-3 1 2,1 0 0,-2 1 0,-1 0-16,0-1 16,-3 1 1,1 0-1,0 0 0,-1 0-1,-1 0-15,2 0-20,-3 0-124,1 0-97,-1 3-92</inkml:trace>
          <inkml:trace contextRef="#ctx0" brushRef="#br0" timeOffset="97323.1896">6413 676 42,'0'0'209,"0"0"-105,0 0-9,0 0-36,0 0-30,0 0-29,0 0-127,0 0 84,0 0 30,0 0 13,8-57 0,-7 56 0,-1-1-13,0 2-6,2 0-7,-2 0-69,2 0 33,1 0 39,1 0 7,3 3-33,2 0 7,-3-2 39,6 0-3</inkml:trace>
          <inkml:trace contextRef="#ctx0" brushRef="#br0" timeOffset="29285.9428">7196 1785 362,'0'0'985,"0"0"-715,0 0-221,0 0-13,0 0 65,0 0 3,0 0 19,0 0 3,0 0 4,0 0-23,-2 0-46,2 0-25,0 0-7,0 0-3,0 0-24,0 0 0,0 0 21,0 0 6,3 0-27,1 0-1,1 0 15,2 0 9,-1 0-25,2 0-18,2 0 18,2 0 13,-1 0-13,4 0 0,2 0 0,2 0 33,2 0-14,3-1-17,1 1 0,3-1 18,1 1-20,4 0 1,-1 0 1,2 0 25,1 0-27,2 0-19,-1 0 19,0 0 4,1 2-4,0 1-17,-2-3 17,-3 3 2,4-1-2,-2 0-11,0 1 11,-2-1 2,1 3-1,1-2-1,-1-1 0,-2 1 12,2 1-12,-1-1-2,0 2 1,-2-1 0,2 2 1,-1-2-2,2 1 0,0 0 2,-1-1 1,4 0 2,-1-1 0,3 1 16,0-3 0,0 2 1,2-2-17,-1 0 32,-1 1-6,2 0-27,-4 1-2,1 0 2,-3 0 8,0-1-8,-1 0-2,-2 0 26,-1 0-23,0-1 1,1-1 18,-3 0 20,1 0-10,-1 0-3,0 0 3,-2-1-7,1-2 7,-1 0-3,-2 2-6,1 0-20,-1-1-1,-1 2-2,0-1-2,1 1-1,1 0-10,-1 0 12,0 0 1,-1 0 0,-2 0 2,3 0-2,-4 0 0,2 0 2,-1 0 9,1 0-11,-1 0-13,1 0 13,-1 0 0,-1 0-3,0 0-16,1 0 17,-2 0 2,2 0-3,0 0-13,0 0 16,1 0 0,-2 0-2,2-1 1,-2-1 0,2 2 1,-3-1 0,1-2-2,-1 1 1,-1 0 1,1-1-13,-2-1-9,-1 1 9,3-1-7,-3 0-12,3 0 7,-1 0 2,0 0 7,-2 0 3,0-2 13,1 2 0,-2 2 16,-1-3-16,-1 2-2,-1 1 2,-1 0 1,1 0-1,-2 1-12,1-2 10,1 1 2,-1-1-1,0 2 1,0-1 3,2-1 0,1 0-3,0 0 0,-1-1 2,3 0 13,-1 2-15,0-1 0,1 0 0,-1 0 3,1-1-3,0 3-19,-2-2 17,-1 2-2,0 1-18,-1 0 9,0 0 12,0 0-1,-3 0-17,2 0 8,1 0 11,-1 1 3,0 2-3,0-2 0,-2-1 2,2 1 14,0 0-16,-1-1 1,1 0 11,0 0 11,-1 0-22,0 0 0,1 0 15,-2 0-1,1 0-15,-3-2 0,1 2 1,-2-1 15,1 1-16,-3-1 0,1 1 21,-2-2 5,0 2-23,0-1 16,-1-1 10,-1 1 13,0-2-7,0 1-9,-1-2 15,0-1-22,0-2-19,0-1-18,0 0 18,0-2 10,0-1-10,0-2-17,0-2 15,0-2 2,-2-4-93,-1-3-32,0-3 38,-2-2 29,1-1-19,0-3-48,-2-2 2,2 2-39,0-1-48,1 3 25,1 2 94,1 4 32,0 6-25,-1 4 61,2 3 23,0 5 20,-2 3-4,2 1 0,0 3 20,0 0-36,0 0-47,0 0-34,0 0-4,0 0-90,0 0-135,0 0-81,0 0-173</inkml:trace>
          <inkml:trace contextRef="#ctx0" brushRef="#br0" timeOffset="97864.9766">10343 876 954,'0'0'0,"0"0"1,0 0 45,0 0 117,0 0-10,0 0-127,0 0-26,0 0-36,0 0-13,0 0-6,18-52 22,-7 46-3,2 5-25,2-2-47,-1 2-81,6-3-222</inkml:trace>
        </inkml:traceGroup>
      </inkml:traceGroup>
    </inkml:traceGroup>
  </inkml:traceGroup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</inkml:channelProperties>
      </inkml:inkSource>
      <inkml:timestamp xml:id="ts0" timeString="2024-03-15T14:52:49.858"/>
    </inkml:context>
    <inkml:brush xml:id="br0">
      <inkml:brushProperty name="width" value="0.14" units="cm"/>
      <inkml:brushProperty name="height" value="0.14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42B2B58E-9061-4DB9-80FE-D6FC900B1C83}" emma:medium="tactile" emma:mode="ink">
          <msink:context xmlns:msink="http://schemas.microsoft.com/ink/2010/main" type="writingRegion" rotatedBoundingBox="13260,6443 25524,6512 25476,15200 13212,15132"/>
        </emma:interpretation>
      </emma:emma>
    </inkml:annotationXML>
    <inkml:traceGroup>
      <inkml:annotationXML>
        <emma:emma xmlns:emma="http://www.w3.org/2003/04/emma" version="1.0">
          <emma:interpretation id="{16B784ED-B18C-42CE-8BC5-D4519BF62591}" emma:medium="tactile" emma:mode="ink">
            <msink:context xmlns:msink="http://schemas.microsoft.com/ink/2010/main" type="paragraph" rotatedBoundingBox="14413,6813 22141,6165 22275,7767 14547,8415" alignmentLevel="2"/>
          </emma:interpretation>
        </emma:emma>
      </inkml:annotationXML>
      <inkml:traceGroup>
        <inkml:annotationXML>
          <emma:emma xmlns:emma="http://www.w3.org/2003/04/emma" version="1.0">
            <emma:interpretation id="{78D16422-AACF-4B4B-8FB3-C9767C9568C8}" emma:medium="tactile" emma:mode="ink">
              <msink:context xmlns:msink="http://schemas.microsoft.com/ink/2010/main" type="line" rotatedBoundingBox="14413,6813 22141,6165 22275,7767 14547,8415"/>
            </emma:interpretation>
          </emma:emma>
        </inkml:annotationXML>
        <inkml:traceGroup>
          <inkml:annotationXML>
            <emma:emma xmlns:emma="http://www.w3.org/2003/04/emma" version="1.0">
              <emma:interpretation id="{6213C625-17EE-4F9D-AF9E-85EDC3175ECD}" emma:medium="tactile" emma:mode="ink">
                <msink:context xmlns:msink="http://schemas.microsoft.com/ink/2010/main" type="inkWord" rotatedBoundingBox="14453,7297 16051,7163 16145,8281 14547,8415"/>
              </emma:interpretation>
              <emma:one-of disjunction-type="recognition" id="oneOf0">
                <emma:interpretation id="interp0" emma:lang="en-US" emma:confidence="0.5">
                  <emma:literal>chips</emma:literal>
                </emma:interpretation>
                <emma:interpretation id="interp1" emma:lang="en-US" emma:confidence="0">
                  <emma:literal>Chips</emma:literal>
                </emma:interpretation>
                <emma:interpretation id="interp2" emma:lang="en-US" emma:confidence="0">
                  <emma:literal>ships</emma:literal>
                </emma:interpretation>
                <emma:interpretation id="interp3" emma:lang="en-US" emma:confidence="0">
                  <emma:literal>(hips</emma:literal>
                </emma:interpretation>
                <emma:interpretation id="interp4" emma:lang="en-US" emma:confidence="0">
                  <emma:literal>Chip's</emma:literal>
                </emma:interpretation>
              </emma:one-of>
            </emma:emma>
          </inkml:annotationXML>
          <inkml:trace contextRef="#ctx0" brushRef="#br0">-2335 523 988,'0'0'293,"0"0"-241,0 0-39,0 0 59,0 0 81,0 0 58,0 0-6,0 0-46,-19-54-20,16 48-26,-3 2 3,0 1-67,-1 0-23,-4 3-26,-2 0-10,-3 0-32,-2 7-10,-3 4 10,-3 1 17,-1 4-1,1 4 3,-2 4 10,3 0 0,2 2-16,4 0 3,1 3 10,4-3-7,3 4-9,4-3-10,3 1 6,2 0 7,7-1 0,3 1 27,5-6-24,4-1 23,4-4-36,4-6-38,3-6-154,-6-2-156,15-4-157</inkml:trace>
          <inkml:trace contextRef="#ctx0" brushRef="#br0" timeOffset="1127.6811">-2088 362 2154,'0'0'321,"0"0"-250,0 0-45,0 0-7,0 0 10,0 0-29,0 0-110,0 0-71,0 0 74,0 0 92,0 0 15,-24 66 39,24-33-7,-1 4 1,-4 6-20,-2 3-11,-3 0 40,-1 0 9,-1-1-51,1-1 0,1-8 16,0-5 35,3-5-51,4-4-3,0-7 3,2-3 0,1-4-21,0-2 7,3-2 14,1-4 26,4 0 9,3-4-9,1-5 16,3-3-13,1-3-29,3-5-36,1 0 17,-1-1 6,0-1-19,-3 3-10,2 2 19,-3 1 1,0 2-17,-6 5-13,0 3 26,-3 1 7,0 5-33,-4 0-45,-2 3-10,0 3 103,0 5 1,0 4 3,0 3 1,-2 4 35,-3 0-36,4 1 0,0 1 1,1-2 35,0-1 35,0-2-29,5-1-16,3-3 6,0-1-16,5-3-15,1-2 23,3-4 9,2-3-31,2-2 0,1-1 24,2-5-23,-1-4-3,-1-2 0,-1-1-13,-2-3 10,-1 0-23,-3 0 24,-2 1 2,-3-1 3,-3 2 13,0 2 1,-4-1 15,-3 3 7,0 1 19,0 2-39,-2-1-6,-2 4 13,0 1-26,-2 2-10,1 1-45,-1 0-38,0 4-11,-1 4 20,1 6 9,1 1 20,0 4 37,2 0 18,3 3 2,0 0 21,3-1 3,2-2-4,3-2 1,2-2 6,2-2-25,1-3 21,1-3-12,-1-2 10,3-3 3,-2-2 0,0 0 3,0-4 10,-1-4-4,0 0-5,-1-4-5,-2-1-5,1-2 6,-5 0-13,2 0-11,-3 0 27,1 1 0,-3 1-26,-1-1 26,0 0 7,-2 2-7,0-1-13,0 1 6,0 3-9,0 0 3,-2 3-13,0 0 1,2 5 25,0-1-7,0 2-22,0 0-13,0 0-77,0 3-42,-1 8 114,-1 3 17,0 3 2,0 7 3,-1 5-3,1 4-1,-2 6 0,1 2 13,-1 6-13,-1 0 0,0 1 0,-1-2 22,0-2 27,1-4 3,0-5-11,1-3-8,0-6-31,2-3 1,-1-7-1,2-2 21,-1-7-12,2-2-10,0-1 21,-2-4 46,2 0 12,0-3-3,-2-6-77,2-3-13,-2-6-38,2-5 9,0-3 40,0-3 2,0-2-16,0-3 15,0-2 1,0-2 0,0-2-36,3-2 9,0-2 27,3 0 23,0 1-21,3 4-1,1 3 1,2 6-1,0 5-1,1 6-22,1 6 9,-1 5-3,0 5-39,-1 3-28,1 0 12,-2 6 16,0 5 0,0 4 55,-1 3 0,-4 5 16,-3-1 3,-1 4-18,-2 2 22,-2-3-5,-4 1-18,-1-5-22,-5-1-62,1-2-250,-3-6-130,3-3-8,-12 1-72</inkml:trace>
          <inkml:trace contextRef="#ctx0" brushRef="#br0" timeOffset="1298.1519">-1664 632 2466,'0'0'332,"0"0"-332,0 0-35,0 0-110,0 0-39,0 0 83,0 0-64,0 0-136,74 6-262</inkml:trace>
          <inkml:trace contextRef="#ctx0" brushRef="#br0" timeOffset="1748.9706">-1226 967 954,'0'0'1664,"0"0"-1516,0 0-134,0 0-14,0 0-2,0 0 2,0 0 41,0 0 45,0 0 7,0 0-44,66-58-27,-47 39 13,-1-1 7,-3 2-13,-1-3-10,-4 3 22,-2-2 10,-3 2-25,-3 0-7,-2 0 13,0 1-1,-2-1-31,-5 3-18,-3 3 18,1-1 0,-1 6-20,-1 2-18,-1 2-16,-2 3-32,1 4-39,-1 7 3,-1 3 42,2 2 41,2 2-3,3 3-16,2-1 36,4-1 20,2 2-34,2-4 7,8 2 28,3-4-1,2 2 1,4-4 2,0 1 12,1 0-10,0-4 26,-2 2-13,-2-3-14,-2 2-2,-3 1-20,-2 0 4,-4-2 16,-3 1 0,-2 1 29,0 0 0,-3-1 13,-6-1 12,-3 1-12,0-1-13,-1-1-27,0-1 2,0-3 8,3-3-12,1 0-41,2-2-149,0-2-108,4-4-120,0 0-212,3-13-179</inkml:trace>
        </inkml:traceGroup>
        <inkml:traceGroup>
          <inkml:annotationXML>
            <emma:emma xmlns:emma="http://www.w3.org/2003/04/emma" version="1.0">
              <emma:interpretation id="{39F6E630-34D7-44C4-BD85-10A7F38E83CE}" emma:medium="tactile" emma:mode="ink">
                <msink:context xmlns:msink="http://schemas.microsoft.com/ink/2010/main" type="inkWord" rotatedBoundingBox="16287,7610 16688,7576 16710,7835 16309,7869"/>
              </emma:interpretation>
              <emma:one-of disjunction-type="recognition" id="oneOf1">
                <emma:interpretation id="interp5" emma:lang="en-US" emma:confidence="0.5">
                  <emma:literal>=</emma:literal>
                </emma:interpretation>
                <emma:interpretation id="interp6" emma:lang="en-US" emma:confidence="0">
                  <emma:literal>-</emma:literal>
                </emma:interpretation>
                <emma:interpretation id="interp7" emma:lang="en-US" emma:confidence="0">
                  <emma:literal>,</emma:literal>
                </emma:interpretation>
                <emma:interpretation id="interp8" emma:lang="en-US" emma:confidence="0">
                  <emma:literal>_</emma:literal>
                </emma:interpretation>
                <emma:interpretation id="interp9" emma:lang="en-US" emma:confidence="0">
                  <emma:literal>I</emma:literal>
                </emma:interpretation>
              </emma:one-of>
            </emma:emma>
          </inkml:annotationXML>
          <inkml:trace contextRef="#ctx0" brushRef="#br0" timeOffset="1945.0742">-855 739 661,'0'0'1707,"0"0"-1523,0 0-184,0 0 0,0 0 0,0 0 36,0 0 12,62-15-12,-37 11-4,1 2-32,4-3 0,-2 4-49,2 1 7,-3 0-48,-2 0-123,-4 7-209,-7-3-118,0 6-268</inkml:trace>
          <inkml:trace contextRef="#ctx0" brushRef="#br0" timeOffset="2099.7283">-768 973 1505,'0'0'814,"0"0"-623,0 0-191,0 0-55,0 0-33,0 0 88,0 0 84,0 0 6,77-1-15,-44-4-33,4-3-42,5 3-29,0 1-36,-2 2-87,-10 2-574,3 0-959</inkml:trace>
        </inkml:traceGroup>
        <inkml:traceGroup>
          <inkml:annotationXML>
            <emma:emma xmlns:emma="http://www.w3.org/2003/04/emma" version="1.0">
              <emma:interpretation id="{9EDBF374-3418-4482-852A-6E4B9D2BB46B}" emma:medium="tactile" emma:mode="ink">
                <msink:context xmlns:msink="http://schemas.microsoft.com/ink/2010/main" type="inkWord" rotatedBoundingBox="17061,6591 19307,6402 19421,7759 17175,7948">
                  <msink:destinationLink direction="with" ref="{86CA6971-021A-4A96-B743-6D54EDAE1289}"/>
                  <msink:destinationLink direction="with" ref="{5C8715FD-A71D-4B6F-A617-38138A98D582}"/>
                </msink:context>
              </emma:interpretation>
              <emma:one-of disjunction-type="recognition" id="oneOf2">
                <emma:interpretation id="interp10" emma:lang="en-US" emma:confidence="0.5">
                  <emma:literal>1024</emma:literal>
                </emma:interpretation>
                <emma:interpretation id="interp11" emma:lang="en-US" emma:confidence="0">
                  <emma:literal>10244</emma:literal>
                </emma:interpretation>
                <emma:interpretation id="interp12" emma:lang="en-US" emma:confidence="0">
                  <emma:literal>10264</emma:literal>
                </emma:interpretation>
                <emma:interpretation id="interp13" emma:lang="en-US" emma:confidence="0">
                  <emma:literal>10224</emma:literal>
                </emma:interpretation>
                <emma:interpretation id="interp14" emma:lang="en-US" emma:confidence="0">
                  <emma:literal>10344</emma:literal>
                </emma:interpretation>
              </emma:one-of>
            </emma:emma>
          </inkml:annotationXML>
          <inkml:trace contextRef="#ctx0" brushRef="#br0" timeOffset="-11981.628">112 107 316,'0'0'193,"0"0"-151,0 0-26,0 0 30,0 0 84,0 0-9,0 0-98,-5-57 234,5 50-107,0-4-33,3 2-6,-3 3-13,2-1 2,-2 2 17,0 2-13,0 0-23,0 3-26,0 0-12,0 0-11,-2 6-19,-1 3-13,1 0-146,0 6 146,0 0 29,1 5-5,-1 4-24,-1 3 0,-1 5 16,0 4-16,-3 3 1,2 3 2,-2 2-3,-1 1-4,0-1-28,1-2 30,-1 1-2,-1-5-148,3-4 103,0-3 46,-1-3-13,5-6-1,-2-2-2,3-3-20,1-4-7,0-3-12,0-5-36,4-2-82,-1-2-137,7-1-205</inkml:trace>
          <inkml:trace contextRef="#ctx0" brushRef="#br0" timeOffset="-11413.2518">625 192 684,'0'0'270,"0"0"-192,0 0-58,0 0 35,0 0-25,0 0 2,0 0-6,0 0-3,0 0 10,0 0-4,-29 6-26,24 3 0,0 0 17,-3 3 9,-1 3 10,2 0-9,-2 3-1,0 2 26,1-2-29,1 3 4,0 1 9,0-2 3,2 4-19,2-3 3,0 1 13,3 0 3,0-2 16,0-2-28,4-3 2,3 0-9,3-1-10,1-3-13,1-2 16,3 0-3,0-5-10,3-2 14,-1-2 9,4 0 12,-1-4-8,1-3-8,2-4 8,-2-2 2,1-2-9,-4-1 6,1-3 32,-5-1 62,0 1-13,-3-1-6,-1-1-20,-4 1-26,-1-1-4,-3 0-25,-2 0 10,0 2 18,-2-1-56,-6 0-1,-3 2 29,-2-1-29,-3 2-13,-3 2-45,0 1 26,-1 3 12,0 3-9,0 2-16,1 5 0,2 1 7,1 0-46,4 4-23,0 7-22,3-1-7,4 5-52,2 0-105,1 0-107,2 5-193</inkml:trace>
          <inkml:trace contextRef="#ctx0" brushRef="#br0" timeOffset="-10820.4321">1160 219 1418,'0'0'250,"0"0"-211,0 0-6,0 0 84,0 0-30,0 0 24,0 0 6,0 0-59,0 0-39,-24-60 27,29 53-11,1 2-2,1-1-17,4 1-3,0-1-13,0 2-14,4 0-6,-2 1-2,1 2-21,1 1-41,-2 0-13,1 4 37,-1 5 58,0-1-13,-1 5-7,1-2 22,-3 7 19,-3-1-17,-2 3-1,-2 4 32,-3 1-11,-3 2-2,-8 2-7,-5 1 16,-3 0-26,-5 0 14,-1-2-4,-2-3 3,0-2 13,1-1-16,-2-5 0,3-2 16,3-3 6,1-3-9,4-1-6,5-4 6,5-1-7,1-1-16,5-1-3,1 0-39,0-1-38,3 0-33,6 2 97,4-2 13,5 0 35,3 0-12,6 0-21,0 0 18,5-2-18,2-2 20,1-1-2,2 3-7,-1-3 3,-1 1-16,-3 0-2,-3 0-11,-3 1 12,-3 2-2,-3-1-14,-2 1 1,-3 0 0,-4 1 0,0 0-7,-5 0-12,0 0-14,-1 0-68,-2 0-315,0 0-138</inkml:trace>
          <inkml:trace contextRef="#ctx0" brushRef="#br0" timeOffset="-10049.9717">1803 137 756,'0'0'199,"0"0"-169,0 0 2,0 0 63,0 0-33,0 0 87,0 0 4,0 0-6,0 0-30,0 0-23,-1-25-23,1 25-71,0 0-3,0 0-52,0 0-13,0 0-7,0 10 35,0-1 40,-2 5 55,2 4-19,-4 2 19,0 5-26,-1 4 23,-1 2-19,-2 3-17,-2 2-16,1 0 33,0 1-20,-2-3-10,1-2-2,2-5 25,2-3-12,1-4-12,2-4-4,0-1 4,1-2-5,2-3-7,0-4-6,0 1 15,0-3 1,6-1-1,-1-2 1,3-1 39,4 0 3,2 0-10,5-4-16,3-1-3,3-2-2,3-1-11,3-3 0,2 0 0,0-2 20,5 1-17,-1-2 10,-1 2 10,-1 0-23,-2 2-17,-4 2-12,-3 1 6,-5 4 7,-3 0-23,-4-1-9,-3 4-1,-4 0-13,-3 0-48,-2 0-85,-2 0-121,0 0-124,0 4-251</inkml:trace>
          <inkml:trace contextRef="#ctx0" brushRef="#br0" timeOffset="-9717.2564">2042 288 2199,'0'0'265,"0"0"-230,0 0-15,0 0-20,0 0-81,0 0-35,0 0-14,0 0 50,0 0 80,0 0 3,3 36 26,-1-14-3,-1 3-6,-1 5-19,0 2 28,-6 4-9,-2 2 35,-2 2-36,1 1 62,-3 0 9,0-2-41,0 2 12,3-6 13,-1-3-9,4-4-7,0-3-16,0-6-39,6-3-3,-2-2 0,2-4-61,0-4-23,2-2-6,1 0-20,0-4-81,3 0-188,0-5-268</inkml:trace>
          <inkml:trace contextRef="#ctx0" brushRef="#br0" timeOffset="8011.1757">1339-374 772,'0'0'189,"0"0"-114,0 0-33,0 0 82,0 0 39,0 0-20,0 0-26,0 0 16,0 0 10,0 0-13,0 0-52,-11-38-75,11 38-3,0 0-55,0 0-20,0 0-6,0 0 0,0 0-10,0 5 10,0 3 81,0 4 3,0 5 75,-2 1 3,-4 5-35,-3 2 38,-2 2-45,0 3-10,-5 0-26,2-1 17,1 0-17,0-5-3,1-1 0,4-4 2,0-3-1,2-2-1,2-4-22,3-2-1,1-2 4,0-4-24,0 2 10,3-1 33,6-1 39,0-2 3,6 1-6,4-1-10,3 0 9,4 0-34,3-1-1,2-4 0,1 1 0,-1-1-12,4 2 2,-3-1 10,1 0 0,-3-1-19,-2 3-23,-3 1-23,-2-1-61,-5 2-53,-3 0-33,-2 0-3,-4 0-94,-1 0-180</inkml:trace>
          <inkml:trace contextRef="#ctx0" brushRef="#br0" timeOffset="8284.7536">1565-221 1755,'0'0'263,"0"0"-263,0 0-32,0 0-118,0 0-51,0 0 127,0 0 74,-36 66 39,36-38-36,-2 4 46,2 2-36,0 0 0,-2 5-26,0 0 13,-3-1-29,-1 0-30,-1 1-6,-1-4-49,1-8-189,-5 8-208</inkml:trace>
        </inkml:traceGroup>
        <inkml:traceGroup>
          <inkml:annotationXML>
            <emma:emma xmlns:emma="http://www.w3.org/2003/04/emma" version="1.0">
              <emma:interpretation id="{D0E6EB53-3586-42A2-B070-3493AA4A8880}" emma:medium="tactile" emma:mode="ink">
                <msink:context xmlns:msink="http://schemas.microsoft.com/ink/2010/main" type="inkWord" rotatedBoundingBox="19797,7037 20278,6996 20328,7594 19847,7634">
                  <msink:destinationLink direction="with" ref="{86CA6971-021A-4A96-B743-6D54EDAE1289}"/>
                </msink:context>
              </emma:interpretation>
              <emma:one-of disjunction-type="recognition" id="oneOf3">
                <emma:interpretation id="interp15" emma:lang="en-US" emma:confidence="0.5">
                  <emma:literal>X</emma:literal>
                </emma:interpretation>
                <emma:interpretation id="interp16" emma:lang="en-US" emma:confidence="0">
                  <emma:literal>x</emma:literal>
                </emma:interpretation>
                <emma:interpretation id="interp17" emma:lang="en-US" emma:confidence="0">
                  <emma:literal>+</emma:literal>
                </emma:interpretation>
                <emma:interpretation id="interp18" emma:lang="en-US" emma:confidence="0">
                  <emma:literal>*</emma:literal>
                </emma:interpretation>
                <emma:interpretation id="interp19" emma:lang="en-US" emma:confidence="0">
                  <emma:literal>t</emma:literal>
                </emma:interpretation>
              </emma:one-of>
            </emma:emma>
          </inkml:annotationXML>
          <inkml:trace contextRef="#ctx0" brushRef="#br0" timeOffset="-8268.3427">2668 178 627,'0'0'342,"0"0"-221,0 0-69,0 0 10,0 0 111,0 0-17,0 0-3,0 0-1,0 0 4,0 0 0,0 0-23,-14-25-36,14 25-36,0-1-12,0 1-7,0 0-10,0 0-32,0 0-34,0 0-15,0 0-22,2 1-39,5 6 74,3 1 33,2 5-20,3-1 1,3 4 6,2 3 16,2-1 0,3 4-1,1 0 1,0 0 1,3 1 0,1-1-1,-5-2 1,3 2-1,-4-3-13,0 0 11,-1 2 0,-3-3-1,-3 1-26,1-1 13,-3-2-7,-2 2 1,-3-2 5,-1-3 17,-3-1-27,0 0 25,-1-4-22,-2 2 22,-1-5-11,3 1 12,-5-1-31,0-1-30,1-2-191,-1-1-115,0 0-121,-1-1-312</inkml:trace>
          <inkml:trace contextRef="#ctx0" brushRef="#br0" timeOffset="-7970.191">3139 169 1030,'0'0'1252,"0"0"-1125,0 0-127,0 0-49,0 0-77,0 0 13,0 0 64,0 0 49,0 0 2,-71 68 21,58-45 26,-1 5 19,-1 1-10,-1 1-29,-3 2 20,-2 1-24,0 1 27,0-2-10,-3 1 29,4-3-9,-2-1-30,2-3-16,1-1-13,2-2-3,2-3 0,2-1-22,2-4-40,4-1-57,2-2-79,5-3-51,0-3-34,0-3-81,12-1-180</inkml:trace>
        </inkml:traceGroup>
        <inkml:traceGroup>
          <inkml:annotationXML>
            <emma:emma xmlns:emma="http://www.w3.org/2003/04/emma" version="1.0">
              <emma:interpretation id="{C93A9AB2-8B0F-4C2E-A6F4-0F655C746532}" emma:medium="tactile" emma:mode="ink">
                <msink:context xmlns:msink="http://schemas.microsoft.com/ink/2010/main" type="inkWord" rotatedBoundingBox="20523,6974 21244,6913 21297,7544 20576,7605"/>
              </emma:interpretation>
              <emma:one-of disjunction-type="recognition" id="oneOf4">
                <emma:interpretation id="interp20" emma:lang="en-US" emma:confidence="0.5">
                  <emma:literal>s:</emma:literal>
                </emma:interpretation>
                <emma:interpretation id="interp21" emma:lang="en-US" emma:confidence="0">
                  <emma:literal>s.</emma:literal>
                </emma:interpretation>
                <emma:interpretation id="interp22" emma:lang="en-US" emma:confidence="0">
                  <emma:literal>8%</emma:literal>
                </emma:interpretation>
                <emma:interpretation id="interp23" emma:lang="en-US" emma:confidence="0">
                  <emma:literal>85%</emma:literal>
                </emma:interpretation>
                <emma:interpretation id="interp24" emma:lang="en-US" emma:confidence="0">
                  <emma:literal>84%</emma:literal>
                </emma:interpretation>
              </emma:one-of>
            </emma:emma>
          </inkml:annotationXML>
          <inkml:trace contextRef="#ctx0" brushRef="#br0" timeOffset="-7245.5923">3528 417 1903,'0'0'192,"0"0"-192,0 0-153,0 0-3,0 0 114,0 0 42,0 0 39,0 0 49,0 0 16,0 0-23,78-3-23,-58-4 17,-1-2 19,2-1 0,0-1 12,1-2 17,-4-1-4,2-2-16,-1-1-19,-2-1 22,0 1-4,-1-2-41,-2 2-26,-2-1 16,-3 2 0,1 0-32,-6 1 4,0 1-4,-1 0 32,-3 2-35,0 0-14,-4 1-2,-2 0 22,-5 0-19,0 1-3,-3 1-19,-4 2 6,-4 2-25,-2 2-26,-4 3 4,0 0 25,-3 6-23,1 6 20,-3 0 16,5 3 21,0 0-22,3 1-9,3 2 13,3 0-13,4 1 0,4 1-23,4-2 20,4 3 12,3-4-6,1 2 26,7 0-8,4 0 11,3-3 2,4 1 11,3 1-10,2-4 7,2-1 10,0 0-20,2-1 2,-2-2 17,1 2-3,-5-2-16,0 1-2,-4-2-40,-3 0 26,-4-1-23,-1 2 20,-3 0 3,-4 0 14,-2 0 2,-1 0 16,-4 1 29,-8 3 0,-3 0-6,-3-2-10,-3 0 3,0-4-13,-2 2 0,0-5 4,2-1 12,1-4 6,1 0-9,3 0 19,2-4 10,4-1 6,1-5-29,2-1-25,5-4-10,2-5-3,5-5-46,8-5-9,6-4 8,5 1 15,6-2-10,3 2-6,0 4 10,2 2 12,-2 5-22,-3 5-48,-1 4-220,-9 5-218,-5 2-100,-4 6-53</inkml:trace>
          <inkml:trace contextRef="#ctx0" brushRef="#br0" timeOffset="9581.7474">4121 275 1623,'0'0'218,"0"0"-212,0 0 7,0 0 81,0 0 16,0 0-45,0 0-65,0 0-26,0 0-22,-66-14-4,47 24 23,-2 1 29,-4 3 17,-3 2-16,-4 3 0,-3 0 28,-2 3 4,-2 2-14,0 1-16,-2 1 14,-1 1-16,2 2-1,-2 0-13,4-2 10,3 1-14,5-1-9,4-4-9,4-1 2,7-2 11,4-5-73,7-1-106,2-6-177,4-4-136</inkml:trace>
          <inkml:trace contextRef="#ctx0" brushRef="#br0" timeOffset="15880.6465">3943 269 1638,'0'0'425,"0"0"-344,0 0-81,0 0-71,0 0-59,0 0-9,0 0 15,0 0 1,0 0 51,0 0 26,9 14 33,-7-1-26,-1-2-182,-1 16-330</inkml:trace>
          <inkml:trace contextRef="#ctx0" brushRef="#br0" timeOffset="16436.832">3863 547 1277,'0'0'19,"0"0"223,0 0-242,0 0-101,0 0-22,0 0-1,0 0 3,0 0-19,0 0-42,0 0-66,-21 35-225</inkml:trace>
          <inkml:trace contextRef="#ctx0" brushRef="#br0" timeOffset="16931.7289">3717 674 1056,'0'0'14,"0"0"-14,0 0-71,0 0-24,0 0-94,0 0-111,0 0-104</inkml:trace>
        </inkml:traceGroup>
        <inkml:traceGroup>
          <inkml:annotationXML>
            <emma:emma xmlns:emma="http://www.w3.org/2003/04/emma" version="1.0">
              <emma:interpretation id="{A55A6E0A-0BBD-46C0-99EA-927EB4EC4AD4}" emma:medium="tactile" emma:mode="ink">
                <msink:context xmlns:msink="http://schemas.microsoft.com/ink/2010/main" type="inkWord" rotatedBoundingBox="21355,7167 21525,7153 21563,7615 21394,7630"/>
              </emma:interpretation>
              <emma:one-of disjunction-type="recognition" id="oneOf5">
                <emma:interpretation id="interp25" emma:lang="en-US" emma:confidence="0.5">
                  <emma:literal>,</emma:literal>
                </emma:interpretation>
                <emma:interpretation id="interp26" emma:lang="en-US" emma:confidence="0">
                  <emma:literal>.</emma:literal>
                </emma:interpretation>
                <emma:interpretation id="interp27" emma:lang="en-US" emma:confidence="0">
                  <emma:literal>(</emma:literal>
                </emma:interpretation>
                <emma:interpretation id="interp28" emma:lang="en-US" emma:confidence="0">
                  <emma:literal>/</emma:literal>
                </emma:interpretation>
                <emma:interpretation id="interp29" emma:lang="en-US" emma:confidence="0">
                  <emma:literal>'</emma:literal>
                </emma:interpretation>
              </emma:one-of>
            </emma:emma>
          </inkml:annotationXML>
          <inkml:trace contextRef="#ctx0" brushRef="#br0" timeOffset="9857.6977">4381 268 2493,'0'0'329,"0"0"-329,0 0-77,0 0-20,0 0 36,0 0 19,0 0-4,-66 52 24,59-37-1,2 2 14,3 3 5,-3 4 4,3 2-16,-3 5 0,0 2 3,1 2-6,-1 1-36,-2-1-20,1-4-19,1 2-26,-1-6-3,5-2-66,1-7-110,0-5-88,0-7-344</inkml:trace>
        </inkml:traceGroup>
        <inkml:traceGroup>
          <inkml:annotationXML>
            <emma:emma xmlns:emma="http://www.w3.org/2003/04/emma" version="1.0">
              <emma:interpretation id="{F859A369-3A28-462C-8E23-C9CD06DECB68}" emma:medium="tactile" emma:mode="ink">
                <msink:context xmlns:msink="http://schemas.microsoft.com/ink/2010/main" type="inkWord" rotatedBoundingBox="21844,7470 22247,7436 22269,7691 21866,7725"/>
              </emma:interpretation>
              <emma:one-of disjunction-type="recognition" id="oneOf6">
                <emma:interpretation id="interp30" emma:lang="en-US" emma:confidence="0.5">
                  <emma:literal>=</emma:literal>
                </emma:interpretation>
                <emma:interpretation id="interp31" emma:lang="en-US" emma:confidence="0">
                  <emma:literal>-</emma:literal>
                </emma:interpretation>
                <emma:interpretation id="interp32" emma:lang="en-US" emma:confidence="0">
                  <emma:literal>_</emma:literal>
                </emma:interpretation>
                <emma:interpretation id="interp33" emma:lang="en-US" emma:confidence="0">
                  <emma:literal>.</emma:literal>
                </emma:interpretation>
                <emma:interpretation id="interp34" emma:lang="en-US" emma:confidence="0">
                  <emma:literal>:</emma:literal>
                </emma:interpretation>
              </emma:one-of>
            </emma:emma>
          </inkml:annotationXML>
          <inkml:trace contextRef="#ctx0" brushRef="#br0" timeOffset="10898.947">4704 623 2093,'0'0'307,"0"0"-222,0 0-85,0 0-71,0 0-26,0 0 56,0 0 40,0 0 0,89-30-2,-57 24 3,2-2 0,0 2-19,2 0-10,-1 2 0,-3 2-16,0 2-124,-2 0-195,-9 1-26,5 5-125</inkml:trace>
          <inkml:trace contextRef="#ctx0" brushRef="#br0" timeOffset="11087.7436">4882 819 2489,'0'0'302,"0"0"-302,0 0-49,0 0 14,0 0-46,0 0-35,0 0-42,0 0 77,0 0 68,0 0 12,89-3 1,-56 1-65,5 0-302,-10-1-169,14 2-224</inkml:trace>
        </inkml:traceGroup>
      </inkml:traceGroup>
    </inkml:traceGroup>
    <inkml:traceGroup>
      <inkml:annotationXML>
        <emma:emma xmlns:emma="http://www.w3.org/2003/04/emma" version="1.0">
          <emma:interpretation id="{B239AA0A-4E65-4F60-A714-45315D891D4B}" emma:medium="tactile" emma:mode="ink">
            <msink:context xmlns:msink="http://schemas.microsoft.com/ink/2010/main" type="paragraph" rotatedBoundingBox="17663,7965 21119,8074 21091,8963 17635,8854" alignmentLevel="3"/>
          </emma:interpretation>
        </emma:emma>
      </inkml:annotationXML>
      <inkml:traceGroup>
        <inkml:annotationXML>
          <emma:emma xmlns:emma="http://www.w3.org/2003/04/emma" version="1.0">
            <emma:interpretation id="{2BED0723-D216-4B33-A8CA-4CCB41FB4705}" emma:medium="tactile" emma:mode="ink">
              <msink:context xmlns:msink="http://schemas.microsoft.com/ink/2010/main" type="line" rotatedBoundingBox="17663,7965 21119,8074 21091,8963 17635,8854">
                <msink:destinationLink direction="with" ref="{190622BB-13D2-45BD-A128-A18FC77C4F0A}"/>
              </msink:context>
            </emma:interpretation>
          </emma:emma>
        </inkml:annotationXML>
        <inkml:traceGroup>
          <inkml:annotationXML>
            <emma:emma xmlns:emma="http://www.w3.org/2003/04/emma" version="1.0">
              <emma:interpretation id="{0E5249A8-F612-4D2C-9FEF-332F7ECC9A92}" emma:medium="tactile" emma:mode="ink">
                <msink:context xmlns:msink="http://schemas.microsoft.com/ink/2010/main" type="inkWord" rotatedBoundingBox="17663,7965 21119,8074 21091,8963 17635,8854"/>
              </emma:interpretation>
              <emma:one-of disjunction-type="recognition" id="oneOf7">
                <emma:interpretation id="interp35" emma:lang="en-US" emma:confidence="0.5">
                  <emma:literal>25648:</emma:literal>
                </emma:interpretation>
                <emma:interpretation id="interp36" emma:lang="en-US" emma:confidence="0">
                  <emma:literal>256489:</emma:literal>
                </emma:interpretation>
                <emma:interpretation id="interp37" emma:lang="en-US" emma:confidence="0">
                  <emma:literal>2564×8...</emma:literal>
                </emma:interpretation>
                <emma:interpretation id="interp38" emma:lang="en-US" emma:confidence="0">
                  <emma:literal>2564×8....</emma:literal>
                </emma:interpretation>
                <emma:interpretation id="interp39" emma:lang="en-US" emma:confidence="0">
                  <emma:literal>25648...</emma:literal>
                </emma:interpretation>
              </emma:one-of>
            </emma:emma>
          </inkml:annotationXML>
          <inkml:trace contextRef="#ctx0" brushRef="#br0" timeOffset="-3288.0761">637 1322 904,'0'0'36,"0"0"-36,0 0 0,0 0 3,0 0 43,0 0 9,0 0 24,0 0-1,0 0 98,0 0-40,0 0-19,-21-29-32,21 26-20,0 2 6,-1 1 4,1 0-13,-2 0-20,2 0-39,0 0-2,0 0-1,0 0 0,0 0-16,0 0 0,0 0 13,0 0-10,0 0-4,0 0 16,-1 0 1,1 0 29,0 0-9,-3 0-20,1-2 0,1 1 16,0-1 7,1 2-20,0-1 42,0 1 50,0 0-24,1-4-29,6 0-42,5-5-2,5 0 2,2-1 26,4-1-7,3 1-3,2 2-16,1 1 1,0 3 21,2 2-22,-3 2-33,0 0-5,-3 7 2,-3 3 4,-5 3-17,-4 6 0,-8 4 47,-5 5 2,-9 7 2,-13 4-2,-4-1-1,-8 1-44,-1-1-13,-3-5 2,1-4 56,-1-2 13,1-5-10,1-2-1,1-2 30,0-5 17,8-2-17,4-3 7,7-5 39,6-1 55,4-2 64,6 0-23,2-1-123,8-5-51,9-4-42,5-3 42,6-2 7,5 2-7,5-1-16,-1 1 0,4 2 16,3 0 19,0 3-19,0 1-1,-1 3-12,-2 2-16,-5 2-26,-2 1 4,-5 3-24,-2 2-125,-3 0-205,-8-2-102,6 1-109</inkml:trace>
          <inkml:trace contextRef="#ctx0" brushRef="#br0" timeOffset="-2910.1475">1464 1324 2421,'0'0'177,"0"0"-177,0 0-47,0 0 47,-83-5 0,65 10-10,-1-1-21,2 6 31,2-2 0,3 1-16,2 4-36,2-2 17,3 4-1,-1 1 4,5 2 9,1-2-3,0-1 26,1 2-2,7-4-11,3 2 13,4-1 39,1-3-16,1 1-22,3-2 44,3-1 7,2 0-20,-2 0-30,3-2 18,-3 0 9,1 0-10,-3-1-17,-2 3 14,-2-1-16,-4 0-31,-4 0-4,-2 0 35,-4 1 2,-3 1-1,0 2 20,-10 1 21,-2 1 16,-6-1-35,-4 0-20,-1-1-3,-3 0-12,-1-3-26,-1-1-104,2-4-69,0-3-38,2-1-138,6 0-105,-6-11-228</inkml:trace>
          <inkml:trace contextRef="#ctx0" brushRef="#br0" timeOffset="-2712.7811">1434 1355 143,'0'0'2771,"0"0"-2486,0 0-285,0 0-40,0 0 40,0 0 25,71-40-25,-47 35-3,1 3-13,5-2-19,1 4 12,5 0 1,2 0-23,0 0-67,1 4-139,1-2-124,-10 1-271,8 1-116</inkml:trace>
          <inkml:trace contextRef="#ctx0" brushRef="#br0" timeOffset="-2276.8239">2361 1254 2224,'0'0'330,"0"0"-330,0 0 1,0 0 35,0 0 38,-74 15 0,59-5 16,-2-2 20,-1 3 5,0 1-19,1 3-35,-2 3-36,1 3-25,-1 3 0,0 2 0,0 4 35,1 2-35,-1 2-2,2 4 2,1-1 0,2 1 0,3 1-2,5-2 2,3-5 2,3-3-1,3-5 12,6-3-11,4-5 21,3-3 2,3-5-12,1-1 25,4-6 10,3-1-4,2 0-9,1-10 13,1 1-13,0-4-32,0-2 0,-4-2 22,-2 2-11,-5 0-14,-4 1-1,-4 3 1,-5 0 38,-4 5-7,-3-3-8,-3 1-23,-6-1-57,-4 0-70,-5 2-13,-3 0 58,-5 4 24,-1 1-9,-1 2 0,-1 1 32,0 5 12,4 1-18,1-1-7,4 2 22,3-2-22,3 1-74,4 0-136,4 0-166,4-2-90,2 2-137</inkml:trace>
          <inkml:trace contextRef="#ctx0" brushRef="#br0" timeOffset="-1982.3068">2769 1504 2901,'0'0'311,"0"0"-266,0 0-45,0 0-48,0 0-19,0 0 6,0 0 61,0 0 16,0 0 57,0 0-22,79 29-50,-49-14-1,0 2-1,2 2-15,-2 2 0,1 0-15,-3 1 11,-2 1 20,0-3-38,-6 3 3,-1-4 3,-2 0-7,-2-4-67,-2-2-64,-2-3-27,-1-3-78,-4-3-173,2-4-17,-2 0 6,3-8-239</inkml:trace>
          <inkml:trace contextRef="#ctx0" brushRef="#br0" timeOffset="-1768.4724">3149 1462 1603,'0'0'439,"0"0"-190,0 0-19,-74-18 15,53 18-62,0 0-90,2 5-45,1 1-9,-1 5-7,1 3-13,1 3 10,-1 1-7,2 6-9,1 0-11,0 3 20,-1 1-3,4 1-19,-1 0-1,1 0-1,0-3-20,3-1-32,2-1-68,1-3-61,3-6-58,3 0-170,0-7-153,3-2-455</inkml:trace>
          <inkml:trace contextRef="#ctx0" brushRef="#br0" timeOffset="-1142.6425">3460 1533 2606,'0'0'553,"0"0"-553,0 0-48,0 0-103,0 0 112,0 0 39,0 0 81,0 0 37,0 0 4,68 0-36,-42-8-19,1-3-16,2-4-17,-1 0 1,0-1 19,-3-2 3,-1 0-9,-5 0-4,-1-2 25,-3 1-6,-4 1 0,-1 1-22,-4 0-3,-4 1 9,-2-1-18,0 4 5,-3 0 4,-7 0-7,1 1-31,-3 6-2,-3-3-26,-3 7-13,-1 1-19,-4 1-22,-5 3 19,-2 10 4,-3 2 8,-2 1 1,1 6 18,2 1 4,4-1-10,4 1-7,5-2 23,6 0 0,3-2-6,8 0 2,2-3 7,3 0 17,10 0 2,4-1 32,6 0 9,3-1 13,5 0-41,1 0 2,1-1 11,0 1-16,-1-1-10,-1-1-24,-3 0 23,-2 1 0,-5 0-18,-2 0 0,-5 0 6,-5-1 11,-4-1-11,-4 1 13,-1 1 7,-8 0 37,-6 2-15,-5-1 2,-2-2 4,-4 1 3,-4-4-16,-1-2-6,2-2 12,-4-2 3,0-3-12,5 0 0,-1-4 44,4-7 3,5-3-21,5-5-20,6-4 3,7-5-28,1-9 0,11-6-56,10-3 7,5-4-54,7-4-111,4 0 2,3 3-2,2 0 23,-4 6-21,-3 7-97,-12 8-433,-2-2-626</inkml:trace>
          <inkml:trace contextRef="#ctx0" brushRef="#br0" timeOffset="9251.0017">3966 1479 1949,'0'0'240,"0"0"-237,0 0 36,0 0 26,0 0 74,0 0 48,0 0-113,0 0-52,0 0-22,0 0-23,-84 0 22,58 12 1,-4 1 0,-2 5 0,-4 1 18,-4 3 2,-3 0-18,-1 3 0,-3-1 10,-2 2-12,0 1-23,0-2 1,-1-2 9,3 1 12,5-5-22,3-3-6,6-4 7,5-2 2,7-6-67,9-4-146,2-5-140,7-4-238,4-21-679</inkml:trace>
          <inkml:trace contextRef="#ctx0" brushRef="#br0" timeOffset="16688.1567">3654 1753 271,'0'0'122,"0"0"-122,0 0-52,0 0 52,0 0 43,0 0 32,0 0-75,0 0-85,0 0-288</inkml:trace>
          <inkml:trace contextRef="#ctx0" brushRef="#br0" timeOffset="16158.6458">3835 1489 1683,'0'0'254,"0"0"-254,0 0-26,0 0-91,0 0-72,0 0 33,0 0 94,0 0 40,0 0 2,0 0 8,0 0 12,16-6 0,-10 6-18,-2 0-2,-2 0 4,-1 0-4,0 0-22,-1 0-56,0-3-68,0 2-46,0-9-482,-30 30 648</inkml:trace>
          <inkml:trace contextRef="#ctx0" brushRef="#br0" timeOffset="17184.5897">3600 1762 980,'0'0'52,"0"0"-52,0 0-44,0 0 9,0 0 35,0 0 0,0 0-11,0 0-31,0 0-147,0 0-114</inkml:trace>
          <inkml:trace contextRef="#ctx0" brushRef="#br0" timeOffset="18255.7852">3598 2053 264,'0'0'121,"0"0"-121,0 0-382</inkml:trace>
          <inkml:trace contextRef="#ctx0" brushRef="#br0" timeOffset="18990.9905">3673 1747 55,'0'0'0</inkml:trace>
        </inkml:traceGroup>
      </inkml:traceGroup>
    </inkml:traceGroup>
    <inkml:traceGroup>
      <inkml:annotationXML>
        <emma:emma xmlns:emma="http://www.w3.org/2003/04/emma" version="1.0">
          <emma:interpretation id="{79A93D27-E242-418C-928B-709AA9D03FA1}" emma:medium="tactile" emma:mode="ink">
            <msink:context xmlns:msink="http://schemas.microsoft.com/ink/2010/main" type="paragraph" rotatedBoundingBox="13733,9666 25056,9729 25049,10947 13726,10884" alignmentLevel="1"/>
          </emma:interpretation>
        </emma:emma>
      </inkml:annotationXML>
      <inkml:traceGroup>
        <inkml:annotationXML>
          <emma:emma xmlns:emma="http://www.w3.org/2003/04/emma" version="1.0">
            <emma:interpretation id="{D4E1BBDF-9757-4971-B7A3-DFA2B149B2E3}" emma:medium="tactile" emma:mode="ink">
              <msink:context xmlns:msink="http://schemas.microsoft.com/ink/2010/main" type="line" rotatedBoundingBox="13733,9666 25056,9729 25049,10947 13726,10884"/>
            </emma:interpretation>
          </emma:emma>
        </inkml:annotationXML>
        <inkml:traceGroup>
          <inkml:annotationXML>
            <emma:emma xmlns:emma="http://www.w3.org/2003/04/emma" version="1.0">
              <emma:interpretation id="{BB2E25F3-62C5-45CC-B05F-BA28CD3EDCE0}" emma:medium="tactile" emma:mode="ink">
                <msink:context xmlns:msink="http://schemas.microsoft.com/ink/2010/main" type="inkWord" rotatedBoundingBox="13881,9463 15922,9909 15702,10916 13661,10471"/>
              </emma:interpretation>
              <emma:one-of disjunction-type="recognition" id="oneOf8">
                <emma:interpretation id="interp40" emma:lang="en-US" emma:confidence="0.5">
                  <emma:literal>No-of</emma:literal>
                </emma:interpretation>
                <emma:interpretation id="interp41" emma:lang="en-US" emma:confidence="0">
                  <emma:literal>no-of</emma:literal>
                </emma:interpretation>
                <emma:interpretation id="interp42" emma:lang="en-US" emma:confidence="0">
                  <emma:literal>No-off</emma:literal>
                </emma:interpretation>
                <emma:interpretation id="interp43" emma:lang="en-US" emma:confidence="0">
                  <emma:literal>Non-of</emma:literal>
                </emma:interpretation>
                <emma:interpretation id="interp44" emma:lang="en-US" emma:confidence="0">
                  <emma:literal>No-if</emma:literal>
                </emma:interpretation>
              </emma:one-of>
            </emma:emma>
          </inkml:annotationXML>
          <inkml:trace contextRef="#ctx0" brushRef="#br0" timeOffset="35663.2028">-3183 3013 427,'0'0'492,"0"0"-286,0 0 5,0 0-103,0 0 12,0 0 46,0 0-13,0 0-14,0 0-2,0 0 12,-30-38-23,30 38-36,0 0-87,0 0-3,-1 0-67,-1 3-24,-1 6 23,0 6 49,-4 6 19,0 6 2,-3 1 0,-1 5-2,-2 2 0,-2 1-2,0 2 1,-2-1 0,1-1 1,0-3 1,-1-6 12,4-5-12,2-6 1,2-4 14,2-3 0,3-5 4,3-2 19,0-2 12,-1 0 4,2-5-35,0-6-20,0-5-46,0-5 27,2-3 17,1-4 2,0 0 21,-1-1-5,3 0-16,-1 2 2,1-2 22,0 0-20,4-1 8,0 0-1,1 2-11,1 1 0,2 6-1,0 2-12,-2 7-16,-1 3-19,2 4-20,-3 4-16,3 1-10,2 2 22,1 6 27,0 4 13,2 5 15,1 4 17,1 1 20,0 3-20,-2 1 16,0 2-13,-2-4-3,0 1 1,-1-3-1,-3-4 17,1-1-3,-1-3-14,-2-3 0,-1-2 2,-1-2-2,0-2 1,-2-2 11,0-1 20,-2-1-6,0-1 20,2 0 38,-2-3 22,2-3 4,1-3-3,1-3 28,0-4-19,2-2-45,0-5-30,0 1-2,-1-3-4,2-2-35,-1 2-1,-1 0 1,1 1-1,-3 1 1,0 1-15,0 3 14,-3 2 1,0 3-39,-1 1-18,2 5 12,-2 1-29,1 4-84,2 2-90,1 1-70,4 0 20,1 3-67,0 1-120,4 4-284</inkml:trace>
          <inkml:trace contextRef="#ctx0" brushRef="#br0" timeOffset="35981.7757">-2662 3027 783,'0'0'195,"0"0"-123,0 0-27,0 0 63,-58 60 19,43-40-7,2 0 7,1 1-29,3 2 38,0-2-42,4 3-22,2-3-27,3 2-44,0-2 0,5-4 2,4 0-1,3-4-1,2 0-1,0-7 32,3 0-2,-1-6 18,3 0-9,-1-3 23,-1-4 19,1-5 22,0-3 7,-3-2 3,-1-3-23,-2-2-42,-3-2-19,-2-2 0,-2 1 16,0 0-16,-5 0-27,0 4 24,-3-2-26,-6 5 0,-3 0-16,-2 3-3,-4 1-10,-1 3-39,2 5-25,0 2-72,4 4-61,4 0-43,2 8-133,4-1-197</inkml:trace>
          <inkml:trace contextRef="#ctx0" brushRef="#br0" timeOffset="36178.7887">-2277 3220 2902,'0'0'269,"0"0"-269,0 0-16,0 0 15,0 0-1,0 0-11,0 0-44,0 0-71,0 0-101,0 0-10,0 0 32,-12-5-263,37-5-621</inkml:trace>
          <inkml:trace contextRef="#ctx0" brushRef="#br0" timeOffset="37002.0698">-1799 3112 2324,'0'0'265,"0"0"-223,0 0 25,0 0 69,0 0-40,0 0-41,0 0 5,0 0 27,0 0 18,0 0-41,0 0-64,-42-6-35,35 11-38,-1 5 12,0 1 16,-1 4 23,-1 5 6,2 0-4,-1 4 4,3 0-6,1 1-17,3-3 20,2-1 18,0-1-25,4-2 7,3-6 6,4-1 13,1-3 1,2-3 35,0-3 5,4-2 17,0-2-10,2-4-22,-1-7 6,1-2-10,-3-1-6,1-3-3,-3-2 9,-1 1-6,-1-5-12,-2 1-2,-2-2 11,-2 0-3,1 1-10,-2-2 0,-1 0 1,-1 2 15,0 1-14,-2 1 2,1 3-1,-1 2-2,-1 4-1,2 4-26,-1 4-3,0 4-18,1-1-46,0 3-42,2 0 35,3 3 46,1 2 5,1 3-2,0 4 38,1 3 0,1 2-5,-3 4 18,-1 3 3,-2 2 23,-2 4-12,-3 4-12,-1 6-1,-1 1 22,-6 4-23,-2 5 16,0 4 2,-3 0-18,1 3-1,1 1 1,0-1 6,3-3 20,1-3-24,1 0 27,3-7 23,2-3-20,0-4-13,0-5-17,2-4 0,3-5 11,1-5-13,1-3-22,2-4 22,1-5 0,0-2 2,2-2 14,2-2 19,-1 0-3,2-6-16,-1-1-3,1-6 16,-1 0-6,-1-1-22,-1-5-1,-3 1 16,-2-3 3,-2 1-19,-2-1-13,-3 1 13,0-1 0,-5 0-20,-6 0-35,-4-1 33,-4 0-14,-2-1-12,-5-2 0,-2 2 16,0 0 29,-2 0 3,1 3 12,4 2 10,1 0 20,5 6-26,3 1 13,5 1 38,6 3-12,2 2-55,3-3-13,4-1-39,8-3 1,7 0-3,7-4 15,5-1 17,6-1-11,3 0-18,3 2-26,2 1-101,0 1-308,-11 6-180</inkml:trace>
        </inkml:traceGroup>
        <inkml:traceGroup>
          <inkml:annotationXML>
            <emma:emma xmlns:emma="http://www.w3.org/2003/04/emma" version="1.0">
              <emma:interpretation id="{F96AA09A-D092-49BF-9618-28B5488FF514}" emma:medium="tactile" emma:mode="ink">
                <msink:context xmlns:msink="http://schemas.microsoft.com/ink/2010/main" type="inkWord" rotatedBoundingBox="16021,9727 18052,9640 18081,10313 16050,10400"/>
              </emma:interpretation>
              <emma:one-of disjunction-type="recognition" id="oneOf9">
                <emma:interpretation id="interp45" emma:lang="en-US" emma:confidence="0.5">
                  <emma:literal>adder</emma:literal>
                </emma:interpretation>
                <emma:interpretation id="interp46" emma:lang="en-US" emma:confidence="0">
                  <emma:literal>added</emma:literal>
                </emma:interpretation>
                <emma:interpretation id="interp47" emma:lang="en-US" emma:confidence="0">
                  <emma:literal>addle</emma:literal>
                </emma:interpretation>
                <emma:interpretation id="interp48" emma:lang="en-US" emma:confidence="0">
                  <emma:literal>add</emma:literal>
                </emma:interpretation>
                <emma:interpretation id="interp49" emma:lang="en-US" emma:confidence="0">
                  <emma:literal>adders</emma:literal>
                </emma:interpretation>
              </emma:one-of>
            </emma:emma>
          </inkml:annotationXML>
          <inkml:trace contextRef="#ctx0" brushRef="#br0" timeOffset="37519.8875">-749 3196 2315,'0'0'239,"0"0"-239,0 0 1,0 0 41,0 0 10,0 0 6,-64-49 3,54 44-3,-1 0 10,0 4-4,-2 1-33,1 0-31,-3 0-32,-3 6-10,-1 7 13,-4 0 10,1 5 19,-1 3 1,-1-1 12,2 5-10,1-2 13,5-1-13,2-1-1,7 2-2,2-7-15,5-1-30,0-3 0,5-2 17,7-2 28,2-4 36,5-1 19,3-3 28,5-5-16,1-5-22,1-5-29,0-2-3,0-2 0,-4-2-12,-1 0-1,-1 1 3,-4-1 13,-3 1-13,-2 2 0,-2 1-1,-4 4-2,-2 3 0,-4 5-14,1 0 14,-3 5 0,0 0-35,0 0-23,0 0-45,0 6-51,0 6 61,0 5 41,0 1 23,2 3 29,4 0-1,1-1-1,3 1-24,3-2-32,0-2-55,6-1-95,0-2-9,4-2-53,3-4-39,-8-1-192</inkml:trace>
          <inkml:trace contextRef="#ctx0" brushRef="#br0" timeOffset="38936.9513">-154 3152 1322,'0'0'173,"0"0"-141,0 0 82,0 0 68,-3-55-23,-3 47 7,-2 1 18,-4 3-57,0 2-37,-2 2-19,-3 0-10,-1 1-35,-1 6-26,-3 4 0,-2 1-3,0 4 3,-1 3 1,1 0 1,1 2-2,1 2 1,1-1-1,5 3-19,2-4-4,2 3 10,5-6-13,2 0-9,5-3-10,0-1 25,5-1-2,4-4 22,4-3 11,2-4 34,4-2 13,2 0-23,3-8-9,2-5 3,0-4-10,0-4-19,-2-1-1,1-3 1,-2 0 0,-2-3 0,-2 2 0,-1-3 0,-3 2 16,-1-2-13,-3 2-3,-2-2 29,0 0 0,-3-1-27,-1 1 14,-1 0 3,-4 0-7,0 1-11,0 2 14,0 5-12,-2 3-2,-2 6 1,1 3 0,0 5 33,3 3 0,-2 0-35,2 1-15,0 0-11,-3 2-38,1 5-42,-2 5 35,-1 6 55,2 5 15,-1 3-2,0 3-20,0 1 23,3 2-3,-2 3 3,1 2-14,2 0 14,0 2 11,0 1-11,0 0-24,6-4 24,2-1 6,2-4-6,3-5-2,4-3 2,1-4 13,2-2-11,3-6 11,0-1 13,4-6-7,0-3-19,1-1-2,1-3-14,0-7-29,0-2-13,-3-1 3,1-4 26,-3 0 13,-3-1-4,-1-1 20,-3 1 10,-3-2 9,-3 2-16,-3 1 13,-3 1 3,0-1 12,-5 4-31,0-2 0,-3 3 4,-4 3 18,-2-1-20,-2 2-2,-1 2 0,-2 4 1,-3-1-1,0 3 1,-3 2 1,0 5-2,-3 2 0,2 3-4,-2 2 4,3 1 0,0 1 0,2 5-26,2 2 26,1-2-1,3 3-14,3-2-11,4 0 24,3-1-1,2-4-29,0-2 3,7-1 29,2-3 9,5-3 8,0-2 8,3-4 34,2-2 12,-1 0-33,5-8-9,-1-3 7,3-2 6,-1-4-23,1-3-16,-1-1 16,-2-2 7,0-2-23,0-1 0,-2-1 26,-1-1 9,-1 0-15,-2-1-22,-2 2 34,-1-2-6,-5 2-28,-2-1 0,-1 3 14,-3-2-15,-2 0 0,0 1-13,-2 5 3,0 1 10,-3 5 0,0 7 0,1 3 13,2 2-13,-4 3-16,3 0-29,-2 1-19,0 8-10,-2 2 16,0 5 16,2 3 29,-1 5 12,0 1-1,4 2-9,-1 1 11,3 0 17,0 1-17,0 0-23,0-2 21,5 0 2,0 0-3,2-3-20,0 0 23,5-3 26,-2-1-7,4-4-19,-1-2 26,4-3-13,-1-3-10,0 0 26,3-4-3,-1-3 3,0-1 3,0 0-10,-1-1 11,-1-6-1,1 0 6,-1-4-12,-1 0 3,0-2-4,1-2-2,-2-2-4,2-2-17,-3-1 14,1-1 0,0-2-14,-3 0 2,-1-3 15,-3 0-7,-2 3-12,-4 0-19,-1 5 18,-1 3-23,-5 3 11,-2 3-13,-2 3 7,1 4-16,0 1-23,-1 1 7,-1 2 6,1 4 0,0 4-10,1 3 10,-1 2 16,2 2 0,1 2 3,3-2 13,3 2 10,1-1-20,0-2-9,7 0 16,2-1 15,0-3-19,3 0 17,0-2 3,0-1-3,0-2 3,-1-1 2,1-2 1,-1 0 26,-1 0-6,-1-3-20,0 3-3,-3-2 0,-1 2-3,0 1-16,-2 1 19,0 2 1,0-1 25,-2 4-23,0-1 16,-1 3-6,0-1-10,0 3-3,2-2-2,0 0-11,-1 0 11,3-3-17,0 1-7,4-2 7,-1-3-7,4 0-65,3-2-45,3-2-55,2-2-137,-6 0-111,11-6-154</inkml:trace>
        </inkml:traceGroup>
        <inkml:traceGroup>
          <inkml:annotationXML>
            <emma:emma xmlns:emma="http://www.w3.org/2003/04/emma" version="1.0">
              <emma:interpretation id="{0B441508-F8E3-48BF-91BF-C5FB3E1921B5}" emma:medium="tactile" emma:mode="ink">
                <msink:context xmlns:msink="http://schemas.microsoft.com/ink/2010/main" type="inkWord" rotatedBoundingBox="18702,9709 19930,9716 19926,10446 18698,10439"/>
              </emma:interpretation>
              <emma:one-of disjunction-type="recognition" id="oneOf10">
                <emma:interpretation id="interp50" emma:lang="en-US" emma:confidence="0.5">
                  <emma:literal>bits</emma:literal>
                </emma:interpretation>
                <emma:interpretation id="interp51" emma:lang="en-US" emma:confidence="0">
                  <emma:literal>bit</emma:literal>
                </emma:interpretation>
                <emma:interpretation id="interp52" emma:lang="en-US" emma:confidence="0">
                  <emma:literal>bit,</emma:literal>
                </emma:interpretation>
                <emma:interpretation id="interp53" emma:lang="en-US" emma:confidence="0">
                  <emma:literal>bity</emma:literal>
                </emma:interpretation>
                <emma:interpretation id="interp54" emma:lang="en-US" emma:confidence="0">
                  <emma:literal>bet</emma:literal>
                </emma:interpretation>
              </emma:one-of>
            </emma:emma>
          </inkml:annotationXML>
          <inkml:trace contextRef="#ctx0" brushRef="#br0" timeOffset="39782.3709">1589 2921 2214,'0'0'258,"0"0"-203,0 0-32,0 0 3,0 0 55,0 0-62,0 0-19,0 0-74,0 0-26,0 0 12,-31-6-15,31 19 103,3 6 32,1 6-6,0 8 13,-1 3-37,0 3 21,-2 2-1,1 4 11,-2-1-33,0 1 1,0-2 12,0-2 12,0-4-25,-2-4 1,0-9 11,0-5 8,2-6-20,0-5 0,0-6 1,0-1 73,0-1 0,0-1-3,0-6-7,0-7-49,4-3-15,1-4-1,2-3-31,0 0 32,1-2 0,0 0-2,0 0-14,2-1 15,1 1-12,2-1-3,2 2 4,1 2 12,3 3 0,0 5-3,-1 5-17,1 5 1,-2 5-39,-1 0-19,-2 7 32,0 6 19,-1 2 22,-3 3 4,-1 2 0,-3 2 11,-2-1 9,-4 3-7,0-3-11,-5 3 23,-4-4-2,-2 1-10,-3-2-11,-1-3 0,-3-2 11,-1 0-13,2-6-2,-2 0-21,1-3-31,2 0-82,-1-3-61,4-1-43,1-1-95,-1-1-59,7-1-95,0-7-278</inkml:trace>
          <inkml:trace contextRef="#ctx0" brushRef="#br0" timeOffset="40625.8787">1948 3288 817,'0'0'228,"0"0"-211,0 0 12,0 0 114,0 0 33,0 0 32,0 0-19,0 0-20,0 0 25,54 55-25,-41-51-40,1-3-22,3-1-23,1 0-23,-1 0-19,1-5 3,-1-3-16,1-1-16,-1-2-13,-3-3 3,-1 0 12,-1-1-15,-2 0-13,-3 0 12,-2 0 0,-1 1-18,-1 1-10,-3-1-20,0 3-22,0-1-19,-7 4-4,2-1 33,0 4 19,-3 1-16,2 4 6,-1 0-52,0 10-3,-2 3 49,1 4 29,0 3 28,0 3 0,3-1-12,1 3 10,2-2 3,1-2 0,1-1-14,0-1 14,5-1 17,2-4 2,1-2-18,0-3 28,4 0 20,2-5 61,1-2-9,1-2-27,2 0 1,3-5-4,-2-2-36,2-4-9,0-1 9,1 0-2,-2-5-17,2 0-3,-2-3 19,2 0 3,-1-5-22,-3 1 13,1-2 9,0 0 14,-2-3-14,-1 2 7,-2-3-10,-2 0 16,-1-3-45,-3 3 0,-2 0 10,-5 0-13,-1 1-16,0 3-35,-6 3 48,0 5 0,-2 4-30,0 5 6,0 3 27,3 4 0,-1 2-30,1 0-28,-2 6-3,0 5 15,1 4 1,0 3 23,2 3 22,1 3 35,3 2-31,0 2 12,0 1-4,2 0 5,3 1-17,-1 0 0,3 0 0,-1 0 3,0 0-2,1-1 0,-1-3 1,0-1 11,2-9-13,0-2 0,0-3 0,-2-5 19,2-3 4,1-2-4,0-1 13,-2 0 13,3-4-33,-1-4-12,-1-1 0,0-2-1,3 0-21,-3-3 9,3 1 11,-3 2 2,3-1-20,-1 2-6,-1 2 7,2 1-7,-3 3-22,-1 4-3,0 0 9,0 5 3,-2 4 10,-1 4 29,2 4 6,-1 4 17,-1 0-23,-2 3 0,0 2 12,1 0-2,-3 2-10,0-2-3,0-1 3,0 1-1,-4-2 1,1-3-19,-4-4 16,2-3-33,1-3-74,-3-5-100,2-4-85,1 1-105,-4-8-163</inkml:trace>
          <inkml:trace contextRef="#ctx0" brushRef="#br0" timeOffset="41025.0429">2246 2890 2508,'0'0'274,"0"0"-261,0 0-13,0 0-138,0 0-50,0 0 78,0 0 39,0 0-84,0 0-60,0 0-259,87 20-728</inkml:trace>
          <inkml:trace contextRef="#ctx0" brushRef="#br0" timeOffset="40838.1161">2502 2930 2368,'0'0'168,"0"0"-168,0 0-123,0 0 78,0 0 45,66-32 1,-43 25 0,0-1-1,3 1-1,-3 1-18,-1 0-23,-2 2-179,-2 0-292,-7 1-21</inkml:trace>
        </inkml:traceGroup>
        <inkml:traceGroup>
          <inkml:annotationXML>
            <emma:emma xmlns:emma="http://www.w3.org/2003/04/emma" version="1.0">
              <emma:interpretation id="{62A33FB8-DE19-4D56-9BBB-D8C9494B2A44}" emma:medium="tactile" emma:mode="ink">
                <msink:context xmlns:msink="http://schemas.microsoft.com/ink/2010/main" type="inkWord" rotatedBoundingBox="20558,10107 20587,9929 20782,9960 20753,10139"/>
              </emma:interpretation>
              <emma:one-of disjunction-type="recognition" id="oneOf11">
                <emma:interpretation id="interp55" emma:lang="en-US" emma:confidence="0.5">
                  <emma:literal>=</emma:literal>
                </emma:interpretation>
                <emma:interpretation id="interp56" emma:lang="en-US" emma:confidence="0">
                  <emma:literal>_</emma:literal>
                </emma:interpretation>
                <emma:interpretation id="interp57" emma:lang="en-US" emma:confidence="0">
                  <emma:literal>I</emma:literal>
                </emma:interpretation>
                <emma:interpretation id="interp58" emma:lang="en-US" emma:confidence="0">
                  <emma:literal>IT</emma:literal>
                </emma:interpretation>
                <emma:interpretation id="interp59" emma:lang="en-US" emma:confidence="0">
                  <emma:literal>It</emma:literal>
                </emma:interpretation>
              </emma:one-of>
            </emma:emma>
          </inkml:annotationXML>
          <inkml:trace contextRef="#ctx0" brushRef="#br0" timeOffset="41690.8456">3434 3226 1456,'0'0'679,"0"0"-563,0 0-80,0 0 13,0 0-49,0 0-41,0 0 28,0 0 13,0 0 19,0 0-19,80-3-39,-53 3-55,0 0-246,-9 0-204,10 4-700</inkml:trace>
          <inkml:trace contextRef="#ctx0" brushRef="#br0" timeOffset="41498.1713">3438 3078 134,'0'0'1335,"0"0"-543,0 0-637,0 0-155,0 0-35,0 0-20,0 0 26,0 0 25,0 0-15,0 0-4,68-7 23,-55 6 0,1 0 0,2 0-24,-3 1-12,1 0-13,-1 0-171,-4 2-151,0 0-26,-1 3-199</inkml:trace>
        </inkml:traceGroup>
        <inkml:traceGroup>
          <inkml:annotationXML>
            <emma:emma xmlns:emma="http://www.w3.org/2003/04/emma" version="1.0">
              <emma:interpretation id="{5AC84801-A299-46DD-8A59-5536C4AE5DF9}" emma:medium="tactile" emma:mode="ink">
                <msink:context xmlns:msink="http://schemas.microsoft.com/ink/2010/main" type="inkWord" rotatedBoundingBox="21767,9714 23717,9883 23655,10597 21705,10428"/>
              </emma:interpretation>
              <emma:one-of disjunction-type="recognition" id="oneOf12">
                <emma:interpretation id="interp60" emma:lang="en-US" emma:confidence="0.5">
                  <emma:literal>1024</emma:literal>
                </emma:interpretation>
                <emma:interpretation id="interp61" emma:lang="en-US" emma:confidence="0">
                  <emma:literal>4024</emma:literal>
                </emma:interpretation>
                <emma:interpretation id="interp62" emma:lang="en-US" emma:confidence="0">
                  <emma:literal>2024</emma:literal>
                </emma:interpretation>
                <emma:interpretation id="interp63" emma:lang="en-US" emma:confidence="0">
                  <emma:literal>0024</emma:literal>
                </emma:interpretation>
                <emma:interpretation id="interp64" emma:lang="en-US" emma:confidence="0">
                  <emma:literal>10424</emma:literal>
                </emma:interpretation>
              </emma:one-of>
            </emma:emma>
          </inkml:annotationXML>
          <inkml:trace contextRef="#ctx0" brushRef="#br0" timeOffset="43809.6242">4612 3010 1311,'0'0'761,"0"0"-505,0 0-88,0 0 0,0 0-1,0 0 7,0 0 12,0 0-30,0 0-70,0 0-86,-2-23-19,2 23-29,0 4-41,0 3 60,0 6 29,0 4 51,0 5-16,0 1-33,-1 4 24,-1 0-12,-2 2-14,2-2-4,-3 2 2,3-1 1,-1 0-14,1 1-23,1-3 37,0-1 1,-2 0-38,3 0-17,0-5-15,0-2-68,0-4-74,3-3-39,3-3-105,0-4-157,0-4-105,9-1-445</inkml:trace>
          <inkml:trace contextRef="#ctx0" brushRef="#br0" timeOffset="44216.8884">4959 3103 463,'0'0'1269,"0"0"-1223,0 0-46,0 0-7,0 0 7,-64 26 111,54-18-1,1 2-6,0 0 55,3 4-7,-1 0-62,2 3-45,0 3-3,1 4 0,1-2-6,1 3-14,0-1 24,2 0-14,0-3 13,4 0-3,2-3 6,2-1 22,2-3-2,2-3-20,1-2 13,2 0 6,3-4-26,-1-2-12,2-1 41,2-2 3,-1-2-41,2-4-16,-1-3 16,0-2 9,-1-2-22,0-4-17,-2-2 27,-1 0 2,-3-3-30,-2 1-1,-5 1 1,-3-1-1,-3 1-12,-1 1-29,-3-2-7,-6 0-35,-4 1-34,-5 0-33,-2-2-10,-4 4 9,0 0-1,-2 3-2,1 3 15,2 4-10,3 4-94,4 4-131,5 0-3,1 7-154</inkml:trace>
          <inkml:trace contextRef="#ctx0" brushRef="#br0" timeOffset="44771.3489">5384 3163 1322,'0'0'595,"0"0"-436,0 0-61,0 0 132,0 0 50,0 0-83,0 0-85,0 0-29,0 0 20,-57-53-14,57 46-47,5 1-41,2 0 0,2 0 2,0 2-2,0-1-1,3 1 2,0 0 14,0 3 16,1-1 16,0 2 22,1 0 12,2 0 13,3 0-6,-2 3-20,-1 1-69,0 4-10,0-1-18,-2 3 15,-3 3 12,-1 2 1,-2 2-3,-4 3 3,-1 4-1,-3 3-30,-3 2 29,-5 1-21,-4-1 8,-3-2-4,0 1 3,0-7 16,-1-1 17,-1-3-16,3-3 1,2-5 26,0 0-9,3-3-17,2-2 2,3-2 21,2 0 3,1-2-25,1 0-3,0 0-14,0 0-34,3 0-43,4-3 49,2-2 42,2 1 4,4-1-4,4-1-1,0 1 1,4 0 19,2-2-7,3 0 23,3 1 6,0 0-41,2 0-3,0 2-32,-2 1-3,0 2-25,1 1-144,-3 0-48,0 1-60,-2 3-59,-1-1-177,-7 1-64,7-2-629</inkml:trace>
          <inkml:trace contextRef="#ctx0" brushRef="#br0" timeOffset="45140.2504">6098 2957 2478,'0'0'659,"0"0"-509,0 0-150,0 0-3,0 0-10,0 0 11,0 0-17,0 0 19,0 0 89,0 0-12,-12 69-45,12-43-10,-2 0 0,-3 2 6,-1 2-28,-2-3 0,1 2 11,-2-3-1,-1-2-10,1 1 0,2-2 0,0-2-1,4-4-6,1-1-18,2-2 24,0 0 0,4-3-2,6-3 3,2 0 14,4-2 24,4-2-36,2-1-1,5-2-1,3-1-10,0 0-21,4-3-4,0 0 3,1-1-32,0 0-76,0 0-4,-2 1-10,-2 0-42,0 0-62,-6 1-59,0 1-128,-7 0-66,4-2-215</inkml:trace>
          <inkml:trace contextRef="#ctx0" brushRef="#br0" timeOffset="45410.0965">6442 3112 1706,'0'0'698,"0"0"-492,0 0-154,0 0-10,0 0-20,0 0 23,0 0 33,-44 71 40,44-47 49,0 2-39,0 2-20,2 1-47,0 3-36,1 2-23,-1-2 0,-2 2-2,0 1 0,0-3-16,0 0-25,0-1 6,-2-1 6,-1-3-53,0 0-40,-1-4-61,2-5-55,-1-4-178,1-7-201,2-3-416</inkml:trace>
        </inkml:traceGroup>
        <inkml:traceGroup>
          <inkml:annotationXML>
            <emma:emma xmlns:emma="http://www.w3.org/2003/04/emma" version="1.0">
              <emma:interpretation id="{488143F5-C3DD-48A8-8DC6-B845370B1ED9}" emma:medium="tactile" emma:mode="ink">
                <msink:context xmlns:msink="http://schemas.microsoft.com/ink/2010/main" type="inkWord" rotatedBoundingBox="23920,10471 23985,9897 24395,9943 24330,10518"/>
              </emma:interpretation>
              <emma:one-of disjunction-type="recognition" id="oneOf13">
                <emma:interpretation id="interp65" emma:lang="en-US" emma:confidence="0.5">
                  <emma:literal>X</emma:literal>
                </emma:interpretation>
                <emma:interpretation id="interp66" emma:lang="en-US" emma:confidence="0">
                  <emma:literal>x</emma:literal>
                </emma:interpretation>
                <emma:interpretation id="interp67" emma:lang="en-US" emma:confidence="0">
                  <emma:literal>*</emma:literal>
                </emma:interpretation>
                <emma:interpretation id="interp68" emma:lang="en-US" emma:confidence="0">
                  <emma:literal>+</emma:literal>
                </emma:interpretation>
                <emma:interpretation id="interp69" emma:lang="en-US" emma:confidence="0">
                  <emma:literal>t</emma:literal>
                </emma:interpretation>
              </emma:one-of>
            </emma:emma>
          </inkml:annotationXML>
          <inkml:trace contextRef="#ctx0" brushRef="#br0" timeOffset="45719.7572">6832 3095 2047,'0'0'808,"0"0"-763,0 0-45,0 0-167,0 0 167,0 0 132,0 0 25,65 67 3,-42-47-48,0 5-20,3-2-38,0 2-52,-2 1-1,-2-2-1,0 0-3,-1 0 0,-2-2-13,-3-2 13,-2 0-42,-1-3-2,-1-1 12,-4-3-23,2-1-57,-3-2-20,-1-2-57,-2-1-53,-1-3-111,-1-2-121,-1-1-86,1-1-522</inkml:trace>
          <inkml:trace contextRef="#ctx0" brushRef="#br0" timeOffset="45977.89">7154 3048 2183,'0'0'765,"0"0"-502,0 0-171,0 0-41,0 0-25,0 0-26,0 0-35,-68 17 13,59 0 22,-3 4 89,-1 3-23,1 4 1,-1-1-29,0 3-16,-1 0-22,0 1-11,-2 1 9,-1 0 1,-1-1-27,-1 0 15,2-1-25,0-1-9,2-3-39,3-2-10,0-2-16,5-2-61,3-4-100,1-2-179,3-6-187,2-3-392</inkml:trace>
        </inkml:traceGroup>
        <inkml:traceGroup>
          <inkml:annotationXML>
            <emma:emma xmlns:emma="http://www.w3.org/2003/04/emma" version="1.0">
              <emma:interpretation id="{E7158439-20AE-4A33-ADC7-2509800F732E}" emma:medium="tactile" emma:mode="ink">
                <msink:context xmlns:msink="http://schemas.microsoft.com/ink/2010/main" type="inkWord" rotatedBoundingBox="24499,10484 24562,9758 25071,9802 25008,10529"/>
              </emma:interpretation>
              <emma:one-of disjunction-type="recognition" id="oneOf14">
                <emma:interpretation id="interp70" emma:lang="en-US" emma:confidence="0.5">
                  <emma:literal>8</emma:literal>
                </emma:interpretation>
                <emma:interpretation id="interp71" emma:lang="en-US" emma:confidence="0">
                  <emma:literal>S</emma:literal>
                </emma:interpretation>
                <emma:interpretation id="interp72" emma:lang="en-US" emma:confidence="0">
                  <emma:literal>f</emma:literal>
                </emma:interpretation>
                <emma:interpretation id="interp73" emma:lang="en-US" emma:confidence="0">
                  <emma:literal>g</emma:literal>
                </emma:interpretation>
                <emma:interpretation id="interp74" emma:lang="en-US" emma:confidence="0">
                  <emma:literal>b</emma:literal>
                </emma:interpretation>
              </emma:one-of>
            </emma:emma>
          </inkml:annotationXML>
          <inkml:trace contextRef="#ctx0" brushRef="#br0" timeOffset="46703.793">7381 3306 1429,'0'0'419,"0"0"-409,0 0 19,0 0 36,0 0 139,0 0 42,0 0 0,64 21-56,-48-21-17,1-1-6,2-7-39,1 1-58,-1-4-20,3-2 8,1-2 2,-3-1-28,2-3-1,0 0 7,-2-2 13,-3 1-32,1-4-17,-4 2 23,-2-2-9,-2 2-16,-2-1 1,-3 0-1,-2 1 0,-3-2-35,0 3-9,-3 0 44,-4 6-3,-4 0-51,-2 6 52,0-1-20,-2 6 19,-3 1-32,1 3-6,-4 0 25,1 7 14,-2 4-24,-1 0 17,3 1 9,0 5 3,4 0-3,1 0-12,4 1 12,4-1 0,2 2-16,3-2-4,2 2 20,0 1 26,3 0-14,5 0-8,2 2 18,2-1 16,3 1-38,2 1-25,2 0 25,0 0-2,2 0-26,0 0 16,0 1 12,-2-4 3,0 2-3,-1-1-1,-3-1-1,-4 1-1,-1-1-13,-4-1 0,-1-1 16,-4-2 2,-1 1-2,0-2-47,-7-1 12,-3 0-13,-4-4 13,0 1 13,-3-2 22,-1-4 16,0-1 7,-1-1 2,0-3 1,-1 0 12,-1-3-9,3-4 2,0-1 11,2-4 21,3-1-3,2-2 13,3-4 12,6-2 16,2-3-22,2-5-79,8-3-13,6 0-31,3-2-22,4-2-6,3 3 2,2 2 23,5 2-7,4 2-9,1 1-17,0 2 13,0 5-19,-4 3-102,-3 4-140,-6 6-147,-8 2-194,-1 2 9</inkml:trace>
        </inkml:traceGroup>
      </inkml:traceGroup>
    </inkml:traceGroup>
    <inkml:traceGroup>
      <inkml:annotationXML>
        <emma:emma xmlns:emma="http://www.w3.org/2003/04/emma" version="1.0">
          <emma:interpretation id="{D6B9B2C0-2705-4606-B6AC-61EB9A3D7243}" emma:medium="tactile" emma:mode="ink">
            <msink:context xmlns:msink="http://schemas.microsoft.com/ink/2010/main" type="paragraph" rotatedBoundingBox="22040,10939 24040,10409 24362,11621 22362,12151" alignmentLevel="4"/>
          </emma:interpretation>
        </emma:emma>
      </inkml:annotationXML>
      <inkml:traceGroup>
        <inkml:annotationXML>
          <emma:emma xmlns:emma="http://www.w3.org/2003/04/emma" version="1.0">
            <emma:interpretation id="{78AF2731-199F-441B-B23F-74339F24C3AC}" emma:medium="tactile" emma:mode="ink">
              <msink:context xmlns:msink="http://schemas.microsoft.com/ink/2010/main" type="line" rotatedBoundingBox="22040,10939 24040,10409 24362,11621 22362,12151"/>
            </emma:interpretation>
          </emma:emma>
        </inkml:annotationXML>
        <inkml:traceGroup>
          <inkml:annotationXML>
            <emma:emma xmlns:emma="http://www.w3.org/2003/04/emma" version="1.0">
              <emma:interpretation id="{20BDD592-79C5-4A7C-98A9-5372C13E8E9D}" emma:medium="tactile" emma:mode="ink">
                <msink:context xmlns:msink="http://schemas.microsoft.com/ink/2010/main" type="inkWord" rotatedBoundingBox="22040,10939 24040,10409 24362,11621 22362,12151"/>
              </emma:interpretation>
              <emma:one-of disjunction-type="recognition" id="oneOf15">
                <emma:interpretation id="interp75" emma:lang="en-US" emma:confidence="0.5">
                  <emma:literal>21%☺</emma:literal>
                </emma:interpretation>
                <emma:interpretation id="interp76" emma:lang="en-US" emma:confidence="0.5">
                  <emma:literal>210 Q</emma:literal>
                </emma:interpretation>
                <emma:interpretation id="interp77" emma:lang="en-US" emma:confidence="0.5">
                  <emma:literal>2 18</emma:literal>
                </emma:interpretation>
                <emma:interpretation id="interp78" emma:lang="en-US" emma:confidence="0">
                  <emma:literal>21☺</emma:literal>
                </emma:interpretation>
                <emma:interpretation id="interp79" emma:lang="en-US" emma:confidence="0">
                  <emma:literal>2 1%</emma:literal>
                </emma:interpretation>
              </emma:one-of>
            </emma:emma>
          </inkml:annotationXML>
          <inkml:trace contextRef="#ctx0" brushRef="#br0" timeOffset="48264.3607">5339 4468 339,'0'0'809,"0"0"-123,0 0-449,0 0-75,0 0 6,0 0 20,0 0-46,0 0-30,0 0-12,0 0-1,0 0-47,-57-44-33,62 40-3,3-2-15,3 1 12,3-2 25,4 1 0,2 0-3,3 3 17,0 0 24,1 2 0,1 1-26,-1 4-50,0 3-32,-2 7 4,-2 1 28,-1 5 16,-3 5 15,-5 2-20,-4 3-11,-6 3-13,-1 2 11,-10 2-14,-7 0-9,-6 0-7,-5-2 3,-2-2-2,-3-1 8,0-6 12,-2-6 11,0-1 3,-1-4-2,4-1 0,-1-5 15,3-3 0,2-3-14,4-2 0,5-1 20,6 0 7,3-4-10,5-1 5,5-4-24,0 3-63,9-3 12,5 0 13,7-2 38,3 2 14,3 3 2,4 0 0,4 1 19,1 0 29,4 3 15,0-1 7,2 2-26,0 1-25,0 0-35,1 4-38,-4 3 25,-1 1-6,-5 0-13,-1 3 4,-4 0-16,-2 0-36,-4-1-44,-2 0-19,-2-3-1,-3 2-33,-1-4-48,-3-1-50,1-3-78,-2-1-50,-3 0-59,1-10-278</inkml:trace>
          <inkml:trace contextRef="#ctx0" brushRef="#br0" timeOffset="50139.0792">6620 3929 2020,'0'0'421,"0"0"-330,0 0-72,0 0-3,0 0 10,-60-55 26,52 49-17,-1-1-32,1 0 1,-1 0 18,1 1 23,-2 0-13,1-1-32,-3 2 7,-2-1-7,-3 1 2,1 1-2,-5-2-13,0 0 13,-3 0 3,-3-1 1,0 2-2,-3 1 40,2-1 31,-3 2-50,0 0-21,-1 3 14,1 0-13,1 0-3,-2 0-9,0 0 9,2 3 9,2 2-9,0 0-11,2 0 11,1 1 3,2 0-3,1 2 0,3-1 13,0 2-13,3 0-7,0 3-25,-1-1 29,3 1-13,1 3 0,-1 0 16,2 3 27,0 1 17,1 3-24,1 0 12,1 4 6,0 0-2,1 1-11,1 3-12,1 0 16,0 0 22,3 2-22,0-1-17,3 3 36,0-3 10,1 4-27,4-4-15,5 2 23,-1 0-8,2-2-12,0 1-6,2-1 22,-1-2-6,1 0-29,0-2 0,1 0 10,2-2 11,0 0-21,3-3 0,0 1 13,2-2 25,3 0-38,0-3 0,1 0 13,1-1 8,1-2-21,1 1 0,1-2 12,-1-1 10,4 1-22,-1-3 1,2 2 12,1-4 10,0-1-23,0-1 0,0-1 10,1-4 17,2 1-27,-2-3 0,3 0 21,0 0 10,-1-5-18,2-4-13,-1 0 32,2-1-1,-2-1-12,-1-2 3,1-3 40,-3 0 27,0-4-30,0-1-18,-2-3 12,0-2-6,-3-3-47,-2-2 12,-1-4-9,-3-3 0,-2-2-3,-4-3-31,-1-3 12,-5-2 1,-5-3-29,-4-1-22,-3 1 20,-6 4 23,-8-1-44,-6 6 33,-4 2 37,-6 2 19,-3 6-16,-5 2-3,-2 5 0,-7 2-1,0 6-2,-4 3-35,-1 3 0,-2 6 10,1 2-3,-1 3-29,0 3 16,3 5 3,1 1-26,3 4-28,0 2-26,5 0-41,2 2 8,3 4-77,2 0-88,0 2-163,9-4-100,-7 10-180</inkml:trace>
          <inkml:trace contextRef="#ctx0" brushRef="#br0" timeOffset="48602.7268">5964 4040 2251,'0'0'446,"0"0"-336,0 0-110,0 0-21,0 0 21,0 0 81,0 0-43,0 0-18,0 0 28,0 0 106,3 27 5,-1-10-60,1 4-7,-1 3-22,0 3-41,-2 2-4,0 2 32,1 2-16,-1 2-39,0 0 11,0-1 12,0 1-25,0-2-3,0-1-9,0-4 12,0-3 0,3-2-28,0-4-26,2-3-35,1-3-63,1-5-78,3-4-71,3-4-11,0-1-54,-1-4-170,9-15-199</inkml:trace>
          <inkml:trace contextRef="#ctx0" brushRef="#br0" timeOffset="49005.0767">6341 4155 1588,'0'0'1051,"0"0"-964,0 0-87,0 0 23,0 0 115,0 0 16,0 0-84,0 0-70,0 0 0,0 0 27,-56 19 8,51-4 1,1 4 18,-1 0 13,2 2-38,0 2-7,2-2 16,1 1 54,0 1-54,0-3-6,1-2 50,5 0 19,2-2-38,3-2-25,0-2 19,2-3-1,1 1-9,3-2-15,1-2 22,-2-2 2,3-2-28,-1-2 0,1 0 3,-1-2 16,-2-5-23,1-2-8,-3-3 15,1 0 0,-3-6-13,-1 1-17,-1-1 13,-4-3 3,0 1-17,-5-1-16,-1 1-3,0-2-24,-7-1-44,-4 1 12,-3-2-37,-7 1-20,0 4-29,-5 3 19,-1 5 3,0 6 37,2 5 4,-1 2-59,2 10-121,1 4-125,2 4-177,4-4-38,-1 10-187</inkml:trace>
          <inkml:trace contextRef="#ctx0" brushRef="#br0" timeOffset="113040.1663">6023 4647 232,'0'0'1357,"0"0"-1206,0 0-151,0 0-75,0 0-10,0 0 43,0 0 42,0 0 58,0 0 36,0 0 33,38 3-23,-22-3-33,0 0-35,2-1-4,3 1 20,1 0-29,2 0 16,1 0 3,2 0-10,1 1-12,-1 1-17,2 1 23,-2-3 7,2 3-33,-1-2-17,-1 0 17,-1-1 13,1 1-12,-2 0-1,-2-1 2,-1 0-2,-3 0-6,-3 0 6,-2 0 10,-3 0 4,-3 0-14,-2 0-20,-1 0 20,-3 0 0,-1 0-13,1 0-6,-2 0 19,0 0-4,0-1-99,0 1-199,-7-1-49,2 1-144</inkml:trace>
          <inkml:trace contextRef="#ctx0" brushRef="#br0" timeOffset="113439.8068">6127 4753 372,'0'0'772,"0"0"-586,0 0-186,0 0-13,0 0-52,0 0 16,0 0 49,0 0 0,0 0 16,0 0 23,0 0 10,-3 3-7,3-3-12,0 1 64,2 1 30,0 1-27,2-1-41,0-1-8,3 3 33,2-1-22,2 2-14,4-2 4,3 3-4,3-3-19,3 2-8,4-1-16,2-1 25,1 0-21,4 1-6,0-2 0,0-2 0,2 2 30,-1-1-30,-2 0-10,0-1 10,-2 0 0,-4 0-10,-1 0 4,-4 0 6,-5 0 0,-3 0-43,-3 2-2,-4-2 9,-2 2-41,-2-2-89,-3 1-91,-1 0-20,0 1-189,-5-1-326</inkml:trace>
        </inkml:traceGroup>
      </inkml:traceGroup>
    </inkml:traceGroup>
    <inkml:traceGroup>
      <inkml:annotationXML>
        <emma:emma xmlns:emma="http://www.w3.org/2003/04/emma" version="1.0">
          <emma:interpretation id="{F19358A4-04AD-41EB-82A8-B3AE0A9B6914}" emma:medium="tactile" emma:mode="ink">
            <msink:context xmlns:msink="http://schemas.microsoft.com/ink/2010/main" type="paragraph" rotatedBoundingBox="13923,12001 18720,12014 18718,12669 13922,12655" alignmentLevel="1"/>
          </emma:interpretation>
        </emma:emma>
      </inkml:annotationXML>
      <inkml:traceGroup>
        <inkml:annotationXML>
          <emma:emma xmlns:emma="http://www.w3.org/2003/04/emma" version="1.0">
            <emma:interpretation id="{CE69BF6F-63D7-4D20-B499-6663C5BD8E50}" emma:medium="tactile" emma:mode="ink">
              <msink:context xmlns:msink="http://schemas.microsoft.com/ink/2010/main" type="line" rotatedBoundingBox="13923,12001 18720,12014 18718,12669 13922,12655"/>
            </emma:interpretation>
          </emma:emma>
        </inkml:annotationXML>
        <inkml:traceGroup>
          <inkml:annotationXML>
            <emma:emma xmlns:emma="http://www.w3.org/2003/04/emma" version="1.0">
              <emma:interpretation id="{1614831E-B6F0-4576-8737-36F02C71D301}" emma:medium="tactile" emma:mode="ink">
                <msink:context xmlns:msink="http://schemas.microsoft.com/ink/2010/main" type="inkWord" rotatedBoundingBox="13923,12001 14584,12003 14582,12447 13922,12445">
                  <msink:destinationLink direction="with" ref="{34BC960C-B326-401A-8736-E1EE94A3D66D}"/>
                </msink:context>
              </emma:interpretation>
              <emma:one-of disjunction-type="recognition" id="oneOf16">
                <emma:interpretation id="interp80" emma:lang="en-US" emma:confidence="0.5">
                  <emma:literal>.</emma:literal>
                </emma:interpretation>
                <emma:interpretation id="interp81" emma:lang="en-US" emma:confidence="0">
                  <emma:literal>r</emma:literal>
                </emma:interpretation>
                <emma:interpretation id="interp82" emma:lang="en-US" emma:confidence="0">
                  <emma:literal>v</emma:literal>
                </emma:interpretation>
                <emma:interpretation id="interp83" emma:lang="en-US" emma:confidence="0">
                  <emma:literal>/</emma:literal>
                </emma:interpretation>
                <emma:interpretation id="interp84" emma:lang="en-US" emma:confidence="0">
                  <emma:literal>u</emma:literal>
                </emma:interpretation>
              </emma:one-of>
            </emma:emma>
          </inkml:annotationXML>
          <inkml:trace contextRef="#ctx0" brushRef="#br0" timeOffset="20460.03">-3207 5414 931,'0'0'434,"0"0"-330,0 0-104,0 0 0,0 0-39,0 0-7,0 0 10,0 0 17,0 0 19,-14 54 14,14-41 15,0 1-3,0 1 4,2-4 18,0 0-5,1-2 25,0 0-13,1-4 1,1-2-11,3-2 27,2 1 57,4-2 63,5-3-33,2-7-69,5-3-15,6-8-21,1-2-15,5-7-16,2-2 16,2-3 9,3-4 10,1-1 22,-1 2 14,-2 2-37,-5 4-57,-2 5-54,-7 8 6,-5 1-7,-7 6 10,-3 4 0,-6 3 0,-2 3-26,-4 2-65,1 0-129,0 2-31,-3 8 85,0-3-16,-3 15-184</inkml:trace>
        </inkml:traceGroup>
        <inkml:traceGroup>
          <inkml:annotationXML>
            <emma:emma xmlns:emma="http://www.w3.org/2003/04/emma" version="1.0">
              <emma:interpretation id="{EBE48EFA-5D0A-40F1-AA74-6C7830D8B8FB}" emma:medium="tactile" emma:mode="ink">
                <msink:context xmlns:msink="http://schemas.microsoft.com/ink/2010/main" type="inkWord" rotatedBoundingBox="15307,12138 18708,11986 18732,12511 15331,12664"/>
              </emma:interpretation>
              <emma:one-of disjunction-type="recognition" id="oneOf17">
                <emma:interpretation id="interp85" emma:lang="en-US" emma:confidence="0.5">
                  <emma:literal>re.</emma:literal>
                </emma:interpretation>
                <emma:interpretation id="interp86" emma:lang="en-US" emma:confidence="0">
                  <emma:literal>*</emma:literal>
                </emma:interpretation>
                <emma:interpretation id="interp87" emma:lang="en-US" emma:confidence="0">
                  <emma:literal>see</emma:literal>
                </emma:interpretation>
                <emma:interpretation id="interp88" emma:lang="en-US" emma:confidence="0">
                  <emma:literal>re</emma:literal>
                </emma:interpretation>
                <emma:interpretation id="interp89" emma:lang="en-US" emma:confidence="0">
                  <emma:literal>see.</emma:literal>
                </emma:interpretation>
              </emma:one-of>
            </emma:emma>
          </inkml:annotationXML>
          <inkml:trace contextRef="#ctx0" brushRef="#br0" timeOffset="22434.1188">-1802 5707 638,'0'0'290,"0"0"-179,0 0-46,0 0-10,0 0 1,0 0 97,0 0-42,0 0-37,0 0-15,0 0-10,-14 0-7,14 0 13,0 0 0,0 0-12,0 0 5,0 0 21,0 0 2,0 0-32,0 0-23,0 0-3,0 0-13,0 0-49,0 1-25,1 5 74,3 0 26,0 1 52,4 3-56,1 0 6,0 0-28,0-2-3,2-2 1,2-3 2,-1-2 24,4-1 31,0-4 100,6-7 7,1-4-62,3-7-71,3-2-16,1-6-11,2-3 14,2-2-16,0-1 0,1-3 22,1 1 32,1-1 33,1 0 38,-1 3 16,0 1-45,-1 4-83,-5 6-13,-4 5-41,-6 6-1,-7 3 29,-2 4-16,-7 5 7,-1-1-10,-3 3-10,1 0-54,-2 0 16,0 0 22,0 0-7,0 5-35,0 0 46,0 3-8,0 1-74,0-2-155,0-2-154,1 0-89</inkml:trace>
          <inkml:trace contextRef="#ctx0" brushRef="#br0" timeOffset="168604.8059">-299 5611 362,'0'0'1297,"0"0"-1154,0 0-143,0 0-140,0 0-49,0 0 131,0 0 58,0 0 64,0 0 36,65-38 47,-39 20-14,4-7-52,5 0-19,5-7-30,-1-1-9,6-3-7,0 0-16,-1 1-24,1 0-44,-1 5-6,-4 2-27,0 3-36,-7 4-103,-3 3-66,-9 8-102,2 0-290</inkml:trace>
          <inkml:trace contextRef="#ctx0" brushRef="#br0" timeOffset="170204.8194">-576 5350 132,'0'0'2,"0"0"589,0 0-431,0 0-160,0 0-7,0 0-22,0 0 27,0 0 2,0 0 22,0 0 27,2 1 23,-2-1 3,0 0 3,0 0 7,0 0 6,1 2-10,-1 0-29,1 3 4,-1 2 6,2 4 6,1 0-39,1 4 0,1 0 27,0 0-21,2 2-35,0 1 2,0-2 9,1-1 8,1 2-19,-2-2-3,2-1 3,0-1 10,0-2-10,1-3 0,-1-1 49,3-3 42,0-1-88,3-3-1,3 0 34,2-7 16,4-2-52,0-4 0,1-4 0,3-3-3,0-1-30,2-4 11,4-4 22,1-1-1,3-1-12,5-2-13,2 0 26,3 2-4,3 1-18,-1 7-63,3 3-22,-1 8-270,-13 4-145,15 2-309</inkml:trace>
          <inkml:trace contextRef="#ctx0" brushRef="#br0" timeOffset="168140.6005">1122 5640 336,'0'0'29,"0"0"431,0 0-343,0 0-39,0 0 4,0 0-7,0 0 16,0 0 49,0 0 72,0 0-40,-34-1-20,32 1 7,2 0-13,0 0-32,0 0-34,0 0 1,0 0-26,0 0-36,0-2-19,2-1 0,4-1 41,3-1 37,3-4 18,2-1-31,7-4-27,4-4-15,4-1-21,6-4 0,3-3 10,2 0-12,1 0-16,2 0-13,-1 3-23,-5 5-38,-4 3-103,-4 7-205,-10 3-372,-4 5-470</inkml:trace>
        </inkml:traceGroup>
      </inkml:traceGroup>
    </inkml:traceGroup>
    <inkml:traceGroup>
      <inkml:annotationXML>
        <emma:emma xmlns:emma="http://www.w3.org/2003/04/emma" version="1.0">
          <emma:interpretation id="{DFA59FC1-9587-490C-8DE1-38678AFC05D9}" emma:medium="tactile" emma:mode="ink">
            <msink:context xmlns:msink="http://schemas.microsoft.com/ink/2010/main" type="paragraph" rotatedBoundingBox="22678,12527 25361,12386 25406,13235 22722,13376" alignmentLevel="4"/>
          </emma:interpretation>
        </emma:emma>
      </inkml:annotationXML>
      <inkml:traceGroup>
        <inkml:annotationXML>
          <emma:emma xmlns:emma="http://www.w3.org/2003/04/emma" version="1.0">
            <emma:interpretation id="{FDE16F5B-38EB-48DE-B8DF-5717FEA744F7}" emma:medium="tactile" emma:mode="ink">
              <msink:context xmlns:msink="http://schemas.microsoft.com/ink/2010/main" type="line" rotatedBoundingBox="22678,12527 25361,12386 25406,13235 22722,13376">
                <msink:destinationLink direction="with" ref="{C837B744-DACD-48F5-9D0E-320041A351ED}"/>
              </msink:context>
            </emma:interpretation>
          </emma:emma>
        </inkml:annotationXML>
        <inkml:traceGroup>
          <inkml:annotationXML>
            <emma:emma xmlns:emma="http://www.w3.org/2003/04/emma" version="1.0">
              <emma:interpretation id="{76731047-E1F7-473F-9752-56A70B365AD8}" emma:medium="tactile" emma:mode="ink">
                <msink:context xmlns:msink="http://schemas.microsoft.com/ink/2010/main" type="inkWord" rotatedBoundingBox="22678,12527 25361,12386 25406,13235 22722,13376"/>
              </emma:interpretation>
              <emma:one-of disjunction-type="recognition" id="oneOf18">
                <emma:interpretation id="interp90" emma:lang="en-US" emma:confidence="0.5">
                  <emma:literal>loads</emma:literal>
                </emma:interpretation>
                <emma:interpretation id="interp91" emma:lang="en-US" emma:confidence="0">
                  <emma:literal>load</emma:literal>
                </emma:interpretation>
                <emma:interpretation id="interp92" emma:lang="en-US" emma:confidence="0.5">
                  <emma:literal>to adds</emma:literal>
                </emma:interpretation>
                <emma:interpretation id="interp93" emma:lang="en-US" emma:confidence="0">
                  <emma:literal>loaded</emma:literal>
                </emma:interpretation>
                <emma:interpretation id="interp94" emma:lang="en-US" emma:confidence="0">
                  <emma:literal>loader</emma:literal>
                </emma:interpretation>
              </emma:one-of>
            </emma:emma>
          </inkml:annotationXML>
          <inkml:trace contextRef="#ctx0" brushRef="#br0" timeOffset="52059.136">6862 5918 1372,'0'0'524,"0"0"-407,0 0-72,0 0 36,-4-57 78,2 44 35,1 1 38,-2 2-93,-1-1-1,-1 1-33,0 2 26,-1 0-3,-1 1-7,-1 4-48,-2-2-13,1 3-50,-2 2-10,-2 0-19,-3 3-12,0 4 28,-3 5-23,0 3 14,-1 2 12,1 6 0,0-1-1,1 5-12,3 0 10,4-1 1,1 2-11,5-3 13,5-3 0,0 1 22,4-6-9,7-1 12,3-3 4,2-4 5,3-2-34,2-6 0,3-1 4,1-1 5,0-8-9,1-2-28,0-4 25,-2 0-16,-3-5-12,-2 4-1,-1-3 31,-4 1 1,-1 0-16,-2-1 5,-2 4 11,-4 0 6,-1 1-6,-1 5-38,-1 2 38,-2 2 17,0 5-17,0 0-51,0 0-22,0 4-29,2 4-55,1 5 157,1 4 16,2 5-9,0 1-7,4 0-4,-1 0 2,4-1-20,1-1-71,1-2-55,2-3 0,2-1-20,-1-1-32,1-4-101,2-4-37,0-3-27,-7-1-58,11-2-255</inkml:trace>
          <inkml:trace contextRef="#ctx0" brushRef="#br0" timeOffset="53514.6685">7375 6011 1167,'0'0'456,"0"0"-190,0 0 20,0 0-27,0 0-36,0 0-75,0 0-4,5-60-25,-11 58 9,-1-1-51,1 0-30,-2 0 4,-1 2-20,-3 1-31,-2 0-44,0 4 18,-3 3-3,-3 3 1,1 2 6,-3 3 22,-1 0 0,3 4 0,0 0-27,2 2 27,4-1 0,3-1 0,5 0-32,1-2 13,5 1-1,0-3-2,3-2 22,6 0 33,3-4 25,2-3-36,3-1-20,1-4 36,1-1-22,2-4 3,1-4-17,1-6 1,0-1 29,-1-3-32,1-3 0,-3-1 9,-1-1 7,0-2-16,-5 0 0,1-2 6,-4 0 10,1-2-16,-3-1 0,-1-4-14,-2 0 14,1-2 0,-2-3-12,-3 0 11,0 0-1,-2 1-20,0 5 21,0 7-14,0 5 15,-2 9 4,1 5 72,0 6-41,1 1-35,-2 0-73,2 4-45,0 7 19,0 5 99,-3 9 3,0 4 39,-1 1-41,2 2 15,0-1-16,0 1 0,1-2-3,0 2 3,0-2 13,1 4-13,0 0-3,0 0-13,0-1 13,3 1-23,3-4 25,1-3-1,2-2 1,4-3-36,0-6-50,4-4 20,2-2 38,1-3 10,2-6-13,1-1 0,0 0 6,1-4-6,-1-4 17,0-3 15,-3 1 13,-1-2-10,-3 0 19,-2 0 17,-1-3-4,-5 1-12,-1 1-1,-3 0 4,-1-1-7,-3 3 0,0-1-16,-1 2 19,-4-2 0,-3 4 14,0 0 5,0 2 58,-2 2-57,-4 2-42,0 2-19,-2 0 6,-2 0-19,-2 4-22,2 4 12,-1 0 23,0 3 16,0 0-17,3 4 8,2 0-1,2 1-13,2 2 7,5-1-7,1 0 24,4 0-20,0-2-10,5 0 28,3-1-5,2-5 9,2-1 0,3-3 1,1-3 5,0-2 20,3 0-14,-1-2-11,-1-5 1,2-3 20,-1-3-21,-1-2 3,-1 0 18,-2-2-3,2-2-17,-3 0-1,0-2 14,-1 1 8,0-4-20,-3 2-3,0-3 0,-3-1 0,0-3 0,-1 0-1,-3-2-21,1 0 18,-3-1-12,0 0-9,0 2-14,0 2 36,0 3 0,-3 3 3,2 6 0,0 3 35,1 6 0,0 1-12,0 3 34,0 3-57,0 0-9,0 0-49,0 0 7,0 3 19,0 8 32,2 1 29,1 5 19,0 3-4,-3 3-44,2 2-3,0 1 3,-2 1 23,0-1-23,0 2-1,0 0 1,0 1 19,0 0-19,0 2 0,0 0 1,-3-1 25,2 3-26,1-3-12,0 0 12,0-2 1,0-3-1,1-1-4,4-4 4,2-4 0,0-1 0,2-2-7,-1-3 7,1-2 0,3-3-41,-3-2-4,0-2 26,-1-1 16,1 0-13,0 0 16,0-6 26,1-3 6,-1-2-32,2-4-3,0-2 3,0-2 0,-1-4-21,1 2 1,1-4 7,-2-2-22,1-2-48,-1 0-23,-3-1-1,0 0-6,-2 7-22,-4 2 54,-1 6 81,0 6 36,0 3-1,-1 5-35,-2 1-2,-4 0-66,-1 7-10,0 1 23,0 5 52,-1 2 1,0 2-14,1 0-11,1 0 27,4 0 3,0-2-3,2 0-13,1-3 12,0-1 1,6 1-2,-2-3-19,3-3 21,1 1 16,1-1-16,1-4 1,1 1 2,0 1 10,-2-2 0,-1-1-13,1 1 22,-2 0-8,-2-1-14,-3 2-9,0-1 9,1 2 35,-2 0 7,-1 1 49,0 2 12,0 3-45,0 0-34,0 0-24,0 1 0,1 0 0,2 0-15,2-1 12,0-1 0,1-2 3,2 1-20,0-1-19,2 0-15,-3-2-31,2-1-12,1 0-42,-3-4-72,-1 0-91,1 0-164,-4-5-313</inkml:trace>
          <inkml:trace contextRef="#ctx0" brushRef="#br0" timeOffset="54260.6053">7451 5981 509,'0'0'212,"0"0"-163,0 0 9,0 0 17,0 0 0,0 0 10,0 0-40,0 0-5,0 0 5,0 0 10,52-23 20,-49 22 121,0-1-30,-2 0-33,2 0-16,-3 1-36,0-1 10,0-1 6,0 0-16,0-2-13,0 2-33,0-1 14,0 0-4,0 0-29,0 1-3,0-1 26,0 0-10,-3 0 13,2 1-6,-2 0 9,0 0-10,-2-1 7,1 1 0,-3 1-10,0-1-19,-3 3-13,-3 0-20,-1 0-2,-2 0 19,-1 3-13,-2 3-4,1 3 19,0 2-2,0 2-29,2 1 6,0-1 7,1 4 6,4-1-19,1 2 6,3 1 6,2 0 1,3 1-10,2-2-36,0 0-51,3-1-153,3-2-143,2-5-105,6-7-668</inkml:trace>
          <inkml:trace contextRef="#ctx0" brushRef="#br0" timeOffset="115291.2024">5573 6380 365,'0'0'150,"0"0"401,0 0-378,0 0-151,0 0-22,0 0-17,0 0 17,0 0 88,0 0 75,0 0 48,0 0-42,57 2-75,-34-1-35,3 1 2,1 0 14,6 0-59,2 1 17,5 0 12,1 0-10,3 0-5,2 0-28,3-1 30,0 2-12,1-1-20,0-1-22,-1 0 22,-2-1-2,-1 1-1,-1-2-17,-5 1 20,-3-1 0,-5 1-3,-3-1-29,-5 2 12,-5-1 1,-3 1-43,-2-1 1,-5 0 28,-2 0 30,-2 0-33,-2 0 4,-1-1 9,-2 1-19,0-1-62,0 0-68,0 1-10,0-1-10,0 2-66,-2-1-169,-6 2-201</inkml:trace>
          <inkml:trace contextRef="#ctx0" brushRef="#br0" timeOffset="114812.8494">5627 6331 307,'0'0'766,"0"0"-522,0 0-164,0 0-80,0 0-10,0 0 10,0 0 108,0 0 90,0 0 0,0 0-13,59-12-16,-42 10-62,3 2-52,1 0-7,3 0-9,1 0-10,1 3-10,0 2 7,2-1 13,0 2-16,0-3-23,0 3 22,0 0-19,0-1 0,2 0-3,1 0-4,-2-2 1,1 1-13,-2-1 0,0 1 13,-2-3 3,-1 1-4,-1 1-25,0-1 10,-4-1-10,-1 1-13,-2 0-13,-4 1-26,0 0 20,-1 0-43,-6 0-19,1 0-17,-3 0-58,-2 1-36,-1-1-7,-1-1-59,0 0-149</inkml:trace>
          <inkml:trace contextRef="#ctx0" brushRef="#br0" timeOffset="51093.3687">5791 5650 1337,'0'0'1235,"0"0"-1094,0 0-118,0 0 35,0 0 9,0 0-25,0 0-6,0 0-26,0 0-10,0 0-25,0 0 21,0-21 4,0 38 36,1 10 37,0 5-2,1 3 22,-2 1-93,0 2 1,0-2 21,-2 0-22,-1-2-1,-1-1-17,0-1 18,1 0 0,1-5-13,-1 0-16,3-1 10,-1-4-22,1-1-117,1-5-105,4-5-102,5-6-177,-3-3-99</inkml:trace>
          <inkml:trace contextRef="#ctx0" brushRef="#br0" timeOffset="51463.6133">6128 5737 1983,'0'0'250,"0"0"-237,0 0-12,0 0 2,-67 24 43,54-13-4,0 3-16,3 2 9,3 2 33,0 3 10,6 0 9,1 3 6,1 3-32,6-1-12,4 1 12,2-2 19,1-1-16,2-3-6,1-3-4,1-5 23,2-1-16,0-6-7,0-2 3,0-2 10,1-2-4,0-4-15,-3-4-1,1-4 1,-2-3-4,-1-2-19,-1-4-6,-4-2 0,-3-2-16,-2 2-3,-3-2-12,-3-1 10,-1 2-16,-8 1-30,-5 0-9,-2 1-34,-6 2-27,1 4-28,-3 2 12,0 5-7,2 5-17,1 4 13,2 9-3,6 6-55,3 6-131,2 2-92,4-2-23,4 7-304</inkml:trace>
        </inkml:traceGroup>
      </inkml:traceGroup>
    </inkml:traceGroup>
    <inkml:traceGroup>
      <inkml:annotationXML>
        <emma:emma xmlns:emma="http://www.w3.org/2003/04/emma" version="1.0">
          <emma:interpretation id="{517B90C0-1E32-4527-8B9E-89C1212227F2}" emma:medium="tactile" emma:mode="ink">
            <msink:context xmlns:msink="http://schemas.microsoft.com/ink/2010/main" type="paragraph" rotatedBoundingBox="13223,13561 25487,13677 25472,15226 13208,15110" alignmentLevel="1"/>
          </emma:interpretation>
        </emma:emma>
      </inkml:annotationXML>
      <inkml:traceGroup>
        <inkml:annotationXML>
          <emma:emma xmlns:emma="http://www.w3.org/2003/04/emma" version="1.0">
            <emma:interpretation id="{22D36ED6-57E0-4426-86DB-350C76867A1B}" emma:medium="tactile" emma:mode="ink">
              <msink:context xmlns:msink="http://schemas.microsoft.com/ink/2010/main" type="line" rotatedBoundingBox="13223,13561 25487,13677 25472,15226 13208,15110"/>
            </emma:interpretation>
          </emma:emma>
        </inkml:annotationXML>
        <inkml:traceGroup>
          <inkml:annotationXML>
            <emma:emma xmlns:emma="http://www.w3.org/2003/04/emma" version="1.0">
              <emma:interpretation id="{3B5C6C18-F451-4A19-8C61-85FC0B861311}" emma:medium="tactile" emma:mode="ink">
                <msink:context xmlns:msink="http://schemas.microsoft.com/ink/2010/main" type="inkWord" rotatedBoundingBox="13173,13690 14814,13561 14880,14406 13239,14535"/>
              </emma:interpretation>
              <emma:one-of disjunction-type="recognition" id="oneOf19">
                <emma:interpretation id="interp95" emma:lang="en-US" emma:confidence="0.5">
                  <emma:literal>Dec</emma:literal>
                </emma:interpretation>
                <emma:interpretation id="interp96" emma:lang="en-US" emma:confidence="0">
                  <emma:literal>oeno</emma:literal>
                </emma:interpretation>
                <emma:interpretation id="interp97" emma:lang="en-US" emma:confidence="0">
                  <emma:literal>Seno</emma:literal>
                </emma:interpretation>
                <emma:interpretation id="interp98" emma:lang="en-US" emma:confidence="0">
                  <emma:literal>reno</emma:literal>
                </emma:interpretation>
                <emma:interpretation id="interp99" emma:lang="en-US" emma:confidence="0">
                  <emma:literal>Leano</emma:literal>
                </emma:interpretation>
              </emma:one-of>
            </emma:emma>
          </inkml:annotationXML>
          <inkml:trace contextRef="#ctx0" brushRef="#br0" timeOffset="62816.6518">-3725 6906 969,'0'0'671,"0"0"-385,0 0-215,0 0-45,0 0 72,0 0 35,0 0-4,0 0-35,0 0-23,0 0-39,-13-34-13,13 34 7,0 3-26,0 3-40,0 5 40,0 8 13,2 6 33,-1 5-21,-1 6-2,0 2-1,0 3-3,-1 1-19,-6 3-14,-1 1 14,-1-3 0,-2 1-12,1-3-7,0-5 19,1-3 0,-1-8-16,1-4-1,2-5 16,-1-3 0,2-7-11,-1-1-20,2-3 3,-2-2-16,0 0-36,1-2-6,-2-6-13,1-1-4,-2-4 26,2-2 48,1 0 30,0-1 3,3 0-3,-2 2-1,4 1 1,-1 2-2,1 4-1,1 1-14,0 4 14,0 2-36,3 0 3,4 0 23,1 6 13,3 3 3,4 5-2,2 2-1,0 1 19,2 2 7,2 1-26,1-2 0,0-2 21,2-2 47,1-2 13,1-1 29,0-4 0,2-2-3,0-1-52,-1-4-54,1 0 28,1-6 13,-1-2-22,-2-3-18,0-3 25,1-1 5,-3-3-19,-2-2-13,0 0 26,-3-2 6,-2-2-16,-3-4-14,0 1 24,-4-3 6,0-1-28,-4-2-3,-1 3 28,-1-3-8,-3 1-21,-1 1-13,-1 0 7,-6-1-10,-4-2 6,-5 2-38,-1 0 35,-5 1-6,-2 1-1,-2 1-11,-2 5 31,1 3 36,-1 6-36,1 4 0,1 3 22,0 6 1,2 2-9,0 0-14,0 8-26,2 3 23,3 2-23,0 3 8,3 2 17,2 1 1,0 2-13,5 3-10,-1 1 7,5 3 3,2 2-6,3 1 3,0 2-7,3 0 23,7 1 3,2-2 10,4-1 26,3-3-4,3-2 33,2-5-33,5-1 1,2-7-14,4-2-12,4-4-10,1-4 0,3-3 1,1-3-1,2-5-32,-2-6-10,0-1-10,-4-2 7,-1-2 13,-4-4 10,-2 2 18,-4-3-21,-2 1-1,-6 2 23,-5 1-17,-4 1-12,-4 5-7,-5-1 39,-3 4 23,0-1 3,-6 1-13,-4 2-10,2-1-2,-4 3-1,0 0-13,-2 3-3,0 1-7,-1 3 1,-1 0-1,0 4 21,-1 4 2,-1 3 3,1 2-3,-1 4 0,1 3-3,1 1 2,-1 4 1,2 2 3,2 5 32,3 0 27,3 3-30,1 2-13,6-1 1,0-1-18,6-1 11,6-4 13,5-2 9,3-6 13,2-4-20,5-7-27,3-2 0,2-9 2,0 0 19,2-10-21,1-5-1,0-5-2,-2-3-43,0-1-3,-3-2 12,-1 0 14,-1-3 9,-3 0 13,-4 0 1,1-1 15,-3 0-13,-1 1 0,-2 1 20,-1 4-7,-2 3-16,-1 6-18,-3 6-5,0 1 20,-3 5-29,1 3 3,-1 0 29,2 2 16,1 5 48,1 4 23,1 2-55,0 1 12,-1 1-44,-1-1-2,-1-2 2,0 0 16,-2-3-16,1 0-1,-3-3 1,0-2-2,-3-2-7,1-1 9,-1-1 12,-1 0 40,0 0 12,0 0 7,0-7 9,0-1-64,-1-3-16,-3-3-14,0 0 13,-2 0 2,-1 1-2,0 2-14,-2-1 14,-1 2-19,-2 0-24,1 2 5,-1 0 26,-2 4 11,2 3-30,-4 1-22,1 2 9,-3 6 42,1 3-48,-4 5 34,1 5 17,-2 0 35,-1 5 13,2 1-3,0 1 23,2 3 2,1 0-12,3-1-13,3 0 19,5-2 12,5 1-19,2-1-22,8-3 23,5-2-20,7-1-37,5-4-1,5-2 32,3-3-32,5-4-13,1-2 7,3-5 6,1-2 0,-1-2-46,1-6-56,-2 0-13,-1-3-41,-3 1-62,0-2-95,-6 0-169,-7 3-139,4-6-435</inkml:trace>
          <inkml:trace contextRef="#ctx0" brushRef="#br0" timeOffset="59034.2175">-3576 7197 947,'0'0'641,"0"0"-76,0 0-396,0 0-111,0 0-16,0 0 6,0 0 7,0 0 7,0 0-27,-26-17-3,26 17 20,0 0-1,0 0-31,-1 0-19,-2 2 1,-1 8-2,-1 4-26,-1 5 10,-3 6 15,-1 3-2,0 1 2,-2-1 1,-1 3 1,-1-3 8,0 1-9,-1 1-16,1-2 14,0 0 1,0-4-18,3 0 3,1-5 14,0-3-11,3-3-7,2-3 17,2-4-10,0-2 13,2-3 13,1-1-13,0 0-13,0-1-55,0-8-3,0-3 29,0-7 7,0-5 19,3-5-4,0-2 19,-2-2 1,4-2-1,-2 3 1,2-1 1,1 2 22,1 1-20,0 1 0,2 3-3,1 1 0,2 6-1,-1 0 0,1 4-12,-1 4 11,0 1-11,0 3-19,1 1 6,-3 4-13,3 1 10,0 1-20,-1 1 14,1 5 12,0 2 23,0 2 3,2 2-3,-1 3 13,1 4 29,2 2-29,-3 3 20,3 1-30,-1 0 52,-2 0-29,3 0-25,-2 0 25,1-1-24,-1-3 0,0-3-2,-1-3 1,-1-3 12,1-3-13,-1-5 2,-1-2 34,-1-2 19,0 0 26,0-2 2,-1-5 4,1-2-25,0-3-14,1-3-9,0-2 5,-1-3-2,1-5-10,-1 1-3,0-5 13,1 0 9,-1 0-13,-2-3-12,-2 2-7,-1 1-19,-2 3-3,-2 1-16,-1 4 16,0 3-29,-4 4 6,2 5-41,-2 5 6,3 1 9,1 1-102,0 2-101,0 0-110,0 0-168,1 6 19,3-1 9,6 7-105</inkml:trace>
          <inkml:trace contextRef="#ctx0" brushRef="#br0" timeOffset="59411.897">-2930 7126 1117,'0'0'166,"0"0"-101,0 0-16,0 0 6,0 0 24,0 0 106,0 0-32,-57 62-36,50-53 25,-1 3-2,1 0-53,0 2-26,1 2-2,1 1-17,1 1-10,1 4-3,1 0 26,2 0 3,0-1-10,0 2-19,7-3 3,0-3 13,2 0-42,3-5 26,1-2 19,1-3-13,1-3-35,2-4 0,1 0 31,1-2 14,0-6-16,-1-3-16,1-1 22,-2-5-3,-1 1-29,-5-4-1,0-1 27,-4 2-4,-3-3-24,-3 2-1,-1-2 3,0 1-3,-6 2-16,-4-1-20,-3 1-21,-1 1-33,-4 0-48,-2 1-13,-3 0-7,-1 2-7,1 3-42,2 2-85,2 3 61,2 6 75,8 1 6,2 0-58,7 7-297</inkml:trace>
        </inkml:traceGroup>
        <inkml:traceGroup>
          <inkml:annotationXML>
            <emma:emma xmlns:emma="http://www.w3.org/2003/04/emma" version="1.0">
              <emma:interpretation id="{2A0F4D80-0088-48AF-8FD7-02F98A2A5F0A}" emma:medium="tactile" emma:mode="ink">
                <msink:context xmlns:msink="http://schemas.microsoft.com/ink/2010/main" type="inkWord" rotatedBoundingBox="15406,13682 16974,14014 16828,14703 15260,14371"/>
              </emma:interpretation>
              <emma:one-of disjunction-type="recognition" id="oneOf20">
                <emma:interpretation id="interp100" emma:lang="en-US" emma:confidence="0.5">
                  <emma:literal>size</emma:literal>
                </emma:interpretation>
                <emma:interpretation id="interp101" emma:lang="en-US" emma:confidence="0">
                  <emma:literal>Size</emma:literal>
                </emma:interpretation>
                <emma:interpretation id="interp102" emma:lang="en-US" emma:confidence="0">
                  <emma:literal>rise</emma:literal>
                </emma:interpretation>
                <emma:interpretation id="interp103" emma:lang="en-US" emma:confidence="0">
                  <emma:literal>side</emma:literal>
                </emma:interpretation>
                <emma:interpretation id="interp104" emma:lang="en-US" emma:confidence="0">
                  <emma:literal>Sized</emma:literal>
                </emma:interpretation>
              </emma:one-of>
            </emma:emma>
          </inkml:annotationXML>
          <inkml:trace contextRef="#ctx0" brushRef="#br0" timeOffset="63829.0538">-1870 7431 1277,'0'0'273,"0"0"-234,0 0-3,0 0 65,0 0 32,0 0 0,0 0-55,0 0-4,0 0 30,0 0 9,0 0-32,37-48-42,-22 31-16,-1-4-7,0-1 0,0 0-3,0-2 16,0-3 6,-1 0 7,0-1 23,-1-1 35,-3 0 19,0 0-23,-2 1-16,0 2-23,-3 0-28,-2 3-16,-2 2 3,0 2-15,-3 2 11,-4 4-12,0 2-16,-1 2 14,1 5-18,-1 2 1,0 2 3,-1 0-57,2 4-23,-2 6-4,1 3 13,-3 2 20,3 6 9,2 0-7,0 2 17,2-1 19,4 0 16,0-1-7,4 1 8,6-2 9,3-1 3,5 0-3,1-3 2,3-1 1,2-3 14,1 0-13,0-1 28,0 1-16,-1-3-13,-2 2-11,-4 0 11,-4 0 1,-2 0 3,-7 0-4,-3 1 0,-2 1 10,-2 0 23,-9 2-30,-2 0-1,-4 0 11,-2-2 0,-1-1-13,1-1 23,0-2-1,1-4-3,6 0 4,2-4-4,4 0-3,4-1 13,2 0-29,3-5-106,9-4 64,5-2 23,5-4 16,3 0-14,5 0 1,0-1 3,3 0-3,-1-2-5,0 2 21,0-4 2,-1 2-1,-1 0-1,-2 0 13,-2 3-13,-4 1-12,-4 4-1,-3 1 13,-5 4-1,-4 2-15,-2 0 3,-2 3 13,-2 0 21,0 0-8,0 0 7,0 0 35,0 5-52,2 2 39,-1 4-16,0 0-13,2 1-13,-1-1-14,2 2 1,-1-1 13,2 1 0,1 2 0,0 0-15,1 1 15,0 0 0,0 1-4,-2-1 1,2-1 3,-1-1-1,-1-2-28,-1-3 3,-1-2-22,0-2-43,-1-2-25,-2-1-92,0-2-32,0 0 10,0-7-70,0 1-45,0-13-147</inkml:trace>
          <inkml:trace contextRef="#ctx0" brushRef="#br0" timeOffset="64092.2649">-1185 6976 391,'0'0'561,"0"0"-248,0 0 301,0 0-328,-24-58-169,24 55-117,0 3-155,8 0-43,3 0 68,5 2 17,3 5-4,5 4-72,-6-4-104,10 8-203</inkml:trace>
          <inkml:trace contextRef="#ctx0" brushRef="#br0" timeOffset="64796.85">-870 7167 1337,'0'0'628,"0"0"-356,0 0-181,0 0 26,0 0 86,0 0-20,0 0-51,0 0-61,0 0-71,0 0-10,0 0 10,-40 0 7,53-3 9,4-2-14,-1 2 11,2 0-1,1 0-11,-1 2 44,1 1 22,-1 0-19,-1 2-48,0 3-35,-1 3 16,-2 1 19,-2 1 0,-3 4 0,-4 3 0,-2 2 0,-3 3-60,0 1 9,-5 0 9,-5 3 17,-4-1-14,0-2-6,-2 0 32,2-1 1,-1-1-17,2-3-10,2 0 10,3-3 10,1-4-17,4-1-15,2-1 3,1-4-1,1-1-22,6-1 7,1-1 64,3-2 0,1 0 15,1 0-14,1 0 14,2 0 1,0 0-15,0 0 0,0 1 44,1 3 17,-3 0-24,0 0-37,0 3 25,-1 0-9,-2 2-17,-3 0-2,0 3 2,-1 0 2,-5 1 0,-1 1-2,-1-1 26,-1 0 3,-5-1-16,-2 1 0,-1-1 9,-1-2 4,-1 0-13,-1-2-12,0-1-1,1-2 2,1-2 11,1-1-12,-1-2 2,3 0 11,3-2-14,-1-2-41,1-4-21,4-1-2,0-3 19,0 0 13,4-2 9,3-1 4,2-2 6,1 0-3,3-3 15,2-1 1,1-2 1,3-2 15,2-2-3,2 0 6,1-1 17,0 0 25,0 0 16,1-2 20,-2 3-11,0-3-9,-1 4-6,-4 1-23,-4 0-48,-1 3-34,-4 1 2,-5 5 31,-3-1 0,-1 1-3,0 1 1,-5 1-48,-3 1-4,-1 3 10,-2 4 7,1 1 25,-2 5-38,-2 0 25,-1 4 26,-2 4 22,0 3 49,1 2 0,-1 2-20,2 2 0,2 1-9,2 3-26,3-1 0,4 3 19,2-1-3,2 4-19,4-4 9,6 1-3,1-2 0,5-2 5,1-3-22,2-1-2,1-2 0,2-2-29,1-2-28,0 0-36,3-4-48,-2-3-42,2 1-94,-1-3-141,-8 0-173,6-3-496</inkml:trace>
        </inkml:traceGroup>
        <inkml:traceGroup>
          <inkml:annotationXML>
            <emma:emma xmlns:emma="http://www.w3.org/2003/04/emma" version="1.0">
              <emma:interpretation id="{EA3D0BF1-210C-4941-8E36-D1C2F7031113}" emma:medium="tactile" emma:mode="ink">
                <msink:context xmlns:msink="http://schemas.microsoft.com/ink/2010/main" type="inkWord" rotatedBoundingBox="17471,13369 20922,13668 20778,15327 17327,15028"/>
              </emma:interpretation>
              <emma:one-of disjunction-type="recognition" id="oneOf21">
                <emma:interpretation id="interp105" emma:lang="en-US" emma:confidence="0.5">
                  <emma:literal>=</emma:literal>
                </emma:interpretation>
                <emma:interpretation id="interp106" emma:lang="en-US" emma:confidence="0">
                  <emma:literal>-</emma:literal>
                </emma:interpretation>
                <emma:interpretation id="interp107" emma:lang="en-US" emma:confidence="0">
                  <emma:literal>:</emma:literal>
                </emma:interpretation>
                <emma:interpretation id="interp108" emma:lang="en-US" emma:confidence="0">
                  <emma:literal>.</emma:literal>
                </emma:interpretation>
                <emma:interpretation id="interp109" emma:lang="en-US" emma:confidence="0">
                  <emma:literal>[</emma:literal>
                </emma:interpretation>
              </emma:one-of>
            </emma:emma>
          </inkml:annotationXML>
          <inkml:trace contextRef="#ctx0" brushRef="#br0" timeOffset="65246.0844">273 7114 2093,'0'0'707,"0"0"-575,0 0-132,0 0-71,0 0-41,0 0 99,0 0 13,0 0 45,0 0-19,65-23-10,-44 21-16,2 2-26,-2 0-38,2 0 3,-2 4-7,2 2-61,-1 0-130,-4 0-205,-3 1-142</inkml:trace>
          <inkml:trace contextRef="#ctx0" brushRef="#br0" timeOffset="65510.6275">358 7403 954,'0'0'1892,"0"0"-1571,0 0-321,0 0-163,0 0 70,0 0 80,0 0 0,85-27-6,-54 20-4,2-1-57,-1 4-107,0-1-127,-10 3-267,9-2-148</inkml:trace>
        </inkml:traceGroup>
        <inkml:traceGroup>
          <inkml:annotationXML>
            <emma:emma xmlns:emma="http://www.w3.org/2003/04/emma" version="1.0">
              <emma:interpretation id="{98076173-0167-4E1B-8FD4-E9CD1B13AF16}" emma:medium="tactile" emma:mode="ink">
                <msink:context xmlns:msink="http://schemas.microsoft.com/ink/2010/main" type="inkWord" rotatedBoundingBox="18140,13725 25443,13427 25505,14944 18202,15242"/>
              </emma:interpretation>
              <emma:one-of disjunction-type="recognition" id="oneOf22">
                <emma:interpretation id="interp110" emma:lang="en-US" emma:confidence="0.5">
                  <emma:literal>8120584=40204</emma:literal>
                </emma:interpretation>
                <emma:interpretation id="interp111" emma:lang="en-US" emma:confidence="0">
                  <emma:literal>8120584=402004</emma:literal>
                </emma:interpretation>
                <emma:interpretation id="interp112" emma:lang="en-US" emma:confidence="0">
                  <emma:literal>8120584=402404</emma:literal>
                </emma:interpretation>
                <emma:interpretation id="interp113" emma:lang="en-US" emma:confidence="0">
                  <emma:literal>8120584=402+04</emma:literal>
                </emma:interpretation>
                <emma:interpretation id="interp114" emma:lang="en-US" emma:confidence="0">
                  <emma:literal>8130584=402+04</emma:literal>
                </emma:interpretation>
              </emma:one-of>
            </emma:emma>
          </inkml:annotationXML>
          <inkml:trace contextRef="#ctx0" brushRef="#br0" timeOffset="80614.7165">4514 7266 1380,'0'0'1188,"0"0"-1033,0 0-155,0 0-161,0 0 151,0 0 10,73 2 0,-45-4 36,7-1 25,1-3-16,3 3-42,-2-1-3,1 2-15,-2-1-7,-5 3-43,-2 0-61,-6 0-110,-6 5-137,-3-1-69,-6-1-53</inkml:trace>
          <inkml:trace contextRef="#ctx0" brushRef="#br0" timeOffset="80826.4959">4519 7498 1611,'0'0'1156,"0"0"-1053,0 0-103,0 0-196,0 0 99,63-10 55,-33 5 41,3 1 1,4 1-3,1 1-36,1 2 36,-3 0-211,-7 0-415,6 6-192</inkml:trace>
          <inkml:trace contextRef="#ctx0" brushRef="#br0" timeOffset="103219.8731">5847 7012 382,'0'0'1094,"0"0"-1003,0 0-91,0 0-35,0 0 12,0 0 23,0 0 42,0 0 20,0 0 6,0 0 4,-44-56 45,37 51-20,1-3-29,-2 1 10,-2 1-49,1-1 46,-3-1-20,-1 2 26,0-1-23,-1 2-9,-2-1-1,0 1-45,-1 1 26,-2 1-3,1 0 0,-2-1-26,0 2-23,-2-1 23,2 2 42,-2-1-42,3 2-9,1 0 9,-1 0 14,3 0-12,0 0-1,-1 3 25,3 0-20,-1 2-6,1-1-3,-1 2 2,0 0-2,1 0-14,-2 0 5,1 4 12,-1-2 0,0 3-18,1 0 18,0 0 2,1 1 5,-2-2-7,2 1-1,0-2 1,1 2 1,1 0-1,-1-1-2,3 0 2,1 1 0,0 0-2,-1-1-23,4 1 25,-1 1 0,1 1-13,2 1 10,-3 1 3,4 0 11,-2 0-11,3 0-20,0 0 20,2 1 36,0 0-36,0 3 0,0 0 14,0 0-11,0 0-2,0 0 2,1 0 17,2-2-20,-1 1 0,1 0 0,0-1 0,1 1 6,1 1-6,2 0 0,-1 0 0,1-1 26,1-1-26,1-1 1,1 1 21,0-2-18,1 1-4,1-1 0,0 1 19,2 0-5,1-1-14,1 0-7,2 1 7,1-1 4,0 0-4,1 0-20,2 0 20,-2-1 4,2-1-4,-1-1-10,2-2 10,-2 0 0,1-1 0,1-2-6,-2-1 6,3-1 1,0-2-1,0 1-23,0-1 23,1-1-1,-1 0-12,-1-1-6,1-1 19,0 0 27,-1 0-27,1-1 0,-2-3 31,2-3 17,0-1-46,-4-2 14,2-2 33,-2-2 18,2-3-22,-2 0-10,-1-2 4,-1-1-13,0 1-26,0-2-4,-4 2 4,2-2 17,-3 1-17,-2-3-9,-2-1 9,-1 1 3,-1-2-3,-3-2-6,1 1 6,-3-3 0,1 2 0,-2-1 0,-1 2 0,0 0 32,0 0-32,0 1 0,-3 3 25,0 0 11,-2 2-12,1 1-23,-3 0 27,-1-1 36,2 3-39,-4 0-24,1-2 41,-3 3 6,0-3-48,0 3 12,-1 0-9,-1 0 25,-3 1-28,-1-1-6,-1 1 6,-2 0 16,-1 1-16,0 0 2,-2 1-2,0 3 38,1 1-27,-1 0-9,-1 4-1,1-1-1,1 3 0,0 1-70,1 1 57,1 1 10,0 0-16,2 0-10,3 0 4,0 2 12,0 2-41,2 2-33,2 0-6,2 2 7,-2-1-20,3 3-62,2 1-51,2 1-59,-2-1-180,4-1-11,-3 2-120</inkml:trace>
          <inkml:trace contextRef="#ctx0" brushRef="#br0" timeOffset="91820.9953">5409 7063 985,'0'0'537,"0"0"-43,0 0-462,0 0-32,0 0-19,0 0 19,0 0 97,0 0-13,0 0-22,0 0 3,24-29-1,-23 28-9,-1 0 10,2 0-13,-2 0-1,0 1 23,0 0 39,0 0 6,0 0-29,0 0-4,0 0 29,0 0 16,0 2-23,0 2-65,-2 3-43,-1 2-29,-2 5-3,0 4 20,0 1 12,-2 1 0,1 1 0,0 0-14,0 0 14,0 1 0,2-1-10,-3 1-18,-1-2 26,2 2-1,0-2-22,0-3 6,-1-1 18,1-1 1,0-3-22,1 1-1,1-2 23,1-5-1,2 0-18,-1-3-3,1-1 22,1 0 0,0-2-23,0 0-12,0 0 32,0 0 0,0 0-45,0 0-10,4 0 58,4 0 16,3-3 14,6 1-28,1-1-1,2 1-1,4-1-14,1 2-11,4 1 25,0 0 0,2 0-26,1 0-6,-1 0 19,-1 0-6,1 0-61,-6 0-23,-1 1 3,-3 1-19,-2 0-39,-4 0-14,-2 0 0,-4 1-16,1-1-36,-6 0 19,-1-2 45,-1 2 11,-2-1-89,0 1-98,0-1-235</inkml:trace>
          <inkml:trace contextRef="#ctx0" brushRef="#br0" timeOffset="92124.2157">5596 7301 2161,'0'0'1287,"0"0"-1126,0 0-161,0 0-3,0 0-73,0 0 38,0 0-51,0 0 64,0 0 25,0 0 76,-14 65-28,21-43-47,-2 3 30,-2 3-21,-3 2-10,0 0-22,-6 3 22,-3-1 0,0 2-30,-1-2-56,0-2 83,0-1-19,0-2-55,0-4-44,1-1-17,0-3-51,2-3-78,-1-3-144,2-5-177,-4-1-79</inkml:trace>
          <inkml:trace contextRef="#ctx0" brushRef="#br0" timeOffset="98923.8934">5631 7283 179,'0'0'53,"0"0"217,0 0-94,0 0-140,0 0 26,0 0 29,0 0-9,0 0-20,0 0-10,0 0 6,36-39 11,-32 36 12,-1 1 1,-1-1-7,2 0-10,-1 0 9,0 0 31,-1 1 8,0 0 1,0 1-30,-2 0-12,0 0-11,0 1-9,0 0 0,0 0 3,0 0 7,0 0-14,0 0-2,0 0-11,0 0-19,0 3-14,0 1 11,0 4 23,0 1 6,0 3-29,-2 1 0,-2 0 6,-1 1 4,0 1-22,0 1-1,-2 0 1,0 1-1,0-1 0,-2 2-1,2-1 1,-2-1 0,2-1 0,0-1-1,2 1-1,0-3 1,0 0-15,1 0 3,0-2 11,2 0 0,-1-1-14,1 0-3,1-2 17,-1 1 2,2-2-12,-1 0-8,-1 0 20,2 0-2,0 0-11,0 0 10,-2 1-10,2 0 11,0-2-24,0 0-10,0 1 14,0-3-11,0 0-28,0-1-1,0 0 11,0 0 5,0 0-9,0-2 3,0 0 10,0 0-10,0 0-48,0 0 2,0 0 10,-1 0 17,1 0-14,-2 0-25,2 0-27,-1 0-20,-1-3-71,1 0-26,-3 1-33,1-2-64,17 16 351</inkml:trace>
          <inkml:trace contextRef="#ctx0" brushRef="#br0" timeOffset="105659.2556">6785 7027 258,'0'0'65,"0"0"20,0 0 35,0 0 148,0 0-141,0 0-52,0 0 3,0 0 20,0 0-7,0 0 6,0 0 21,-24 2 8,24-2-2,0 0 22,0 0 13,0 0-19,0 0-50,0 0-12,0 0 19,0 0 0,0 0-32,0 0 6,0 0 35,3 0-16,3 0-45,1-1 19,5-2 48,2 3 10,-2-3-81,4 3-40,-2 0 15,0 0-16,-1 0-12,0 3 12,-2 3 3,-1 0-3,-1 3-14,0 3 14,-3 0 6,-2 5 10,-2 1-15,-2 0-1,0 3 39,-6 1-1,-4 0-38,-3 1 0,-2-1 0,-4 1 21,1-1-21,-5 0 0,1-2 0,-3-1 3,1-1-3,-1-2 0,1-1 0,0-2 38,1-3-38,2-3 0,4 1 17,1-5 37,4 0-54,0 0 0,4-2 15,2-1 30,1 0-45,4 0-1,-2 0 1,3-1 10,-2-1-10,2 1-16,0 1 15,0-3-1,5 1-14,1 1-6,4-2 22,1 2 16,4 1-15,1 0 0,5 0 47,0 2 28,5 3-61,0 2-12,1 1-3,2 2-1,1 0-15,-1 0-6,0-1-7,-1 0 4,-3-3-1,0-2-40,-4 0-17,-2-4-22,-1 0-10,-3-4-32,0-3-62,-3-4-43,1-2-152,-1-4-203,-3 4-48</inkml:trace>
          <inkml:trace contextRef="#ctx0" brushRef="#br0" timeOffset="106524.5256">7120 7242 1661,'0'0'1100,"0"0"-962,0 0-138,0 0-132,0 0 77,0 0 55,0 0 36,76 13 15,-43-11 30,2 3-43,3-4-9,2 2-12,-1-1-17,1 0-38,-4-1-4,-3 0 3,-3 1 7,-6-2-32,-4 0 6,-6 0 22,-3 0 14,-5 0-7,-1-3 29,-5 3 22,0-1 75,0-1 3,0 0-42,-7-1-33,2 2-7,-2-4-16,-3 5 34,1-2 38,-1 2 0,-2 0-33,1 0-19,-1 0 49,1 2-4,2 4-51,-1 0-16,3 2 25,0 0-25,2 3-16,3 1-41,1 4 57,1 2 0,0 1-16,6 1 0,3-2 16,2 1 0,1-5-6,2 0-24,3-4 30,-1-4 46,0-2-46,1-3 0,0-1 40,-1-3 1,0-5-41,-2-1 1,1-3 22,-1 0 4,-3-2-27,-1-1 0,-2-3 10,-2 2-10,-4-2-10,-2-1-34,0 0 18,-3 0-22,-6 0-38,-1-1-13,-3 1-20,1 1-28,-2 2-50,0 4 3,0 4 123,2 2-58,1 6-111,3 0-218,1 6 18,4 3-137</inkml:trace>
          <inkml:trace contextRef="#ctx0" brushRef="#br0" timeOffset="106010.824">7370 7060 802,'0'0'730,"0"0"-133,0 0-396,0 0-88,0 0-19,0 0-4,0 0 30,0 0 25,0 0-11,0 0-25,0 0-39,0-2 4,-3 5 21,0 3-37,-2 3-58,-3 3-12,2 4 12,-2 3 29,1 2 6,-2 2-7,3 4 20,0 0-10,1 2-26,1 2-12,1 0 0,3 0 0,0 2-25,0-2-16,0-1 38,2-3-13,0-3-35,1-1-82,0-4-14,0-3-49,-1-4-64,-1-4-76,1-5-172,-2-3-78,0-1-186</inkml:trace>
          <inkml:trace contextRef="#ctx0" brushRef="#br0" timeOffset="107162.0107">8109 7050 205,'0'0'1255,"0"0"-855,0 0-189,0 0-81,0 0 35,0 0 54,0 0 26,0 0-49,0 0-61,0 0-23,0 0-14,-5-20-21,5 22-46,0 0-18,-1 2 13,1 3-1,-4 5 13,1 4-22,-2 4 12,1 5-12,-4-1 3,-1 2 3,2 1 7,1 0-1,-2-1-12,1 0-1,1 1 4,1-1-15,0-1-3,0-1-1,3-2-3,-3-2 3,5-2-15,0-3 5,0-2 7,0-3-9,0-2-4,2-3-13,3 0 14,0-2-14,4-1 28,0-1 1,1-1-1,2 0-8,2 0-20,0-2-3,2-2 13,3-1-3,0 1-19,0 0-16,0-1 19,1 2 12,-3 0-22,2 2-9,-3 0-7,-1 1-76,-3 0-56,0 0-46,1 0-42,-4 0-82,-1 0-157,-2-1 50,-2 0-55</inkml:trace>
          <inkml:trace contextRef="#ctx0" brushRef="#br0" timeOffset="107473.8247">8260 7281 316,'0'0'2193,"0"0"-1803,0 0-198,0 0-150,0 0-23,0 0-19,0 0 74,-25 65 25,20-42-42,0 2-6,-2 2 38,0-1 6,-2 4-80,1-1-15,-3 1-13,2 0 12,-4 2-56,0-2-67,-1-2-3,2 1-1,-1-4-42,2 0-42,0-4-42,1-1-141,6-7-251,-6 0-104</inkml:trace>
          <inkml:trace contextRef="#ctx0" brushRef="#br0" timeOffset="75383.8311">3664 6903 1661,'0'0'1433,"0"0"-1232,0 0-115,0 0-86,-34 62 1,33-39 78,0 6 23,1 2-58,0 5-3,0 0 20,3 2-43,0-1-18,1 1-50,-1-1-4,-2 0-50,-1-2-78,0-1-48,0-3-65,0-6-118,-4-6-395,-5-2-591</inkml:trace>
          <inkml:trace contextRef="#ctx0" brushRef="#br0" timeOffset="76347.9791">1546 7628 333,'0'0'1716,"0"0"-1508,0 0-114,0 0-33,0 0 1,0 0-24,0 0 8,0 0 5,0 0 14,0 0 60,0 0 49,26-51-17,-7 45-42,1 1-35,4 0-1,4 2-18,3 1-36,4 1-3,2 1 3,3 0-24,7 0-2,-1 4-9,8 0 10,1 2 3,4-1-3,3 0-18,3 2 18,2-2 0,2 0-32,2 0 17,-1-2 14,0 0-1,2-3 0,-3 0 1,-1 0-2,-2 0-10,-3-2-3,-4-2 13,-1 1-13,-3-3 16,-2 1-19,-4 1-3,-2-2-10,-5 2 29,-4 1-29,-3-1-19,-7 2 3,-2 1-22,-6 0-17,-3 1 30,-3 0 18,-4 0-9,-2 0-10,-2 0 0,-2 0-6,-1 2-33,-3 0-45,0 1-55,0-1-14,0 2-114,-7 0-39,1 1-33,-8 0-210</inkml:trace>
          <inkml:trace contextRef="#ctx0" brushRef="#br0" timeOffset="74241.1864">2095 6977 1387,'0'0'1204,"0"0"-1092,0 0-112,0 0-11,0 0 11,0 0 35,0 0 46,0 0-20,0 0-16,-68 46 32,65-33 54,0 2-9,0 0-33,1 3-57,-1 2 6,0 1-8,1 1-30,2-2 0,0 1 13,0 0 28,2-3-28,4 3-10,5-3 32,2-1-1,4-3-34,2-2 0,4-2 0,0-3 26,6-3-26,-2-3 0,2-1 17,1-5 11,-2-6-28,0-3-9,-2-3 9,-3-2 0,-4-4-4,-2 1-2,-4-2 6,-5-2 19,-3 2-19,-5-2-38,0-1 36,-13 4-11,0-2-82,-6 2-13,-4 3 60,-3 1 4,-4 2-30,-4 2 7,0 3-3,1 4-17,2 4-41,3 4 12,7 3 7,5 3-8,6 6-83,8 1-267,2 1-11,10 0-53,-1-4-229</inkml:trace>
          <inkml:trace contextRef="#ctx0" brushRef="#br0" timeOffset="73822.5864">1806 6811 985,'0'0'1365,"0"0"-1201,0 0-115,0 0 6,0 0 16,0 0 41,0 0-9,0 0 13,0 0 2,-21 42-19,21-28-51,0 4-3,0-1-1,-3 4-2,3 1-4,-3 4-6,0 2 31,-3 2-3,-1 3-15,1 1-29,-2 2-4,0-1-9,0-1-3,1 0-15,1-4 12,0-2 1,3-3-42,0-4-4,1-4-5,2-6-59,0-5-152,4-3-160,3-3-226,0-3 88,5-9-220</inkml:trace>
          <inkml:trace contextRef="#ctx0" brushRef="#br0" timeOffset="74772.863">2530 7010 13,'29'-47'192,"-26"43"447,-2-1-222,1-1-114,3 1-43,0-2-29,2 2-37,4 0-12,3 0-53,3-1-10,2 2-3,0-1-3,4 2-1,2 2 0,1 1-3,-2 1-23,-1 7-86,-2 2-14,-4 5 12,-1 2 2,-5 2-13,-4 1 0,-4 3-3,-3 0 0,-3 1-22,-6 1 0,-2-1 3,-4 0 22,-1-1 10,-1-3 0,-1-3 3,-1-1 0,0-2 4,2-2-4,-1-3 0,2-2 12,2-3 8,2 2-4,2-6-14,6 2 14,2-2 0,2 0-16,0 0 0,2 0-42,5-3 20,6-2 7,3 1 15,4-1 25,2-1-15,3 3-10,1 0 0,4 2 3,0-1 10,1 2-13,0 0-11,1 0 8,-1 4-38,-3-1-62,0-1-96,-5 1-43,1-2-117,-2-1-192,-7 0-29,3-1-511</inkml:trace>
          <inkml:trace contextRef="#ctx0" brushRef="#br0" timeOffset="74434.6677">2530 7010 85,'0'0'189,"0"0"183,0 0-320,0 0-52,0 0-49,0 0-55,0 0-43,0 0 13,0 0-13</inkml:trace>
          <inkml:trace contextRef="#ctx0" brushRef="#br0" timeOffset="75161.8515">3334 6745 2134,'0'0'1472,"0"0"-1257,0 0-124,0 0-38,0 0-6,0 0-2,0 0-24,0 0-20,0 0 73,0 0-18,-3 66-31,6-46-22,-1 2-3,-2 1 3,0 1 15,-5 0-18,-2 0-1,0 1 1,0 0 16,0-1-16,0-1 1,2-3-1,0-1 0,3-4-16,1-3-3,1-1 17,1-2 0,9-2-26,1-1 3,5-1 23,6-2-1,4 0-19,1-3-9,4 0 19,2 0-10,2 0-36,-2-3-17,0 1 16,-2 0-8,-1 1-40,-4 0-35,-2 1-23,-5 0-30,-1 0-93,-2 0-69,-7 0-132,0 0-115,-5-2-74</inkml:trace>
          <inkml:trace contextRef="#ctx0" brushRef="#br0" timeOffset="77513.7739">2581 7868 1099,'0'0'1398,"0"0"-1117,0 0-169,0 0-22,92-22 58,-57 15 47,2 1-52,4 0-51,1 1-42,0 2-50,1-1-48,-2 2-66,1 2-78,-3 0-25,0 0-101,-5 0-128,-8 0-285,3 2-333</inkml:trace>
          <inkml:trace contextRef="#ctx0" brushRef="#br0" timeOffset="77913.0601">3354 7795 183,'0'0'1759,"0"0"-1460,0 0-154,0 0-28,0 0 21,0 0 36,0 0-26,0 0-61,-68 16-30,59-6 36,-2 3-13,-1 1-19,0 5-4,0 1 0,-1 5 7,0 0-36,1 0-9,1 1 25,-1 2 1,3-2-32,1 0-11,5-1-2,0 1 0,3 0-22,3-2-12,3-3 34,6-2 0,2-2-44,3-2 7,2-5 37,1-1 1,2-5-1,-2-2-34,4-2 31,-3-3 2,1-4-40,-2-2 22,-1-5 19,-3 1 38,-2-2-37,-2-1 0,-1 0 41,-3-1 11,-1 0-52,-5 0 2,-2 3 13,-2 1-3,-6 1-13,-3-2-51,-3 3 48,-4 1-38,-3 0-89,-6 4-71,-3 1-49,-3 5-62,-5 0-73,-4 2-95,-2 8 112,9-2-49,-22 7-258</inkml:trace>
          <inkml:trace contextRef="#ctx0" brushRef="#br0" timeOffset="78555.0009">1529 8088 450,'0'0'1471,"0"0"-1196,0 0-262,0 0 0,0 0-13,0 0 55,0 0 4,0 0-8,0 0 33,0 0 36,0 0-14,5-11-67,-12 4-20,1 0-8,-4 1-11,-2-3-26,0 0 26,-4-1-1,-2-1-15,-4 2-3,0-3 19,-3 1 0,-1-2-3,-1 2 1,1-1 2,0 0-2,0-2 2,2 1 0,0-2 0,2-3 20,0-1-20,2-1-15,1-4 15,0-2-1,2-1-12,3-5-7,1-1-5,1 0 21,2 1-12,4-2 13,1 2-20,5 2 1,0 1 6,0 2-26,2 3 22,3 1 1,2 2 16,3 0-17,1 3 7,3-3 12,2 0 0,1 2-12,2-3 2,1 1 11,2 0 3,-1 2-3,-1 2-20,-1 4 17,-2 0-16,0 4-17,-2 0 36,-3 4 1,-1 0-1,-3 0-2,-1 3-1,-2 0-1,-3 1-12,-2 1-10,0 0 10,0 0 16,0 0-42,0 0-23,0 2 0,0 0-45,0 1-29,0 1 12,-2 3-65,-2-2-29,1 0-86,-2 0-237</inkml:trace>
          <inkml:trace contextRef="#ctx0" brushRef="#br0" timeOffset="78939.7191">1053 6954 1322,'0'0'1008,"0"0"-862,0 0-146,0 0-16,0 0-26,0 0 42,0 0 48,88-19 4,-54 15-10,2 1 6,2 1-45,0 2 17,-2 0-7,-2 0 6,-2 0-6,-4 1-12,-3 3-1,-6 1 0,0 2-29,-5 1 22,-3 2 6,-3 1 2,-1 3 2,-4 1 35,-1 2 43,-2 3-39,-2 2-20,-5 0-3,-3 2 14,1 1-11,-3 0-20,-2 0 0,0 1 21,-2-2-23,-1 1-14,-1-2-8,1-1 9,-1 0-16,1 0-78,1 0-112,1-2-1,1-2-192,6-5-95,-4 2-281</inkml:trace>
          <inkml:trace contextRef="#ctx0" brushRef="#br0" timeOffset="76919.9611">1778 7967 790,'0'0'1227,"0"0"-1110,0 0-117,0 0 16,0 0-3,0 0 65,0 0 12,0 0 11,0 0-53,0 0-45,0 0 33,-7-48 61,25 43 12,4 4-41,1-1-23,3 2 10,0 2-17,-2 5-38,1 2-45,-4 5 32,0 1 12,-5 1 1,-1 3-19,-7 1 19,-2 2 0,-6 1-20,0 2-29,-12-1-18,0 0 15,-7 1-22,-1-3 51,-3-1 23,-1-3 36,0-2-35,0-2 0,1-5 31,1 0 7,2-3-7,3-2 0,4-1 42,1-2 16,7-1-22,0 0 9,5 0 25,0-1-79,3-3-23,7-3-4,4 0 4,4-2 44,4 2-44,3 0-16,5 3 15,3 1 0,4 2-40,-1 1-10,4 0 26,-1 0-30,2 3-170,0-1-29,-1 0-18,0 0-124,-12-1-108,12-1-193</inkml:trace>
          <inkml:trace contextRef="#ctx0" brushRef="#br0" timeOffset="77332.0294">2603 7902 2172,'0'0'478,"0"0"-381,0 0-78,0 0-6,-76 0 0,63 4 3,1 1 16,0 0-32,0 2-13,5-1 12,1 4-1,2 3 0,0 0-1,4 4-10,0 0 13,0 2 19,7-1-3,1-1 13,4-1 6,1-2-15,3 1 9,1-3-10,2 0 3,2 0 4,0-1-26,0 0 35,0-1 20,1-2-20,-2 0 0,-3-1-3,-3 0-10,-1-1-20,-3-3 2,-3 0-3,-4 0 1,0-2 11,-3 1-11,0-1 42,-6 2 14,-3 1-58,-6 3-20,-4-1-44,-1 3 0,-6-2-6,0 1-26,-2-2-10,0 0 16,0 0-7,-1-4-32,4 0-26,-1-2-42,3 0-82,2-4-88,2-6-1,5-3-143,5 3-216</inkml:trace>
        </inkml:traceGroup>
      </inkml:traceGroup>
    </inkml:traceGroup>
  </inkml:traceGroup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</inkml:channelProperties>
      </inkml:inkSource>
      <inkml:timestamp xml:id="ts0" timeString="2024-03-15T14:52:45.544"/>
    </inkml:context>
    <inkml:brush xml:id="br0">
      <inkml:brushProperty name="width" value="0.14" units="cm"/>
      <inkml:brushProperty name="height" value="0.14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86CA6971-021A-4A96-B743-6D54EDAE1289}" emma:medium="tactile" emma:mode="ink">
          <msink:context xmlns:msink="http://schemas.microsoft.com/ink/2010/main" type="inkDrawing" rotatedBoundingBox="16916,7873 20504,7852 20505,7931 16917,7951" semanticType="underline" shapeName="Other">
            <msink:sourceLink direction="with" ref="{9EDBF374-3418-4482-852A-6E4B9D2BB46B}"/>
            <msink:sourceLink direction="with" ref="{D0E6EB53-3586-42A2-B070-3493AA4A8880}"/>
          </msink:context>
        </emma:interpretation>
      </emma:emma>
    </inkml:annotationXML>
    <inkml:trace contextRef="#ctx0" brushRef="#br0">0 58 1467,'0'0'192,"0"0"-192,0 0-20,0 0 4,0 0-43,0 0-16,0 0-1,0 0 76,0 0 36,0 0 3,67 0 13,-36 0 17,8 0-4,6-3-17,6-1 11,4 2 16,8-2-14,2 0-25,3 1-20,4-1 4,1 3-14,1 1-6,0 0-29,0 5 3,-2 2 7,0-1-14,0 3 19,2-1 12,0-1 2,-1 1-13,2-2-7,-2-1 20,-1-1 20,1-2-20,-1-1 1,1-1-1,0 0 31,1 0-31,0 0 0,-2 0 16,0 0 36,1-1-14,0-4-8,1 1 22,1-1-4,-2-1-32,1 0 1,0-2 2,-1 2 7,1-3-25,-1 2-1,-3-2 2,1 4-2,-6-1-20,-1 2-13,-6 2 11,-2 0 19,-4 2-26,-4 0-10,-5 0 10,-3 0 0,-5 2-16,-4 1-17,-5 0-13,-5 3-42,-3-2-23,-3 2 13,-1-1 33,-5-1 3,-2 2-20,0-2-9,-3 0-40,1-1-62,-3 1-68</inkml:trace>
  </inkml:traceGroup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</inkml:channelProperties>
      </inkml:inkSource>
      <inkml:timestamp xml:id="ts0" timeString="2024-03-15T14:52:54.845"/>
    </inkml:context>
    <inkml:brush xml:id="br0">
      <inkml:brushProperty name="width" value="0.14" units="cm"/>
      <inkml:brushProperty name="height" value="0.14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190622BB-13D2-45BD-A128-A18FC77C4F0A}" emma:medium="tactile" emma:mode="ink">
          <msink:context xmlns:msink="http://schemas.microsoft.com/ink/2010/main" type="inkDrawing" rotatedBoundingBox="17419,8827 19628,8331 19649,8427 17440,8924" semanticType="underline" shapeName="Other">
            <msink:sourceLink direction="with" ref="{2BED0723-D216-4B33-A8CA-4CCB41FB4705}"/>
          </msink:context>
        </emma:interpretation>
      </emma:emma>
    </inkml:annotationXML>
    <inkml:trace contextRef="#ctx0" brushRef="#br0">2230 36 117,'0'0'1184,"0"0"-1057,0 0-124,0 0 26,0 0 111,0 0 45,0 0-39,0 0-32,0 0-43,0 0-12,-66-31-11,54 29 62,1 0-25,-1 2-63,-4 0-20,-1 0 37,-4 0-10,-3 4-29,-4 2 0,-5 2-3,-7 3-10,-3 0-10,-6 4 23,-7 0 10,-5 4-10,-7 0-3,-6 3-26,-6 3 27,-4 1-14,-4 3-1,-2-2 17,0 0 17,-1-1 2,3-2-19,-2-3 3,3 1 13,2-2-9,0-2-7,2-3-1,6-1-10,2-4 9,7-5-9,8-1 9,3-2-1,8-2-1,7 0-28,7 0-7,5-5-9,6 4-30,6 1-211,5 0-179,7 0-4,2 0-222</inkml:trace>
  </inkml:traceGroup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</inkml:channelProperties>
      </inkml:inkSource>
      <inkml:timestamp xml:id="ts0" timeString="2024-03-15T14:52:56.294"/>
    </inkml:context>
    <inkml:brush xml:id="br0">
      <inkml:brushProperty name="width" value="0.14" units="cm"/>
      <inkml:brushProperty name="height" value="0.14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5C8715FD-A71D-4B6F-A617-38138A98D582}" emma:medium="tactile" emma:mode="ink">
          <msink:context xmlns:msink="http://schemas.microsoft.com/ink/2010/main" type="inkDrawing" rotatedBoundingBox="17019,7504 19360,7111 19372,7178 17030,7571" semanticType="strikethrough" shapeName="Other">
            <msink:sourceLink direction="with" ref="{9EDBF374-3418-4482-852A-6E4B9D2BB46B}"/>
          </msink:context>
        </emma:interpretation>
      </emma:emma>
    </inkml:annotationXML>
    <inkml:trace contextRef="#ctx0" brushRef="#br0">2344 24 1251,'0'0'280,"0"0"-238,0 0-39,0 0 7,0 0-10,0 0 1,-68-20 18,51 18 8,-4 0 28,0 1 7,-5 1 9,-4 0-22,-5 0-29,-6 4-20,-5 0-2,-5 4 1,-4 2-12,-7 1 11,-4 1 0,-7 3 1,-1-3-11,-5 3 11,-2 0 2,0 0 24,-2 0-25,1 2-10,-1-2 10,2 0 3,-1 0 33,3 0-36,1 0-23,0-1 20,1-1-8,3 1 11,3-3 20,5-1-7,3-1-13,5-2-13,1 0 2,6 0 11,4-1 3,6 0-3,3-2-1,5 1-2,5 1-17,4-2 1,6 0-7,3 2 3,6-2-19,4 0-33,5 0-75,0 0-211,3 0-108,8 0 130</inkml:trace>
  </inkml:traceGroup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</inkml:channelProperties>
      </inkml:inkSource>
      <inkml:timestamp xml:id="ts0" timeString="2024-03-15T14:53:04.914"/>
    </inkml:context>
    <inkml:brush xml:id="br0">
      <inkml:brushProperty name="width" value="0.14" units="cm"/>
      <inkml:brushProperty name="height" value="0.14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34BC960C-B326-401A-8736-E1EE94A3D66D}" emma:medium="tactile" emma:mode="ink">
          <msink:context xmlns:msink="http://schemas.microsoft.com/ink/2010/main" type="inkDrawing" rotatedBoundingBox="12432,12227 13626,11564 13731,11754 12538,12416" semanticType="callout" shapeName="Other">
            <msink:sourceLink direction="with" ref="{1614831E-B6F0-4576-8737-36F02C71D301}"/>
          </msink:context>
        </emma:interpretation>
      </emma:emma>
    </inkml:annotationXML>
    <inkml:trace contextRef="#ctx0" brushRef="#br0">-4662 5330 1283,'0'0'439,"0"0"-315,0 0-85,0 0 45,0 0 75,0 0 10,0 0-97,0 0-72,0 0-45,0 0-20,0 0-13,-23-2 78,23 12 16,3 2 36,1 2 0,-2 1-3,2-1-4,0-1 0,-1 1-19,2 0-13,2-2 0,-1 0-13,3-4-18,2 0-18,3-3 26,7-4 10,6-1 36,6-6 64,5-7 19,8-8-9,5-3-62,2-10-25,6-4 22,4-8-26,4-4-19,5-5 0,3-5 9,2 0 33,0 0 0,-2 4-42,-7 7-42,-7 10 0,-10 8-28,-11 9 15,-9 5 17,-7 7-53,-5 4-147,-6 5-203,-5 1-105,-4 1-99</inkml:trace>
  </inkml:traceGroup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</inkml:channelProperties>
      </inkml:inkSource>
      <inkml:timestamp xml:id="ts0" timeString="2024-03-15T14:54:52.548"/>
    </inkml:context>
    <inkml:brush xml:id="br0">
      <inkml:brushProperty name="width" value="0.14" units="cm"/>
      <inkml:brushProperty name="height" value="0.14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7F60526F-0F3E-40B2-A3F7-73D426D33866}" emma:medium="tactile" emma:mode="ink">
          <msink:context xmlns:msink="http://schemas.microsoft.com/ink/2010/main" type="writingRegion" rotatedBoundingBox="3117,13853 7560,12540 8044,14179 3601,15491"/>
        </emma:interpretation>
      </emma:emma>
    </inkml:annotationXML>
    <inkml:traceGroup>
      <inkml:annotationXML>
        <emma:emma xmlns:emma="http://www.w3.org/2003/04/emma" version="1.0">
          <emma:interpretation id="{C01B9F23-36E9-40DC-BD0A-92F306DAB7F6}" emma:medium="tactile" emma:mode="ink">
            <msink:context xmlns:msink="http://schemas.microsoft.com/ink/2010/main" type="paragraph" rotatedBoundingBox="3117,13853 7560,12540 7964,13908 3521,15220" alignmentLevel="1"/>
          </emma:interpretation>
        </emma:emma>
      </inkml:annotationXML>
      <inkml:traceGroup>
        <inkml:annotationXML>
          <emma:emma xmlns:emma="http://www.w3.org/2003/04/emma" version="1.0">
            <emma:interpretation id="{B94D9253-F265-403C-B418-A558149DB98A}" emma:medium="tactile" emma:mode="ink">
              <msink:context xmlns:msink="http://schemas.microsoft.com/ink/2010/main" type="line" rotatedBoundingBox="3117,13853 7560,12540 7964,13908 3521,15220"/>
            </emma:interpretation>
          </emma:emma>
        </inkml:annotationXML>
        <inkml:traceGroup>
          <inkml:annotationXML>
            <emma:emma xmlns:emma="http://www.w3.org/2003/04/emma" version="1.0">
              <emma:interpretation id="{BA86B567-D330-4A15-ADDF-02F145C37259}" emma:medium="tactile" emma:mode="ink">
                <msink:context xmlns:msink="http://schemas.microsoft.com/ink/2010/main" type="inkWord" rotatedBoundingBox="3117,13853 7560,12540 7964,13908 3521,15220">
                  <msink:destinationLink direction="with" ref="{3F2E860B-602A-4CB3-880F-F9923A0D860E}"/>
                </msink:context>
              </emma:interpretation>
              <emma:one-of disjunction-type="recognition" id="oneOf0">
                <emma:interpretation id="interp0" emma:lang="en-US" emma:confidence="0.5">
                  <emma:literal>12.118 s</emma:literal>
                </emma:interpretation>
                <emma:interpretation id="interp1" emma:lang="en-US" emma:confidence="0">
                  <emma:literal>12.118=9</emma:literal>
                </emma:interpretation>
                <emma:interpretation id="interp2" emma:lang="en-US" emma:confidence="0">
                  <emma:literal>12.118=8</emma:literal>
                </emma:interpretation>
                <emma:interpretation id="interp3" emma:lang="en-US" emma:confidence="0">
                  <emma:literal>(2.118=9</emma:literal>
                </emma:interpretation>
                <emma:interpretation id="interp4" emma:lang="en-US" emma:confidence="0">
                  <emma:literal>(2.118=8</emma:literal>
                </emma:interpretation>
              </emma:one-of>
            </emma:emma>
          </inkml:annotationXML>
          <inkml:trace contextRef="#ctx0" brushRef="#br0">117 158 1110,'0'0'971,"0"0"-819,0 0-97,0 0 42,0 0 91,0 0-43,0 0 0,0 0 47,0 0-29,0 0-105,-35-26-58,35 26-19,0 2 15,0 3-34,0 2 16,0 5 22,0 7 67,0 6-67,3 7 1,-3 4 12,3 6-13,-3 2 0,0 3-27,0 2 27,0 2 0,0 1-10,2 0-15,-1-1 25,1-3 3,-1 0-3,-1-6-22,1-2 22,-1-4 0,1-6-14,-1-3-18,2-3 19,-1-6-3,-1-1-90,2-4-38,-2-4-7,3-3-24,-2-3-145,1-3-170,0 0 139,-1-3 64,-1-11-234</inkml:trace>
          <inkml:trace contextRef="#ctx0" brushRef="#br0" timeOffset="4716.999">1233 99 316,'0'0'150,"0"0"346,0 0-135,0 0-74,0 0-53,0 0-26,0 0-30,0 0-23,0 0-55,0 0-41,0 0-11,0 0-6,0 0-39,0 0-1,0 1 40,0 0 13,0 3-33,2 2 20,4 3 45,-1 3-7,3 6-25,1 2-26,-1 5-7,4 4 20,0 5-18,0 6-23,1 3 11,0 4 42,1 6-51,0 1 38,0 2 20,-2-2 6,0 2-26,-1-5-25,-3-2 9,-1-5 14,-2-4-27,1-5-12,-3-1 29,1-4-9,-3-1-20,2-3-22,-2-1 21,0-4 0,0-3-25,1-3 1,-1-4 25,-1-4-16,2-3-10,-2-3-40,1-1-46,1 0 13,-1 0 3,1-3-35,1-3-53,1-5-61,0 1-377,1-13-445</inkml:trace>
          <inkml:trace contextRef="#ctx0" brushRef="#br0" timeOffset="13745.5425">425 626 567,'0'0'75,"0"0"395,0 0-321,0 0-122,0 0 5,0 0 43,0 0 55,0 0 46,0 0-53,0 0-93,0 0-30,-13-33-10,13 27 10,0 0 42,2 0 0,0 2 20,1-1 3,-1-1-4,2-1 1,-1 2 3,4-1-26,-1 1-1,2 0-5,0 1-6,1-1-27,1 3-26,2-3 3,1 4 10,0 1-19,1 0-7,-2 0 39,1 0 24,1 0-21,-1 6 29,-2-2 27,3 0 25,-3 3-82,-1-2-2,0 1 42,-3 0-10,1 1-32,-3 3-9,0-1 9,-1 2-2,-4 0 4,0 0 15,0 2 15,0-1-13,-5 1-19,-1 1-10,-3-1-13,-1 1 4,-1 1-7,-3-3 0,3 1 3,-3-2 11,1 0 8,-1-2 1,4 0 3,-1-2 1,0-1 12,3-1 10,2-2-20,0 0 16,1-1 1,3-1-4,1 0 10,-1-1-26,2 0-4,0 0-18,0 0 6,0 0-7,0 0-12,0 0-14,0 0-19,5 0-19,1-2 70,4-2 17,2 0 26,3-1 3,2-2-25,3 1 9,0 0-12,3 0 0,1 1-1,1-1-1,1 2 0,-1 1-14,0 1-8,1-1 23,-4 3-20,1 0 20,-3 0-25,-2 0 25,-2 0 0,-1 0 0,-3 0 0,0 2-18,-2-1-43,-2 0-72,-1 0-127,-1-1 6,0 0-45,-3 0-255</inkml:trace>
          <inkml:trace contextRef="#ctx0" brushRef="#br0" timeOffset="13993.8502">903 736 874,'0'0'1188,"0"0"-1042,0 0-133,0 0-13,0 0-65,0 0 62,0 0 3,0 0-52,0 0-39,0 0 46,4-3-85,-3 2-169,0 0-72,-1 1-294</inkml:trace>
          <inkml:trace contextRef="#ctx0" brushRef="#br0" timeOffset="25631.0868">517 728 825,'0'0'375,"0"0"-375,0 0-79,0 0-136,0 0 92,0 0-1,0 0 16,0 0-45,0 0-27,0 0-9</inkml:trace>
          <inkml:trace contextRef="#ctx0" brushRef="#br0" timeOffset="3036.1659">1943-222 737,'0'0'1665,"0"0"-1435,0 0-150,0 0-60,0 0 89,0 0 7,0 0 18,0 0-9,0 0-48,0 0-77,-19-12-52,19 12-28,0 3-29,2 3 18,2 3 91,3 3 71,1 6 9,1 4-58,-2 3-20,0 3 27,1 4-27,-3-1-2,1 3-28,-1-1-13,-1-1-59,1-4-15,-1-1-40,0-3-9,1-4-30,1-5-156,1-3-66,0-5 39,0-4-76,1-4-196</inkml:trace>
          <inkml:trace contextRef="#ctx0" brushRef="#br0" timeOffset="3414.2005">2321-138 2047,'0'0'408,"0"0"-408,0 0 0,0 0 0,0 0 26,0 0 103,0 0-67,0 0-40,-53 59 1,53-52 2,0 2-21,2 2 15,5 0 36,-1 1-12,3 1-41,-1-2 8,4 0 10,1-1 4,-1-1-24,2-3 0,3 0 10,0-2 19,1-3-28,2-1 21,1 0 36,0-2-13,-1-5-43,-2-1 11,1-3 32,-2-2 3,-2 1-45,-4-1 10,-2 0 25,-3 1 7,-2-2-43,-1 1 11,-3-1 41,0 0-42,-4 0-12,-4 0-38,-2 0 36,-3 0-65,-3 3-118,-4 1-14,-4 1-4,-2 4-23,-2 2-185,-1 3 1,1 0 43,7 6-129,-7 9-271</inkml:trace>
          <inkml:trace contextRef="#ctx0" brushRef="#br0" timeOffset="5628.4812">2340 605 995,'0'0'408,"0"0"-229,0 0-179,0 0-66,0 0 31,0 0 35,0 0 75,0 0-10,0 0 61,0 0-22,38 50-32,-25-50-33,0 0 19,1-3-3,2-2-26,-3-2-26,1-1 36,-2-4-10,1 3 0,-2-4-10,0 1 20,0-2-10,-1 2 10,-3-3 36,1 2 31,-3-3-12,0 0-33,0 0 7,-2-2 3,-1-1 22,-1 1-48,-1 0-10,0 0 29,0 1-16,-3-1-32,-2 3 13,-3 3-10,0-1-3,-3 2-3,0 3 0,-3 0-12,-1 3 72,-2 2-37,1 1-34,-3 2 20,0 0-22,1 8-57,-1 2-4,0 2 22,1 5-8,1 0-21,1 1 7,3 1 59,-1 2-14,5-1-35,1 0 6,3 2 26,3-2 16,2-1-51,0-2 9,2-1 22,3-1 22,6-1-28,-2-2-19,2 0 22,4-1 26,0-1-16,1-1-7,3-1 23,1 0-2,4-2 2,0-1-3,1-1 3,2-2 29,0 0-26,1 0-1,0-1 37,-2 1-20,0-1-19,-1 3 0,-4-1 0,-2 1 13,-2 1-13,-3 3-16,-3-2 16,-1 3 0,-6 0 1,-2 2 0,-2 1 44,0 4 17,-6 1-47,-5 2-14,-2-2 10,-1 0 9,-4-2-18,-1-1 20,-4-2 27,1-2-4,-4-1-10,1-3-6,-1-1 19,2-4 51,1-1-26,3-2-25,2-6 22,4-3-3,0-3-67,4-4 3,2-4-3,4-6-85,3-3-2,1-4-18,7-1 12,6-2-26,4-1-16,4 2-48,4 2 12,3 0-4,1 5 19,-2 6-106,-4 5-207,3-3-319</inkml:trace>
          <inkml:trace contextRef="#ctx0" brushRef="#br0" timeOffset="8799.6786">3844-604 307,'0'0'1030,"0"0"-841,0 0-127,0 0-60,0 0 14,0 0 43,0 0 61,0 0 39,0 0-9,0 0-37,0 3-6,1-3-33,2 0-74,2-1-22,4-1 22,2 1 0,3 0-24,4-1 8,2 1 16,4 1 13,1 0-13,4 0 0,2 0-1,1 0-19,3 0 19,0 0-8,0 0 9,2 3 15,-3-2-15,-1 0-46,-3 3 11,-5-3-20,-3 1-82,-1-1-77,-7 1 6,-1-1 10,-4-1-20,-4 0-154,-4 0-127</inkml:trace>
          <inkml:trace contextRef="#ctx0" brushRef="#br0" timeOffset="9173.5845">3802-523 153,'0'0'1543,"0"0"-1419,0 0-124,0 0-7,0 0 7,0 0 72,0 0-53,0 0-19,0 0 0,0 0 52,0 0 13,25 7 16,-9-6-13,3 2-12,3-1-1,5 1-30,2-1 1,4-1 33,2 0-4,2-1-53,3 0-2,-2 0 19,3-1-3,-3-2-14,0-1-2,-2-1 0,-2 1 0,-4 1-3,-2 0-29,-3 0-26,-4 1-82,-1 2-57,-5 0-115,-1 0 0,-5 0-17,-5 0-294</inkml:trace>
        </inkml:traceGroup>
      </inkml:traceGroup>
    </inkml:traceGroup>
    <inkml:traceGroup>
      <inkml:annotationXML>
        <emma:emma xmlns:emma="http://www.w3.org/2003/04/emma" version="1.0">
          <emma:interpretation id="{B739FB4A-89B9-431F-A9CD-E0707243837F}" emma:medium="tactile" emma:mode="ink">
            <msink:context xmlns:msink="http://schemas.microsoft.com/ink/2010/main" type="paragraph" rotatedBoundingBox="3579,14591 6435,14362 6493,15077 3636,15305" alignmentLevel="1"/>
          </emma:interpretation>
        </emma:emma>
      </inkml:annotationXML>
      <inkml:traceGroup>
        <inkml:annotationXML>
          <emma:emma xmlns:emma="http://www.w3.org/2003/04/emma" version="1.0">
            <emma:interpretation id="{1B397122-821C-49AB-8CF8-874888639974}" emma:medium="tactile" emma:mode="ink">
              <msink:context xmlns:msink="http://schemas.microsoft.com/ink/2010/main" type="line" rotatedBoundingBox="3578,14591 6435,14362 6493,15077 3636,15305"/>
            </emma:interpretation>
          </emma:emma>
        </inkml:annotationXML>
        <inkml:traceGroup>
          <inkml:annotationXML>
            <emma:emma xmlns:emma="http://www.w3.org/2003/04/emma" version="1.0">
              <emma:interpretation id="{F2D44D17-3A18-4F58-965D-20478C815FCE}" emma:medium="tactile" emma:mode="ink">
                <msink:context xmlns:msink="http://schemas.microsoft.com/ink/2010/main" type="inkWord" rotatedBoundingBox="3579,14591 4651,14505 4708,15219 3636,15305"/>
              </emma:interpretation>
              <emma:one-of disjunction-type="recognition" id="oneOf1">
                <emma:interpretation id="interp5" emma:lang="en-US" emma:confidence="0.5">
                  <emma:literal>#SE</emma:literal>
                </emma:interpretation>
                <emma:interpretation id="interp6" emma:lang="en-US" emma:confidence="0">
                  <emma:literal>#EE</emma:literal>
                </emma:interpretation>
                <emma:interpretation id="interp7" emma:lang="en-US" emma:confidence="0">
                  <emma:literal>#E</emma:literal>
                </emma:interpretation>
                <emma:interpretation id="interp8" emma:lang="en-US" emma:confidence="0">
                  <emma:literal>#SEE</emma:literal>
                </emma:interpretation>
                <emma:interpretation id="interp9" emma:lang="en-US" emma:confidence="0">
                  <emma:literal>#EEE</emma:literal>
                </emma:interpretation>
              </emma:one-of>
            </emma:emma>
          </inkml:annotationXML>
          <inkml:trace contextRef="#ctx0" brushRef="#br0" timeOffset="15539.6022">322 935 457,'0'0'528,"0"0"-313,0 0-170,0 0-45,0 0-36,0 0 17,0 0 6,0 0-7,0 0 8,0 0 11,0 0 1,2 0-26,-2 0 9,0 0 17,0 0 26,0 0-7,0 0 4,0 0 23,0 0-7,0 0-39,0 0 0,0 0-3,1 2-23,2 1 13,1 5 13,-1 0 18,2 5 21,1 0-23,-1 2-12,-2 2-4,3-1 0,-1 1-3,1-2 3,-3 1 22,1 1-20,0-1-2,-2 0 1,1-1 2,0 0 12,-3-1-14,2 0 0,-2-2 12,0 0-12,0-1-1,0 0 0,0-1 0,0-2 2,-2-1-2,2-1-2,-3-1 2,3-1 3,-1-2-3,1 1-2,-2-2 2,2 1 0,-1 0 0,1-2-13,-1 0 13,1 1 0,0-1-3,0 0-13,0 0 16,0 0 0,0 0-3,0 0-36,0 0-19,-1 1 2,1-1-15,0 1 9,0 1 3,-2-1 30,2 1-1,-1 0 4,1-1 13,-1-1 10,1 2-49,-1-1-95,-1 1-101,-1-1-169,14-17 417</inkml:trace>
          <inkml:trace contextRef="#ctx0" brushRef="#br0" timeOffset="16258.1986">387 1273 124,'0'0'137,"0"0"-49,0 0-42,0 0 286,0 0-107,0 0-98,0 0-62,0 0-39,0 0-6,0 0-20,0 0-26,0 0-13,3 0 39,3 0 13,-1 0 6,3 0 1,4 0 35,0 0-26,4 0-15,0 0-12,4 0 27,2-1 0,0 0-29,-1 1 0,3-2 9,-4 2-8,2 0-2,-3 0-14,0 0 15,-3 0 24,-2 0-24,-1 0-16,-2 0 16,-1 2 2,-1-2-2,-3 1-23,-2 0 22,0 0-1,-2 1-31,1-2 17,-1 1-20,-1-1-16,1 0-36,-2 0-59,0 2-84,0-2-99</inkml:trace>
          <inkml:trace contextRef="#ctx0" brushRef="#br0" timeOffset="18132.2468">445 1489 157,'0'0'81,"0"0"-16,0 0 43,0 0 339,0 0-226,0 0-87,0 0-37,0 0 14,0 0-43,74-39-57,-57 35-11,2-2-26,0 2-3,1 1 28,4 2 0,-2 0-12,0-1 11,1 2-2,-1-1-41,-2 1-4,-1-2-42,-3 1-88,-3-1-164,-2 0-354</inkml:trace>
          <inkml:trace contextRef="#ctx0" brushRef="#br0" timeOffset="16920.2636">678 1116 303,'0'0'525,"0"0"-114,0 0-229,0 0-123,0 0 6,0 0 3,0 0 20,0 0 35,0 0 14,0 0-56,0 0-52,0 0-3,1 0 16,-1 2 10,1 0-29,0 3-21,1 0 46,0 3 11,2 5-24,-2-1 11,4 1-13,-3 3-33,1 0-13,0 2 13,1-1 0,1 4-2,1 1 2,-3 1 14,3 0-14,-1 2-3,0-1-9,1-1 11,-3-1 2,3 0-21,-2-2 4,-1 0 16,1-2 1,0-2-1,-2-1-15,-1-2 2,-1-1 12,0-3 0,1 0-22,-2-2 20,1 1-29,0-3-26,-1 1-23,1-3-33,1 0-3,-1-2-13,-1 1-39,0-1 7,0-1 5,0 0 37,0 0-10,0 0-86,0-1-67,0-5-200</inkml:trace>
          <inkml:trace contextRef="#ctx0" brushRef="#br0" timeOffset="17596.6501">735 1186 209,'0'0'173,"0"0"169,0 0-342,0 0-39,0 0 39,0 0 0,0 0 98,0 0-23,0 0-7,0 0-9,71 4-7,-55-4 16,1-2-9,1-1 22,-2-1-19,1-2 26,0 1 0,-2-2 9,0 2-71,-2-1 14,-1 0-12,0 3-28,-1-2-1,-3 4-22,1-2 23,-1 0 0,-2 3-17,1-1-10,-2 1 11,-2 0 3,3 0-10,-1 0 23,0 0-3,-2 3 3,2 1 0,-1 1 0,0 1 0,0 1 16,-1-1-5,1 4-9,0 0 35,-2 2-33,2 0-4,1 1-1,-1 1 1,1 1 0,0 0 0,0 0 2,2 3 30,-4-1 17,3-2-49,-1 0 13,-1 0-3,1-2 32,-2 0-29,1 0 3,-1-2 10,0 0-2,0-1-23,-1-2-1,-1 2 33,-1-5 15,0 2-31,0-2-15,0-2 56,0 1 10,-3-2-26,-2 0-9,2 0 6,-3 0 13,-2-1-33,0 0-18,-3-1 31,0 0 17,-2 0-49,-3 0 2,1-2 11,-3 0 36,1 0-32,-1 0-15,0 0 14,0-1-15,2 1-2,0 0-8,1 1-21,2 0 29,-1 1 1,4-2-42,1 1 26,1 1 16,0-1-71,3 1-56,-1-2 4,3 2-52,0 0-36,0 0-30,1-2-52,-3 1-225</inkml:trace>
          <inkml:trace contextRef="#ctx0" brushRef="#br0" timeOffset="19291.8917">1105 1377 320,'0'0'179,"0"0"300,0 0-323,0 0-156,0 0-26,0 0-7,0 0 33,0 0 65,0 0 3,0 0-12,0 0-21,59-26 11,-45 20-13,0 1-4,2-2-10,1 1-17,-1 0-2,0 2-13,0 0-7,-1 1 7,0 0-10,0 2 20,0-1-26,-1 1 6,-1 1-72,-2 0-87,2 0-163,-7 0-102</inkml:trace>
          <inkml:trace contextRef="#ctx0" brushRef="#br0" timeOffset="18974.1077">1108 1232 427,'0'0'62,"0"0"453,0 0-297,0 0-156,0 0-39,0 0 6,0 0 27,0 0 51,0 0 4,0 0-43,40-21-43,-27 16-25,-1 2-13,1 1 10,1-1 3,1 2-17,0 0 14,1-1 6,0 1 10,-2 0-13,0 1-19,3 0 18,-4 0-2,2 0-1,-1 0-44,0 0-21,-2 0 7,-2 0-97,0 0-30,-4 0-147,-1 1-205</inkml:trace>
          <inkml:trace contextRef="#ctx0" brushRef="#br0" timeOffset="19624.4719">1156 1463 833,'0'0'247,"0"0"98,0 0-296,0 0-49,0 0-52,0 0-3,0 0 35,0 0 20,0 0 26,0 0 8,0 0-34,38-8-29,-26 8 9,2 0 17,1 0-17,-1 0 1,2 0 19,1-2-1,-1 2-16,-1 0-48,0 0-85,1 0-149,-8 0-93</inkml:trace>
          <inkml:trace contextRef="#ctx0" brushRef="#br0" timeOffset="19879.0432">1173 1540 333,'0'0'1315,"0"0"-1202,0 0-113,0 0-13,0 0-68,0 0-13,0 0 71,0 0 23,0 0 23,0 0 3,0 0-20,66-11-6,-45 9-2,2 0-24,1 0-11,0 0 35,1 0-12,0 0-48,-1 0-149,-6-1-158,6 1-380</inkml:trace>
        </inkml:traceGroup>
        <inkml:traceGroup>
          <inkml:annotationXML>
            <emma:emma xmlns:emma="http://www.w3.org/2003/04/emma" version="1.0">
              <emma:interpretation id="{2F0326AE-4A87-4ABE-9042-94E1FA50043B}" emma:medium="tactile" emma:mode="ink">
                <msink:context xmlns:msink="http://schemas.microsoft.com/ink/2010/main" type="inkWord" rotatedBoundingBox="6434,14377 6437,14377 6438,14391 6436,14392">
                  <msink:destinationLink direction="with" ref="{3F2E860B-602A-4CB3-880F-F9923A0D860E}"/>
                </msink:context>
              </emma:interpretation>
              <emma:one-of disjunction-type="recognition" id="oneOf2">
                <emma:interpretation id="interp10" emma:lang="en-US" emma:confidence="0.5">
                  <emma:literal>.</emma:literal>
                </emma:interpretation>
                <emma:interpretation id="interp11" emma:lang="en-US" emma:confidence="0">
                  <emma:literal>:</emma:literal>
                </emma:interpretation>
                <emma:interpretation id="interp12" emma:lang="en-US" emma:confidence="0">
                  <emma:literal>!</emma:literal>
                </emma:interpretation>
                <emma:interpretation id="interp13" emma:lang="en-US" emma:confidence="0">
                  <emma:literal>,</emma:literal>
                </emma:interpretation>
                <emma:interpretation id="interp14" emma:lang="en-US" emma:confidence="0">
                  <emma:literal>'</emma:literal>
                </emma:interpretation>
              </emma:one-of>
            </emma:emma>
          </inkml:annotationXML>
          <inkml:trace contextRef="#ctx0" brushRef="#br0" timeOffset="26350.2041">3179 736 228,'0'0'26,"0"0"-26,0 0 4,0 0 15,0 0-17,0 0 2,0 0 15,0 0 4,0 0 3,0 0 3,0-10 226,0 9-118,1 0-82,-1 0-13,0 1 14,0 0-4,0-2-52,0 2-14,0 0-2,0 0-1,0 0-58,0 0-22,0 0-24,0 0-163,-1 5-68</inkml:trace>
        </inkml:traceGroup>
      </inkml:traceGroup>
    </inkml:traceGroup>
  </inkml:traceGroup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</inkml:channelProperties>
      </inkml:inkSource>
      <inkml:timestamp xml:id="ts0" timeString="2024-03-15T14:53:23.169"/>
    </inkml:context>
    <inkml:brush xml:id="br0">
      <inkml:brushProperty name="width" value="0.14" units="cm"/>
      <inkml:brushProperty name="height" value="0.14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42E3ED16-A5AD-4CFC-96EC-1FE37A4B7463}" emma:medium="tactile" emma:mode="ink">
          <msink:context xmlns:msink="http://schemas.microsoft.com/ink/2010/main" type="inkDrawing" rotatedBoundingBox="3987,8164 5177,8142 5180,8296 3990,8317" semanticType="callout" shapeName="Other">
            <msink:sourceLink direction="with" ref="{3F2E860B-602A-4CB3-880F-F9923A0D860E}"/>
          </msink:context>
        </emma:interpretation>
      </emma:emma>
    </inkml:annotationXML>
    <inkml:trace contextRef="#ctx0" brushRef="#br0">776-5339 59,'0'0'98,"0"0"-30,0 0-48,0 0 332,0 0-222,0 0-61,0 0-21,0 0 44,0 0 6,0 0-27,-25-12-12,22 11 9,-1-1 4,2 0 19,0 1-49,-1 1 1,1 0-8,0-1-2,2-2-1,0 3 4,0-1 0,0 1-36,0-1-37,0 1-28,4-3-20,2 0 72,5 1 13,3-3 23,5 0 10,2 0 16,4-1-16,1-3-31,3 3 8,2-3-9,3-1 25,1 0-26,2 0-9,-1 2-5,2 0 14,-2-1-1,-1 3 1,1-4 20,-2 5-5,0 1-15,1-2-39,-2 5 15,0 1 22,-3 0-15,1 4 17,-3 2-1,-1-1 0,0 5-16,-2-3 16,1 3 1,-3-1 0,3 0 11,-3 2-11,3-1 0,-4-1-3,1 0 2,-2-1-3,0 1 4,-4-3 13,0-1-13,-2 0-16,-1-3 15,-2-2 1,0 0 0,-1 0 0,-2-2 2,1-4 18,-1 0 3,-1 1-20,-2 0 8,2-1-11,-3 4-23,-1 0-29,1 2-23,-3 0-55,1 1-72,-1 5-140,-2 2 12</inkml:trace>
  </inkml:traceGroup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</inkml:channelProperties>
      </inkml:inkSource>
      <inkml:timestamp xml:id="ts0" timeString="2024-03-15T14:54:54.388"/>
    </inkml:context>
    <inkml:brush xml:id="br0">
      <inkml:brushProperty name="width" value="0.14" units="cm"/>
      <inkml:brushProperty name="height" value="0.14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3F2E860B-602A-4CB3-880F-F9923A0D860E}" emma:medium="tactile" emma:mode="ink">
          <msink:context xmlns:msink="http://schemas.microsoft.com/ink/2010/main" type="inkDrawing" rotatedBoundingBox="3206,13881 7497,13583 7564,14552 3273,14850" semanticType="enclosure" shapeName="Other">
            <msink:sourceLink direction="with" ref="{BA86B567-D330-4A15-ADDF-02F145C37259}"/>
            <msink:sourceLink direction="with" ref="{2F0326AE-4A87-4ABE-9042-94E1FA50043B}"/>
            <msink:destinationLink direction="with" ref="{42E3ED16-A5AD-4CFC-96EC-1FE37A4B7463}"/>
          </msink:context>
        </emma:interpretation>
      </emma:emma>
    </inkml:annotationXML>
    <inkml:trace contextRef="#ctx0" brushRef="#br0">6 250 1554,'0'0'429,"0"0"-331,0 0-96,0 0 59,0 0-15,0 0-1,0 0 7,0 0-29,0 0-23,0 0-49,0 0 1,-7-5-8,11 4 37,5 0 19,1-2 68,1 1 32,5 0-41,0 0-40,1 1 1,5-1 41,2-1-42,4 0-6,2 0 74,2 0-33,4-1-54,2 0 0,2 0 12,1-1 14,5 1-23,-1-2-3,1 2-19,2-1 19,1 2 1,0 0-1,0 2-14,-2 1 13,2 0-14,-3 0-14,0 0 29,1 1 0,-1 3 1,0-2-1,0 1 3,0-1-2,-2-2 46,0 0-47,-1 0-19,0 0 18,-2-1 1,2-3 0,-1 0 1,1 0-2,0 0 1,0-1-1,1 1-25,0 2 23,0-1-20,-1 0-6,3 0-16,-2 1 19,0 0 10,-1 1-26,0 0 0,1 1 0,-1-1 6,0 1 17,0 0-36,0 0 22,-2 0 4,1 0-16,-1 2 6,0-1 16,-2 1-19,2-2-13,-3 1 32,1-1-9,-2 0 6,1 0-7,-2 0 8,-1 0 24,0 0-24,-2 0-17,1 0 19,-1 0-3,-2 0-16,2 0-10,-3 0 3,2 1 20,-2-1 6,0 0-3,0 0 13,-1 0-3,1-1 16,1-2 0,0 0-1,0-2-3,0 1-9,0 0-13,-1-1-16,-2 1 16,1 0 3,-1 0-3,-1-2 3,-1 2-12,-1 0 35,-1 1 0,0-1-17,0 1 16,0 0-2,0 0-17,-2-1 4,2 2 13,-1 0-36,0 2-10,-1 0-16,-2 0-62,1 0-4,-2 0 37,-2 0 45,1 3 23,-2 0 25,2 1 0,-2-1 1,2-1 11,-1 0-11,2-1-72,0 1-62,0-2-42,-3 1 52,3-1 65,-1 0 18,-2 0 41,-1 0 0,2-3 0,-4 0 0,4-1 21,-3-1 2,-1-1-20,0 1 10,-2-1 42,1 1 20,-1 0 20,-2-2-20,3 1-16,-1 1 25,-1-1-9,-1 0-45,2 2 15,-1-1 21,-1 3 9,-1-2-1,-1 1 14,-1 0-26,-1 1-26,1 1-6,-3 1 12,0-1 17,0 0-1,-1 1 17,-2 0-3,1 0-11,-1 0-31,0 0-7,0 0 29,0 0 19,1 0-16,0 2 40,2 1 31,-2 3-83,1-1-24,1 1-6,-1 3 29,1 1 4,0 0-46,-2 3 0,0 0 1,0 2 25,1 1-26,-1 3-1,1 0 1,1 2 55,-1 2-52,1 1 20,1 1 25,0 2 27,-1 1-40,1 0 1,0 2 6,-1 2-6,2-2-11,1 0-22,-2 2 32,0-3 7,1 0-19,1-3-20,-3 1 42,2-3-6,-2 0-26,-1 0 16,-2-2 6,2 1 26,-1-5-41,-1 0 18,0-1 14,0-4 15,0 1-54,-1-2-11,-3-2 24,1-1-10,-3 0-16,3-3 0,-2-1 9,-2 0 27,1-1-36,-3-1 1,-1 0 9,-2-2-10,-3 2-3,0-1-26,-1-2 16,-2 2 13,1-1-22,-2 2 12,0-3 10,0 3 32,0-1-19,0 0 0,0 0 26,0 0 12,-1 0-29,-4 0 13,3 1 45,-5-1 12,0 1 4,-1-2-17,-1 3 6,-1-1-12,0 1-48,0-1-25,-1 1 19,-2 0 0,-1 1-19,1 1-37,-4 0 37,-2-1 0,0 2-12,-1-2-19,-1 2 31,-3-2 12,-1 0-11,-2 0 14,-1-2-14,-2 0 1,-3-1-2,-1 2 2,0 1 12,-1-2 8,-1 1-22,1 1-19,-2 0 19,1-1 31,3 0-29,-2 1 16,0-3-17,-1 0 1,3-1 1,-2-1-3,2 0 0,-1 0-1,0-2-30,1-1 28,-2-2 3,3 1 14,-1 0-14,0 0-9,2 3 9,0-1-2,-2 1-1,3 1-22,-3 0 21,2 0 8,1 0-17,-2 0-6,2 0 19,-2 0-2,1 0-14,1 3-3,1-2 19,1 2 7,1-1 14,2-1-21,-1 0 0,3-1 0,-1 0 0,1 0 0,-1-3 0,0-2 6,-1-2-6,1-1-3,-1-1-19,-2-1 6,0 0 14,2 1-36,-2 0 19,3 0 19,2 3 9,0 2-6,5 0-6,2 3-9,3 0 12,1 1-26,4 0-47,1 0 58,1 1 14,2 2-19,2-1-3,1 0 23,2 0 22,-1 1-22,1-3-6,1 0 6,-3 2 27,2-2-26,-1 0-2,1 0-8,-1 0-7,1 0-9,0 0 22,2 0-42,1 1 7,0-1-19,1 0-17,2 0 26,3 0 10,0 0-39,2 1-51,1-1 31,2 0-35,3 2-29,0-2-75,0 1-289,0-1-42,3 0-172</inkml:trace>
  </inkml:traceGroup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</inkml:channelProperties>
      </inkml:inkSource>
      <inkml:timestamp xml:id="ts0" timeString="2024-03-15T14:55:16.452"/>
    </inkml:context>
    <inkml:brush xml:id="br0">
      <inkml:brushProperty name="width" value="0.14" units="cm"/>
      <inkml:brushProperty name="height" value="0.14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C837B744-DACD-48F5-9D0E-320041A351ED}" emma:medium="tactile" emma:mode="ink">
          <msink:context xmlns:msink="http://schemas.microsoft.com/ink/2010/main" type="inkDrawing" rotatedBoundingBox="22510,12549 23594,11962 24056,12816 22973,13403" hotPoints="23813,12715 23248,13281 22682,12715 23248,12150" semanticType="enclosure" shapeName="Circle">
            <msink:sourceLink direction="with" ref="{FDE16F5B-38EB-48DE-B8DF-5717FEA744F7}"/>
          </msink:context>
        </emma:interpretation>
      </emma:emma>
    </inkml:annotationXML>
    <inkml:trace contextRef="#ctx0" brushRef="#br0">1006 273 424,'0'0'1053,"0"0"-890,0 0-121,0 0-9,0 0 51,0 0 20,0 0-23,0 0-6,0 0 32,-65-47 6,60 42-15,-1-1-14,1 1 9,0 0 1,0-2-55,-1 1-20,-2 1 20,1-1 6,0 1-44,-2 1 0,-3-2 24,2 1 30,-1 2-35,-2-3-20,0 3 44,-3-1 14,2-1-58,-2 2 0,0 0 28,-2 0-22,0 0-6,1 0-14,-1 2 14,-1-1 24,0 1-24,0 1-6,0 0 6,2 0 3,0 0-3,-1 0-23,1 2 23,0 1 8,1 1-8,0 0-17,-2 1 17,1 1 3,0-1-3,1 0-2,-1 1 2,-1-1 0,1 2 0,1 1-1,-1-2-10,0 2 11,1-1 12,2 0-12,-2-1-2,2 0 1,-1 2 2,0-1-2,1 2 2,1 0 0,-1 1 1,2 0-2,-1 1-23,0 0 23,0-1 1,-1 1-1,2 1-2,-1 0 2,0 2 2,2-2-2,0 3-1,1 4 1,-2-3 4,4 4-1,-1-2-3,2 2 3,3-2 0,-1 1-3,1-1-13,1-1 12,0 1-1,3 2 2,0-2-1,0 1 1,0 1 3,2-2-2,2 0 0,2 1 2,1 0-3,1-1-4,2-1-24,1-1 24,0-1 3,0 3-18,2-1 18,-4-1 1,3 1 0,2-1-10,-3 0 10,3 0 4,0-1-4,1 0 0,-1 0-17,3 0 17,-3-2-2,4-1-1,-1-1-14,3 0 17,-1-3 0,2 2-16,0-2 15,1-1 1,-2 2 0,2-2-19,1 0 6,0-1 12,-1-1-2,1 0-16,0-1 16,-1-1 0,2-2-13,-2 0-10,4-1 3,-3 0 22,1-4 1,1-2-3,-1-1-8,1-1 11,0-3 29,0 2-29,0-2 0,2-2 2,-2-2 17,2 0-19,-2-1-14,-1-2 14,-1 2 17,0-2-17,-1 2-2,-3 1 2,0 0 22,-1 0-22,-2 2 0,0-2 7,0 2 12,-1-3-17,-4 0-2,1 0 16,-2-1 4,-2 1-20,0-1 1,-4 0 13,1-1 2,-2 0-16,0 0 0,-1 2 6,0-1-6,-1-1-6,0-2-14,-1 0 20,0-2-1,2-2-26,-2-1-14,0-1 28,0-2 11,0 0-56,-3-1 22,0-1 36,-4 3-1,1 0 4,0 1-3,-1 1 42,-2 2 7,-1 2-47,-1 2-2,-1 0 19,-2 1-9,-3 0-10,0 1-36,1-1 4,-2 2 6,-3 1-45,1 0-42,-1 3 49,-1 0 15,1 4-15,-1 2-14,3 3-13,-2 2-19,2 1-104,3 0-72,-2 3 126,3 2 14,0 2-118,4-3-169,-3 4-149</inkml:trace>
  </inkml:traceGroup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</inkml:channelProperties>
      </inkml:inkSource>
      <inkml:timestamp xml:id="ts0" timeString="2024-03-15T14:56:14.602"/>
    </inkml:context>
    <inkml:brush xml:id="br0">
      <inkml:brushProperty name="width" value="0.14" units="cm"/>
      <inkml:brushProperty name="height" value="0.14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50A6E5BA-DAA5-4D72-9D8A-EF5FD938F3A2}" emma:medium="tactile" emma:mode="ink">
          <msink:context xmlns:msink="http://schemas.microsoft.com/ink/2010/main" type="inkDrawing" rotatedBoundingBox="7869,4279 13456,3829 13546,4939 7959,5389" semanticType="scratchOut" shapeName="Other">
            <msink:sourceLink direction="with" ref="{C98A7666-9183-40A1-BCFA-73454D874A16}"/>
            <msink:destinationLink direction="with" ref="{E444A066-0E37-4D08-9701-98D8E277D37D}"/>
          </msink:context>
        </emma:interpretation>
      </emma:emma>
    </inkml:annotationXML>
    <inkml:trace contextRef="#ctx0" brushRef="#br0">-3293-6708 495,'0'0'0,"0"0"-199,0 0 114,0 0 85,0 0 9,0 0-9,0 0-2,0 0 1,0 0-15,0 0-10,-6-35-20,13 35 37,5 0 9,3 3 0,3-1-15,3 4 15,4 1 17,3-2-4,2 3 3,5-1 23,1 3 17,5-4-17,-1 2-7,4-3 24,3 1 25,7-2-51,4-3 15,8 0-15,4-1 15,5 0 17,3 0 20,1 0 3,1 0 6,1-1-46,6 0 43,5-3-42,3-2 19,3 1 62,5-1-49,1 0 65,-1 1-38,-2 1-8,3 1-22,-4-1 26,3 0-14,2 0-19,2-2-16,0 1 33,-2-2-24,-2 3-36,-2-1-24,-5 0 14,-2 3 14,-6-1-29,-3 2 0,-3-1 0,-3 0 29,-1 0-9,-1 2-18,-2-2 11,-4 1-13,-2 0 0,-5 1-26,0 0 25,-6 0 1,-1 0-3,-3 0 1,0 0 0,-4 0-17,1-1 19,-3 1-3,-1-2 3,-3 1 3,-1 0 0,1-2-3,-2 0 13,-2-1 0,-2 1-11,-1 1-2,-4-4-1,0 3-2,-3 0-10,-2 0 10,-2 1-13,-4-1 15,0 2-1,-3-1 1,0 0-1,-1 1 0,-1-1 2,2 0-3,0 2 0,1-3 3,2 1 0,-2 1-3,2-1-13,-2 1 4,-1 0 11,3 1 0,-3 0-12,-1 0 12,-1 0-2,-2 0-23,0 1 23,-5 2 3,-1-3-1,-2 1-19,-3-1 4,-1 3 14,-1-1-21,-2-1 3,2 2 20,-2 2 13,0-2 13,0 2-23,0 2 16,0-1-19,-2 3 20,2 1-20,-2 2 0,-1 2 20,3 1-4,-1 1-12,0 2-2,0 1 14,1 3 0,0 1-16,-1 0-1,1 3 1,0-1 13,0 2-12,-2-1-1,2 1-1,0 0 1,0-1 0,0-1-6,0 0 6,-1 0 0,1-4-3,0 3-2,0-3 5,0-1 0,0-1-1,-1-2-2,0 1 3,-1-3 0,1 0-1,-1 0-12,0-4 0,2 1 13,-3 0 16,2-5-16,1 2-23,0-1 20,-2-2-10,1 0 13,1 0-19,-2-1 17,2-1 2,-1-1-3,1 1 1,-1-2 0,1 0 2,-3 1 0,3-2 26,-2 2-3,-1-1-4,0 0 10,-1 0 0,0-1 4,-1 1-20,-1 0-10,0-1 26,0 1-6,-2-1-20,-2 1 10,2-1 0,-4 2 0,-2-3-13,-2 3-14,-2-1 14,-2 1 10,-4 0-10,0 1-3,-3-2 3,-3 1 1,-3 2-1,-3-2-19,-4 1 19,-4-1 0,-3 3-3,-2-3 3,-2 0 12,-1 0 14,-1 2-22,-2-4 8,1 1 8,0 1 12,1-2-30,4 1 0,-3-1 27,3-1 1,-1 0-27,3 0-1,-1 0 24,-2 0-4,1 0-22,-2-2 0,-1 0 2,-2 1 18,0-1-20,1 2 0,-2 0 0,1 0 24,-3 0-24,0 1-23,-2 1 23,-1 2 0,-2 1-1,-1-1-22,-2 1 23,-1 2 0,-2-2 0,-5 1-10,2 0 10,-3-1 22,-2-1-22,1 2-12,-1-2 12,1 1 29,0 0-28,5-1-1,-2 0 16,5-1-3,2 1-13,2-1 0,3-2 0,-2 0 25,2 1-25,-3 1-13,1-2 12,-2 2 1,-1-1-2,-1 0-17,-1-1 19,1 1 2,-1 1-2,0-2-20,3 0 20,1 2 0,1-1 0,6 1-67,-1-2 25,-1 3 3,3 0-48,-2-1 0,2 2 22,-1 0 16,5 2-41,-1-1-37,3 1 23,3 1 17,0 1 12,2-1-23,3 0-9,0-1 16,1 1 23,4-2 22,-1 1-9,3-2 3,2-1-33,2 0 36,0-1-16,2-2 36,-1 1-7,4-2 13,-1 0-32,1 0 55,3 0-62,-2 0 9,4-3-15,-2 0 32,2-1-75,-2 2 56,2-1 32,1 0 4,5 0-66,-2 1 26,6-1 10,0 2 17,3 1-30,-1-3 16,0 3 4,2 0 6,1 0 6,0 0 7,1 0-6,-1 0 16,3 0 13,-2 3 0,0-1 0,1 2 0</inkml:trace>
  </inkml:traceGroup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</inkml:channelProperties>
      </inkml:inkSource>
      <inkml:timestamp xml:id="ts0" timeString="2024-03-15T14:56:41.916"/>
    </inkml:context>
    <inkml:brush xml:id="br0">
      <inkml:brushProperty name="width" value="0.14" units="cm"/>
      <inkml:brushProperty name="height" value="0.14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4AE57345-91E6-4F23-A5A7-DAB53D2A5686}" emma:medium="tactile" emma:mode="ink">
          <msink:context xmlns:msink="http://schemas.microsoft.com/ink/2010/main" type="inkDrawing" rotatedBoundingBox="11775,6663 12066,14153 8448,14293 8157,6803" semanticType="underline" shapeName="Other">
            <msink:sourceLink direction="with" ref="{DB42503C-3C0A-44FC-9080-45979E0B3F00}"/>
            <msink:sourceLink direction="with" ref="{09B6BEEB-96A0-47D9-BD02-31ABCA081C18}"/>
            <msink:sourceLink direction="with" ref="{B6C078A6-CEE9-477A-9DD2-6E43AA8CBF7D}"/>
          </msink:context>
        </emma:interpretation>
      </emma:emma>
    </inkml:annotationXML>
    <inkml:trace contextRef="#ctx0" brushRef="#br0">0 47 59,'0'0'42,"0"0"-16,0 0 36,0 0 52,0 0 43,0 0-10,0 0-37,70-6-31,-54 5-11,2-1 20,1-1 0,1 2-7,3 0-9,-1 0-17,0-1-2,2 1 8,0 0-15,0-1 45,-1-1-16,0 3-26,0-3 0,2 1 3,-1 1-7,1-2-12,0 0-11,1 0 8,1 2-17,0-3-12,0 3 1,0 1 16,-1-2-18,-1 2-19,-1 0-11,-1 2 1,-2 0 6,-1 3 7,-1 1-26,1 2 16,-2-2 10,-1 3-1,-1 0 4,0 0 12,-2 0 1,1 1-2,-1 0-17,0 0 19,0 0 17,-1 0-16,1-1 0,0 1-1,0-1 13,1 0-12,-1-1-1,0 0 13,-2 1-1,2-2-12,-2 2-2,1-1 2,-2 0-1,1 2 0,-1-1-19,-1 0 17,0 0 1,-1 0 0,1 1-13,-1 3 15,1-2 26,0 2-25,-3 0 12,2 2-10,-1 2 13,0-1-14,-1 1 11,-1 2 0,0-1 0,-1 2-12,1 1 1,-1-1 7,-2 5-8,2-2-2,0 1 2,-2 5 18,1 0-19,-2 1-16,1 1 9,-1 4-9,1 0 16,-1 1-1,-1-1 1,1 2 0,-1 0 65,-1-3 3,0-1 23,2-1 19,-1-4-87,-1 1 13,0-5-17,0 3-16,0-3 10,0 1-11,0-1-1,0-1 15,0 0-16,0-1-1,-1 0-12,-1-3 13,1-1 6,-1 0-6,2-2 0,0 0 7,0 1 25,-1 1-32,0 1 0,0 0 14,1 0 17,-1 3-30,-2 0 1,2-1 28,-2 2 5,1-1-35,-1 1 20,0-2-4,2-1 39,-2 0-55,-1 0 2,1-1 1,1 0 42,-2-2-45,2 2 1,-1-2 33,0 1-5,1-2-10,-1-1-19,0-1 0,2 0 12,-1-2 1,1 0-13,0-2 13,1 0 10,0-2-23,0 2 0,0-3 12,0 1 13,0-1-25,0 1-19,0-3 19,0 3 0,0-3 0,0 1-6,0-1 6,2 0 23,0 2-20,-1 0-2,2 0 19,-1-2-7,1 2-13,-3-1-19,3-1 18,0-1 1,-1 2-3,1-4-20,-1 2 23,1-1 3,0 2-3,2-2 0,-1 3 0,1-2 2,0 0 17,1 0-17,1 1 14,-1 0-12,3-3-1,-1 4-1,0-2 1,3 0 16,-1 0 7,2 2-24,-1-2 11,4 1-12,-1 0 32,4 0-33,0 0 2,1 0 11,2 0-10,1-3-2,2 3 0,-1 0 2,1-2 0,1-2-3,1 3 4,2-2 18,-1-1 1,3 1-20,0-1-1,2-1 13,-1 0-14,1 0 0,0 0 0,1 0 0,1 0 3,0-1-2,-1-2-2,-1 3-1,3-2-12,-3 2-10,1 0 1,-2 0 9,2 0 10,-1 0-17,-1 2 20,-1-2-2,1 4-1,-1-3-16,-2 2 15,1-2-9,-1 3 12,0-2 1,-2 2 1,2-2-1,-2 0 0,1-1 0,-1 3-12,2-2 11,-2 1-1,1-1 1,-1 1-13,0-2 14,1 1 4,0 2-3,-3-4-1,1 3 0,1-2 2,-3 0-1,2-1 1,-1 0 0,-2 0 13,1 0-15,0 0-3,-1 0 3,-1 0 2,0 0-2,-1 0 0,-1-1 3,1 0 14,-2-2-14,-1 3 10,1-3 9,-1 0 1,0 2-7,-1-2-3,0 1 9,1-3 0,1 1-22,-1 1 0,2 1 3,-3-2-3,3 2 0,-3 0-16,0 0 15,-2 1 0,-3-1-19,-1 1-2,-2 1 11,-4 0 11,1 0 0,-3 0 0,-1 0 19,-1 0 4,0 0-10,0 0-13,0-1-76,-4-2-185,-4-2-124,1 2-350</inkml:trace>
    <inkml:trace contextRef="#ctx0" brushRef="#br0" timeOffset="-2071.5221">-325-259 212,'0'0'199,"0"0"-46,0 0-19,0 0-27,0 0-9,0 0-13,0 0-17,0 0-19,0 0-13,0 0-13,0 0-20,1-4-2,3 4 1,-2-2 18,5 2-4,0-2 13,1 1 20,-1 0-6,5-1 5,-1 1-2,0 0-4,4-2 7,-2 2-49,2 0 2,1-1 12,1 0-1,-1 1-12,2-2 26,1 3 2,0-1 7,1 0-14,-1-2-19,0 2 10,2 0 3,-2-1-15,1 0 0,-1 1 18,2-2 4,-1 3-10,-1-1-11,0-1 18,2 0 3,-2 1-21,1 1 0,-1-2 11,3 1 2,-1-1-15,1-2 0,4 3 25,0-4-2,1 2-20,0-1 13,1 0 0,1 0 4,-1-1-20,-3 0-10,-1 0 10,0 3 16,-4-1-16,0 1-22,-4 1 18,1 0-9,-2 1-9,-3 0-33,2 0 33,0 0 21,-1 0 0,0 1-3,0 0 3,-1 0 0,2 0 0,2-1-1,-1 2 2,2-1 1,0 1-1,-1-2-13,1 1 10,1 1-13,-1-1 13,-1 0-10,0 0 13,1-1 4,-2 2-4,0-1 0,0-1-2,-1 1-2,-3 1-18,3-1 19,-1 1 3,-1-2-1,2 1 1,-1 2-2,0-3 0,3 1 2,-2-1 13,0 0-12,3 0 1,-1 0 1,0 0 10,2 0-11,0-1-2,1-2 2,-1 2-2,-1 1 0,2-2-2,-1 1 0,-1-1 2,2 1-2,0 0-1,0-1 2,1 2-2,-1-1 1,1 1-14,2 0 16,-3 0 13,4 0 0,-2 0 0,3-1 7,-2 1-7,-1 0 10,1 0 3,-2-1 35,0-2-2,1 3-30,-2-2-13,2 1 4,-2-1 2,1 1-18,1 0 12,-1 1-15,-1-1 1,1 0 0,0 1 18,1-1-4,-1 1 3,2-1 1,-1-2-7,2 2 32,-3-1-16,2-1-25,-2 1 12,1 0-14,-1 0 14,-1-1-16,1 2 0,-1-3 0,2 2 0,-2-1 2,2 1-1,-2-1 3,0 0 12,0 1-16,0 0 0,0-1 0,-2 2 2,0-3-2,-2 2-2,1 1 0,0-1 2,-2 0-3,0 1 3,0-1 0,2 1 0,-2-1 0,-1 0-12,3 0 12,-3 1 2,1-1-2,1 1 0,-1 0 0,0 0 19,0-1-18,0 1 2,-2-1 10,1 0-12,0 0-1,0 2-2,-1-1 2,0-2 0,0 2-2,0 0-27,1-1 28,-2 1 0,0 0 1,2 1-2,-2-3 2,0 3-1,0 0 1,0-2-11,2 2 11,0-1 19,2-1-19,1 0 0,0 1 0,-2-1 1,2 1-1,-2-2 0,-1 2 1,-1-1 19,-1 2-19,1-4 1,-1 3 11,-1-1 0,-1 0-13,0 2-19,-2-1 19,1-1 2,-1 2-2,1-3-12,0 3 12,3-1 2,0-2-2,0 2 1,2 0 0,0-1 15,1 1-16,-2-2-1,0 2 1,-1-1 1,-3 2-1,-2-3-1,-1 2 1,-3 1 0,-1 0-17,-1 0 1,0 0 16,0 0 0,0 0-33,0 0-51,0 0-62,-3 0-52,-2 0 45,0 1-123,1 2-167,-5-1-222</inkml:trace>
    <inkml:trace contextRef="#ctx0" brushRef="#br0" timeOffset="2322.7316">-36 444 85,'0'0'352,"0"0"-111,0 0-104,0 0-49,0 0-26,74-11-3,-57 11-14,1-3-6,1 3 4,0-1 12,3 0-9,0-1-17,0 1-3,0 1 3,2 0-6,0 0-3,0 0 19,1 0 3,-3 0-16,0 0-3,0 0-10,-2 0-13,-2 0 1,1 0 11,-1 3 7,-2-2-2,0 0-15,-1-1 0,0 3 1,0-3-3,-1 3 0,0 0 0,-1-2 0,2 2-13,-3-1-13,2 1 14,0 3 12,1-2 0,-1 0-1,0 3-28,-2-1 6,0 0 22,-2 3-12,-1-2 12,1 1 1,-3 0 1,2-1-1,-2 1 0,1-1-1,0-1-14,-1 2 15,-1-2 1,2 0 0,-2 2 1,0-2 0,1 3-1,-4 0 2,3-1 36,-3 2-23,0 2-16,-1-2 26,0 2-3,1 2-4,-3 0-6,0 1 17,1 1-11,1 1-18,-2 2 1,0 2 15,0 1-15,0 1-2,0 1-1,0 1 1,0 1 3,0 0 0,0 1 46,0-1-23,0 3-23,0 1 0,0 0 20,0 0-20,0 2 0,0 1 0,-2-2-3,1 3 29,1-3 10,-2 3 0,2-1 58,-1 1-9,-1 2-39,2 1-7,-1 1-40,0 2 34,1-1 19,0 2-20,0-1-19,0-2 43,0 3-27,-1-5-31,1 2 2,-2-3 17,2-1-18,-2-2-2,1-1-10,-2-1 10,2 1 23,-1-3-8,2-2-15,-2 3 0,1-2 44,1 0-8,0-2-20,0 1 16,0 0-21,0-1-11,1 4-16,1-2 16,1 3 2,1 0 12,0 2-12,-2 0 12,2 1 2,-2 0-16,4 0 0,-3-1 29,2 0 26,-1-1-55,1 0 0,-3 3 13,1-2 13,0-1-25,-1 2 2,-2-1 26,2 1-28,-2-2 1,1 0 1,-1 1 29,0-2 1,0-3-33,0 2 1,0-2 26,0 1 26,0-4-52,0 2-1,0 0 23,0-1 5,0 0-17,0 1-9,0-1 15,0 0-1,0 2-13,0-1-2,0 1 34,0 1-32,0-1 9,1 3-11,1 0 20,1 1 8,-3 2-28,1-3 0,0 3 27,-1-1-18,0 0-10,0-2-12,0 1 12,0-2 6,0 0-6,0-2-23,0 0 23,0-2 19,0 1-19,2 0-15,-2-2 15,1 3-2,-1-3 2,0 1-26,0 1 23,0 0 3,0 1-35,0-1-4,0 2 39,0 1 15,0 0-15,2 0-1,-2 0 1,3-2 26,0-1-26,0-2-1,0 1 1,1-5-2,-1 0 2,3-1-20,-3-3 19,1-1 1,0-2 0,-1-2 3,1-2 0,0 0-2,-2-2 0,1-1 1,0-1 11,0 1 2,0 0-14,-1-3-2,3 3 1,-3-3-13,2 0 12,-1-1-12,0-1-35,2 1 16,1 0 32,-1 0 0,3 0 1,0-1 2,3-1 16,-1 1-19,2 1-10,2-1 10,-1 0 0,0 0-13,3-1-1,-1 3 14,1-2 2,0 1-2,2-2-13,-1 2 13,2-2 0,2 1-13,-1 0 10,2 1 3,0-2-1,2 1-1,1-1-1,2 1 3,0 0-1,2-1-1,0 3-14,0 0 16,0 0-1,1 2-3,0-1 2,0 2 2,3 0-1,0 2-1,0 1 1,-1-1 1,3 5 0,-2-3 2,2 3-1,0-1 15,0-1-13,0 3-1,-1-2 11,1 0 13,1 1-4,2-3-6,-3 3 1,1-2 5,1 0-20,-2-3-1,-1 0 1,0-1 2,-1-2 15,-2 1-19,0-2-1,0-2 1,0 0 0,0-2 0,-1 0 0,1 0 3,0-3 13,0-1-16,2 0 2,0-2 20,-1 4-22,-1-1-3,0 2-22,-1 1 25,1 0 3,-2 2-3,3 2-15,-1 4 15,1-3 3,0 2-1,-1-1-1,1 2 12,-2-3-10,-1 0-3,0 0 2,0-3 27,-1-2-3,-1 0-10,0 0 3,0-1 29,0-5 51,-2 0-32,-3-2-29,0 1-10,-2-3-14,-1 2-14,-2-2-11,-3 3 11,-2-1 0,0 1-9,-6 2-13,1-1 22,-2 2-3,-4 1-52,2 1-40,-3-2-26,0-2-52,-8 1-130,-2-3-266,1 1-158,-12-10-353</inkml:trace>
    <inkml:trace contextRef="#ctx0" brushRef="#br0" timeOffset="8819.2994">223 896 430,'0'0'294,"0"0"-183,0 0-53,0 0-9,0 0-13,0 0 20,0 0 15,0 0 14,0 0-7,0 0-65,7 29-10,-3-24 36,-1 3 46,2-1-13,0-1-20,-1 3 26,1 5-10,0 1 17,-1 6 6,0 3-10,-1 8-16,0 6-33,-1 3 13,-2 8-6,0 4-3,0 5 0,0 6-14,-2 4-18,-1 5 12,0 3-16,0 2-13,2 0 13,0 4-20,-2-1 20,1 2 92,-1 1 76,2 1-42,-1-1-71,0 0-6,2-2-27,0 0-9,0-3 0,0-2-13,0-2 16,0 0 0,0 1 7,0-1-1,0 0-22,0-1 0,0 0-16,-1-1-13,0-1 27,-3-2 2,1 1-2,1-4-11,-2-1 10,1-2-7,-2 2 10,2-3-10,-1 0 10,-1-1 29,1-2-16,-1-1-10,0-3 42,-1 1-22,1-1-7,-3-1-13,2-2-2,0-1 22,0-3-22,-1-1 1,2-3 0,1-2 18,1-1-11,0-3-9,1 2 0,0-1 10,-1 1-9,3 0-1,-3 0 0,2-1-1,-1 0 0,2 0 1,-2 1 1,1-1-1,1 0-16,0-1-13,0-1 13,0 2 15,0-2-19,0 2-5,0-3 25,0 1-4,0-1-18,0-2-2,0 2 24,0 0 0,0-1-3,0-1-19,0 0 22,0-1 0,-2 0-2,0-2-18,-1 2 20,0 1 10,0 0-10,0 1-23,0 0 23,0 2 0,1-3-3,-1-1-9,1 1 12,-1-2 10,2 0-10,0-3-23,0-3 23,-2-1 0,1-1 0,0-4 0,-1 1 17,2-3 5,-2-2-22,0 2-11,2-2 11,-2 0 0,2-1 0,-1 0-21,2 1 21,-3 0 0,3 0-27,0 2 1,0-1 26,0-1 0,0-1-11,0 1 11,0-2 0,0-1 16,0-1-14,0-2-1,0 1 18,0-3 1,0-1-20,0-1 0,0-1 10,0 0-10,0-1-2,3 2-1,0 1 3,-1-1 0,1 3 0,1 1-17,0-2 17,-1 3 22,0-3-22,1 2-16,-1-2 16,0 1 13,1-2-13,-2 2-14,3-2 14,-2 1 13,0 0-13,2-1-10,-2 0 10,2-2 24,1 2-24,-1-3-7,1 2 7,2 1 29,-1-2-29,3 2-22,-1-1 22,2 1 16,-1-1-16,2 1-26,-1-3 26,1 1 0,0-1-1,-1-1-28,4 1 29,-1-1 6,2 0-6,3 0-3,0-1 3,4 0 26,2-1-26,3 1-2,3 1 2,3-1 15,3 1-15,0 0-19,3 2 19,-2-1-2,0 0-27,3 1-64,-4-1-7,2 1 67,0-1 31,-1 1-16,2 1 17,1-2 2,2 2-2,-1-1 1,2-1-2,1 1 2,2-2 0,-2-1 2,2 3-2,-1-3 1,1 1 12,-2 0-2,2 0-11,-3 1 0,-1-2 1,0 1 0,-2-1 12,-2 0 3,1-1 3,-3 0-16,2-1 23,-3 1 23,2 0-4,-1 0-13,-1-2 13,1 0 42,-2 0-51,-1 0-20,0 0-14,0 0-2,0 0 14,-1 0-14,-1 0-1,1-4 1,0 2 1,-2-1-1,-1 1-10,2-1 10,-3 2 2,1-2 2,-2 2-4,-1-1 1,2 2-1,-3-1 3,1 0-3,0 0 3,0 0 11,1-2-13,-1 1-1,0-3 3,2 2-2,-1-2-1,-1 1-19,1-1 0,1 0-20,-2-3-6,3 4-6,-3-3 12,1 2 0,-2 0-22,-1-1-10,0 3 19,-1 0 13,-1 0 7,1 0 32,-3 1 0,1 0 19,0 0-2,-3 2 8,2-1 1,-2-1 0,0 1-7,-2-3-3,1 3-15,-1-3-1,-1 0 2,2 1 1,0-1 23,-2 1 0,0 0-23,1 1-2,-1 0 2,-2 1 0,0 1 0,-1 0 9,-2 0 1,-1 0 7,-1 0-20,-3 0 1,-1 0 18,-1 0-3,-2 1-15,0-1-1,-2 1 13,0-1 10,0 0-4,0 0-1,0 0-18,-4-1-135,-1-3-153,-2-2-127,1 3-108,-4-6-93</inkml:trace>
  </inkml:traceGroup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</inkml:channelProperties>
      </inkml:inkSource>
      <inkml:timestamp xml:id="ts0" timeString="2024-03-15T14:56:24.557"/>
    </inkml:context>
    <inkml:brush xml:id="br0">
      <inkml:brushProperty name="width" value="0.14" units="cm"/>
      <inkml:brushProperty name="height" value="0.14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E444A066-0E37-4D08-9701-98D8E277D37D}" emma:medium="tactile" emma:mode="ink">
          <msink:context xmlns:msink="http://schemas.microsoft.com/ink/2010/main" type="inkDrawing" rotatedBoundingBox="8414,6117 8500,5190 8581,5197 8494,6124" semanticType="callout" shapeName="Other">
            <msink:sourceLink direction="with" ref="{50A6E5BA-DAA5-4D72-9D8A-EF5FD938F3A2}"/>
            <msink:sourceLink direction="with" ref="{90B3B7A8-97F1-44FE-94D8-197E582BBABB}"/>
          </msink:context>
        </emma:interpretation>
      </emma:emma>
    </inkml:annotationXML>
    <inkml:trace contextRef="#ctx0" brushRef="#br0">-3158-5768 424,'0'0'277,"0"0"-88,0 0-114,0 0 68,0 0 147,0 0-46,0 0-52,0 0-62,0 0-52,0 0-36,0 0-23,-23-15-16,23 15 13,0 0 13,0 0 13,-1 0 10,1 0-7,0 0-9,0 0-18,0 0-18,0 0-2,0 0 2,0-1-1,0 1 0,0 0-2,0 0 2,0 0 1,0 0-13,0 0-4,0 0 15,0 0-1,0 0-16,0 0-1,0 0 19,0 0 0,0 0-12,0 0 10,0 0 3,0 0-1,0 0 0,0 0-11,0 0 12,0 0 3,0 0-3,0 0 0,0 0 1,0 0 2,0 0-3,0 0 0,0 0 0,0 0 3,0 0-3,0 0-3,-1 0 3,1 0-1,0 0-9,0 0-10,0 0 18,0 0-40,0 0-65,0 3-13,0 4 120,0 3 13,0 4-11,0 5 30,1 6-28,0 6 47,1 5 1,-2 5 3,0 3 23,0 5-3,-3 2-40,1 0-18,-3 0 25,2 1 19,0-2 42,0-3-80,-1-1-7,-1-2 23,-1-2-17,0-4 1,-2-1 16,2-4 15,-1-4-53,3-5 1,1-5 1,0-4 41,2-5-43,-2-5 11,3-2 29,0-3 20,0 2-6,0-2-10,0 0 19,0 0-3,-1 0-39,-1 0-9,1-3-13,-2-1-54,-1 0-26,1-1-20,-3 2-80,-1 2-175,-1 1-717,-12 0-282,75 20 1354</inkml:trace>
  </inkml:traceGroup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</inkml:channelProperties>
      </inkml:inkSource>
      <inkml:timestamp xml:id="ts0" timeString="2024-03-15T14:56:27.287"/>
    </inkml:context>
    <inkml:brush xml:id="br0">
      <inkml:brushProperty name="width" value="0.14" units="cm"/>
      <inkml:brushProperty name="height" value="0.14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90B3B7A8-97F1-44FE-94D8-197E582BBABB}" emma:medium="tactile" emma:mode="ink">
          <msink:context xmlns:msink="http://schemas.microsoft.com/ink/2010/main" type="inkDrawing" rotatedBoundingBox="5549,6406 8511,5342 8836,6248 5874,7311" semanticType="underline" shapeName="Other">
            <msink:sourceLink direction="with" ref="{A451F333-2BB9-47D2-AB66-B2B66835926A}"/>
            <msink:destinationLink direction="with" ref="{E444A066-0E37-4D08-9701-98D8E277D37D}"/>
          </msink:context>
        </emma:interpretation>
      </emma:emma>
    </inkml:annotationXML>
    <inkml:trace contextRef="#ctx0" brushRef="#br0">-3214-5635 355,'0'0'216,"0"0"-151,0 0-36,0 0-29,0 0-6,0 0 6,0 0 3,0 0 36,0 0 23,0 0-23,-10 68 10,13-48-23,-1 4 0,1 3 13,-3 4 0,0 1-6,0 5-4,0 0 10,-5 3-13,1-1-9,-1 0-1,0 3-15,-1-4 0,1 0 1,0-1 2,0-3-1,1-1 8,1-3-11,-2-3-1,-1-1 1,1-1 0,0-3 0,-3-3 2,2-1-1,-2-1 18,0-3-15,0-1-3,1-3 31,0-1 50,-2-3 51,1 0 7,0-3-33,-2-1-45,-2 1-10,-1-2-23,-1-1 1,-4 0-28,0 0 1,-5 0 0,-2 0 33,-4 0-3,-2 0-7,-4 0-4,-6 0-9,-3 0-13,-5 0-1,-4 0 1,-5 2-1,-1 3 1,-2-1 0,-4 1 26,1 0 0,-2 0-3,3 0 3,0-3 22,4 2 20,2 0-3,3-1-26,4-1-3,1 2-12,0-2-24,3 2-1,0-1 0,0-1 1,5 2 0,-2-2-3,5 1 2,0 0 0,3 0-1,2 1-44,2-2 46,1 2 0,-1 1-29,3-3-3,-3 2 3,0 2 29,0-3-36,-2 2-55,-1 0 89,-2 0-24,3-1-19,-2-2-7,3 2-26,0 1 16,4-4 17,0 3-37,1 0 37,1-1 12,1 2-28,0 2-17,1-1 32,-1 0-29,4 3 26,-1-1-19,0 0 3,1 2 42,1-2-3,-1-1-10,2 1 23,2-1-33,1-2-12,-1 3 32,1-1-20,0 2 30,3-2-1,-2 2-31,1-1-18,1-1 66,3-1 4,1 0-4,3 0 1,0-3 2,1 2-3,1-2-2,1-1 2,1 1 0,1-1 0,-2 0-3,3 1 0,0 0-10,0 2 0,0-1 13,0 4 0,0 2 17,0 1-16,4 2 12,0 4-11,1 1 11,2 3 3,-2 3-16,2 2 20,-1 2 71,-1 2-13,-1 1 17,-2-1 81,1 0-14,-2-3 11,1 1-85,-2-3-1,0 1-18,0-1-34,0-2-2,-2-1 9,-1-3-6,2-3-33,-2 2-2,0-6 22,2 2-5,-2-4-18,3-4 0,-3 0 10,3-3 3,0-1-12,0 1 0,0-2 1,0-1 13,0 0-15,0 0-3,0 0 3,0 0-1,0 0-13,0 0-12,0 0 7,0 0-18,7 0 37,2 0 23,4 2 6,4-2 29,7 0-45,4 0 1,5 0-13,5 0-2,4 0 0,0-2 0,1 1-1,-2-3-11,0 3 10,-4 0-56,-4-2 17,-5 1 26,-2 1 14,-6-1-41,-1 1 42,-5-2 1,-4 2-3,-2 0 3,-2 1 2,-1 0 24,-2-2 3,0 1-29,-1 0-1,1 1-18,0-2-4,-1 2-13,1 0-19,-2 0-6,1 0-53,-2 0-107,0 0-112,0 0-80,0 0-282</inkml:trace>
  </inkml:traceGroup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</inkml:channelProperties>
      </inkml:inkSource>
      <inkml:timestamp xml:id="ts0" timeString="2024-03-15T14:56:08.840"/>
    </inkml:context>
    <inkml:brush xml:id="br0">
      <inkml:brushProperty name="width" value="0.14" units="cm"/>
      <inkml:brushProperty name="height" value="0.14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DB42503C-3C0A-44FC-9080-45979E0B3F00}" emma:medium="tactile" emma:mode="ink">
          <msink:context xmlns:msink="http://schemas.microsoft.com/ink/2010/main" type="inkDrawing" rotatedBoundingBox="11769,13615 15332,13274 15473,14741 11910,15082" hotPoints="15333,13480 15408,14650 11955,14873 11879,13703" semanticType="enclosure" shapeName="Rectangle">
            <msink:sourceLink direction="with" ref="{A79C5690-F4A7-4F4E-B70B-992F5F0A28C9}"/>
            <msink:destinationLink direction="with" ref="{4AE57345-91E6-4F23-A5A7-DAB53D2A5686}"/>
          </msink:context>
        </emma:interpretation>
      </emma:emma>
    </inkml:annotationXML>
    <inkml:trace contextRef="#ctx0" brushRef="#br0">47 2660 650,'0'0'2133,"0"0"-1902,0 0-231,0 0-73,0 0-56,0 0 20,0 0 54,0 0 55,0 0 71,73-24 115,-31 17-80,6 0-106,3 4-21,4-1 20,4 3-15,4 1 16,3 0 6,4 0-6,3 0-3,1 0-29,1 1 32,2 2 6,1-2 30,1 0-34,1 0 33,1 0-19,-2 2-16,1 1 0,-5 0 10,2 0 6,-4-1-16,-2 1 1,-2 0 0,-3-1 2,-1 0-3,-2 1-3,-3-4 3,0 0 19,0 0-19,-1-2 0,-1-2 1,-1 0 9,-3-1-10,0 2-3,-3-1 3,-1 1 3,-1-1-3,0-2 0,-5 3 14,2-2-2,-3 3-12,-3-3-13,0 4 13,-1-1 3,-2 1-3,-3 1-2,0 0 2,-2 0 9,-2 0-9,0 0-13,0 0 13,0 0 13,-1 0-13,-1 0-21,-1 0 21,1 1 10,-2 0-10,4 0-21,-3 0 21,1-1 2,-1 2-2,2-2-25,-2 0 25,-1 0 0,-2 0-22,1 0-13,-4-2 22,1 2 13,-4 0-19,-2 0-7,-1 0 26,-4 0 0,-1 0-15,-1 0 0,-1 0 15,-2 2 12,-1 2-12,-2-1 0,1 2 0,-1 1 32,1 1-29,-2 2 0,0 2 22,-1 1 4,1 1-18,-1 1-9,0 3 12,2-1 8,-1 2-20,0 0 1,1 2-2,1-2 1,-1 3-2,3 0 1,-1 1-1,-2 0 2,2 1-2,1 1-1,-3 0-1,1 1 1,-1-1 1,-1 1 0,0 1-13,1 0 0,-2 0 11,0 1 2,-1 0-23,2 1 20,-2-1-5,0-1 8,0 0 0,0-2 2,0-1 0,0-1-2,0-1 0,0-1 2,0 1-2,0-2-1,0-1 0,0 1-1,0-2-14,0-1 15,0 0-10,0-1 11,0 0 3,0 0-1,-2-1-1,-1 0 21,-1 0-22,0-1-2,1-1-11,-2-1 13,2 2 0,0-2 0,-3-1 0,2 1 1,1-1 2,-3-1-2,3 0 0,-1-1 0,-1-1 3,-1 0-4,0-2 0,1-1 15,-1 3 1,0-2-15,-2-2 2,1 3 10,0-1 6,-3-1-17,-1 2-1,1-2 15,-2-2 0,-2 1-15,0 1 15,-1-1 7,-2 0-4,0-1-16,-2 0 0,0-1 10,-2 1-12,-2 0-1,-1 0-2,-1-1 2,-1 1 22,-2-1-9,0 0-13,-3 0 2,-1-1 11,-1 0 3,-2 0 13,-1 0 15,-2 0 20,-2-2 22,-3-2-4,-1 0-15,-2-1 12,-3 2-45,0-2 7,0 1 13,-1 1-20,-1 0-30,2 0 18,0-1-4,3 1-7,-1 0-11,2-1-2,0 1 2,-1-1 0,1 2-2,0-1-17,0 0 19,-1-1 0,1 1-1,-1 3-34,-2 0 10,-3 0-51,-2 1-53,-2 5 120,-1-3 9,0 1 12,1-2-12,-1 3-6,1-1 6,-1-2 22,-1 1-19,4 0-2,-2 0 21,6 0 4,0-1-26,2-1 0,1-1 0,3 0 21,2 0-21,3 0-3,2 0 2,3 0 1,2 0-4,1 0-21,3-1 25,1 0 0,2 0 0,1 1-35,-1-2 19,0 2 13,0 0-35,2 0 13,0 0 25,1 0 0,-1 0-14,3 0 3,2 0 11,1 0 15,-1 0-15,2 0-24,1 0 24,0 2 0,2 0-27,-2-1 4,2 2 23,0-1 0,1-1-21,-1 2-14,2-2 34,-1 2-1,1-2-18,0 0-12,0-1-12,1 0-17,1 0-51,0 0-35,0 0 38,0-2 19,3-2-16,-2 1 3,3 0-101,-2 0-230,2-2-262,-5-3-483</inkml:trace>
  </inkml:traceGroup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</inkml:channelProperties>
      </inkml:inkSource>
      <inkml:timestamp xml:id="ts0" timeString="2024-03-15T14:56:46.732"/>
    </inkml:context>
    <inkml:brush xml:id="br0">
      <inkml:brushProperty name="width" value="0.14" units="cm"/>
      <inkml:brushProperty name="height" value="0.14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D1999C12-2C80-42D5-8FF7-88C5D66FE4FF}" emma:medium="tactile" emma:mode="ink">
          <msink:context xmlns:msink="http://schemas.microsoft.com/ink/2010/main" type="writingRegion" rotatedBoundingBox="11850,5034 12089,14176 5992,14336 5752,5194"/>
        </emma:interpretation>
      </emma:emma>
    </inkml:annotationXML>
    <inkml:traceGroup>
      <inkml:annotationXML>
        <emma:emma xmlns:emma="http://www.w3.org/2003/04/emma" version="1.0">
          <emma:interpretation id="{2B20797E-C143-4AFC-9C49-1433F8360353}" emma:medium="tactile" emma:mode="ink">
            <msink:context xmlns:msink="http://schemas.microsoft.com/ink/2010/main" type="paragraph" rotatedBoundingBox="11850,5034 12089,14176 10323,14222 10084,5081" alignmentLevel="1"/>
          </emma:interpretation>
        </emma:emma>
      </inkml:annotationXML>
      <inkml:traceGroup>
        <inkml:annotationXML>
          <emma:emma xmlns:emma="http://www.w3.org/2003/04/emma" version="1.0">
            <emma:interpretation id="{93D10DDD-AEE6-4BB1-AE53-12DA9886CCA6}" emma:medium="tactile" emma:mode="ink">
              <msink:context xmlns:msink="http://schemas.microsoft.com/ink/2010/main" type="line" rotatedBoundingBox="11850,5034 12089,14176 10323,14222 10084,5081"/>
            </emma:interpretation>
          </emma:emma>
        </inkml:annotationXML>
        <inkml:traceGroup>
          <inkml:annotationXML>
            <emma:emma xmlns:emma="http://www.w3.org/2003/04/emma" version="1.0">
              <emma:interpretation id="{044CA50C-FAD1-4265-9F6D-62211FAE636D}" emma:medium="tactile" emma:mode="ink">
                <msink:context xmlns:msink="http://schemas.microsoft.com/ink/2010/main" type="inkWord" rotatedBoundingBox="11850,5034 12089,14176 10323,14222 10084,5081"/>
              </emma:interpretation>
              <emma:one-of disjunction-type="recognition" id="oneOf0">
                <emma:interpretation id="interp0" emma:lang="en-US" emma:confidence="0.5">
                  <emma:literal>#orienteered</emma:literal>
                </emma:interpretation>
                <emma:interpretation id="interp1" emma:lang="en-US" emma:confidence="0">
                  <emma:literal>#greenstone</emma:literal>
                </emma:interpretation>
                <emma:interpretation id="interp2" emma:lang="en-US" emma:confidence="0">
                  <emma:literal>#greeters</emma:literal>
                </emma:interpretation>
                <emma:interpretation id="interp3" emma:lang="en-US" emma:confidence="0">
                  <emma:literal>#greenstones</emma:literal>
                </emma:interpretation>
                <emma:interpretation id="interp4" emma:lang="en-US" emma:confidence="0">
                  <emma:literal>#greenstone.</emma:literal>
                </emma:interpretation>
              </emma:one-of>
            </emma:emma>
          </inkml:annotationXML>
          <inkml:trace contextRef="#ctx0" brushRef="#br0">-636-2415 627,'0'0'1840,"0"0"-1566,0 0-196,0 0-14,0 0 32,0 0-96,0 0-3,0 0-36,0 0-21,0 0-21,0 0 81,11 51 84,-6-20-27,-4 10-28,2 4-16,-1 10 16,-2 4-29,0 5-29,0 1-22,0 1-29,0 4-120,0-1-169,-2-17-221,-4 18-159</inkml:trace>
          <inkml:trace contextRef="#ctx0" brushRef="#br0" timeOffset="43012.0028">-1008-1188 355,'0'0'610,"0"0"-395,0 0-127,0 0 133,0 0-9,0 0 2,0 0-42,0 0-26,0 0-16,0 0-4,0 0-46,-23-47-67,23 47-13,0 0-55,0 0-67,0 0-34,0 4 10,5 6 146,0 5 65,1 5 23,0 9-14,-2 10-16,-1 6-35,-3 6 9,0 8-15,0 3-17,-1 7-13,-4 2-3,-1 4 16,1 6 11,-2-1 44,0 4-29,-1-2-10,0-2 29,0-1-25,1-4-1,-2-1 23,2-2-23,-2-1-15,0-4-4,1-3 19,1-3 1,1-4-20,-1-4-11,1-2 11,2-4 3,-1-2-3,2-3-25,-1-4 22,0 0-20,1-4 20,1-2-10,-3 0-9,1-3 22,1 1-1,-2-4-16,2-2-8,-1 1 5,0-2 4,2-1-3,-4-3-7,5-1 13,-4-2-10,3 1-2,-1-3-1,1-1 3,-2 1 10,2-2-23,-1-1 17,0 1 6,1-2 13,-1 3-2,1-2-1,-1 2-10,2 0 9,0 1-28,0-1 9,1-1 21,-1 0-11,1-3 12,0 0-10,0-1 11,0-1 0,0-2-1,0-1 0,0 0 0,0-1 0,0 1 0,0-1-2,0 1 1,2 0 1,-1 1-3,3 3 2,-2-2 2,1 1 0,-1 2 1,0 0-1,1 3 13,-2-4-13,1 5 0,1-1 0,-2 2 0,0 1 1,0 0-1,-1 0 0,2 0 2,-2 0 15,0 0-4,0 0-11,0-3-1,0 3 0,0-1 0,-2 1-1,0-3 2,-2 0 17,2 0-18,-1 2-1,0 0 22,1-2-6,-1 2-16,1 0 2,-2-1-2,3-3 2,-1 0 0,0-1-2,2-4 2,0-2 14,0 0-15,0-3-1,0 0 23,0 0-4,0 0 4,0 0 16,3 0 0,-1 0 12,4 0-38,1-3 7,3-2 2,-1 1-4,2-1-18,1 0-11,5 0 11,-1-1 0,5-1-3,0 0 3,5-1 26,1-1 32,3-1-9,2 1-4,4-1-3,2-1-39,-1 3-3,5 1-36,-2 0 33,1 5-19,-1-3-23,0 4 32,0 1 12,-2 0-3,-1 0-8,-2 0-1,-1 4 13,-2-1-3,-1 2 3,-1-2-3,-2 3 3,0-2 17,-3-1-17,2 2 0,0-1 0,-2 0 12,2-2-12,-1 0 0,-1 1 13,0-3 3,-1 1-16,-2-1-9,2 0 9,-4 0 0,2-1-33,-3-2-28,-1 1 16,-1 1 6,-3 0-29,-1-2-3,-2 1 3,-1 0-91,-1 1-38,-2-2 2,1 0-26,-4 2-69,2-4-241</inkml:trace>
          <inkml:trace contextRef="#ctx0" brushRef="#br0" timeOffset="-233.2037">-1387-2555 597,'0'0'247,"0"0"66,0 0-156,0 0-66,0 0-81,0 0-10,0 0-56,0 0-15,0 0 67,0 0 4,0 0 13,-16 60 13,11-38 0,3 5-9,-2 1 2,3 3 11,0 1 2,0-1 53,-1 1-7,2-3-13,0-5 0,2 2-13,4-5 19,2-2-12,1-5 25,1-4-6,3 0 26,1-4 12,1-2 7,3-3 6,1-1 10,0 0 16,0-1-4,2-7-33,0-1-16,0-3 4,1-3-17,-1 0-32,2-6-16,-3 2 7,-1-3-13,-2 0-7,-3 2-27,-3-1 25,-4 1-26,-2 1 0,-4-2-16,-1 1-29,-3 0 33,-8 2-23,-2 1-29,-4 1-56,-1 3 30,-1 5-44,-1 1-20,1 6 32,-2 1-51,2 8-79,0 4-10,0 8 18,0 2 23,6 5-42,1 1-40,4-6-23,4 10-342</inkml:trace>
          <inkml:trace contextRef="#ctx0" brushRef="#br0" timeOffset="43423.1878">-158 1323 2141,'0'0'714,"0"0"-553,0 0-161,0 0-106,0 0 29,0 0 77,0 0 38,0 0 55,0 0 13,0 0-4,67 30-50,-44-23-36,2-1 31,0 0-5,-1 2-41,2-1-1,-1 1 2,-2-1 14,1 1-16,-3 0-19,1 2 19,-2-2 0,-4 3 0,0-1-10,-3-1 10,-2 2 2,-2-1-2,-2-1-2,-4 1 2,1 1 29,-2 0-26,-2 1-1,0 5 30,-2-1 3,-5 2-35,-3 2 0,-2 1 0,-3 3 0,-4 0-3,-2 2-19,-3 1 21,-4 0-1,-2-2 2,-3 2-11,0-2 11,-2-2 0,2-1-1,1-6-34,3-1-32,1-2-74,5-6-106,0-1-110,6-3-291,-5-3-130</inkml:trace>
          <inkml:trace contextRef="#ctx0" brushRef="#br0" timeOffset="43806.1045">-529 1347 1570,'0'0'811,"0"0"-556,0 0-255,0 0-2,0 0 2,0 0 29,0 0 10,0 0 12,-25 58 4,19-35 12,-2 4 20,0 5-23,0-1 4,-3 4-33,-1 4 6,-3 1-2,0 2 9,-3 2-10,-1 1-13,0 0-21,0-1-4,0-2-1,2-4-12,2-2 10,0-6-10,4-2-26,1-5-37,4-5-27,1-4-34,3-6-72,2-3-53,0-5-123,0 0-99,5-6 175,3-5 195,-2 0-258,5-18-431</inkml:trace>
          <inkml:trace contextRef="#ctx0" brushRef="#br0" timeOffset="44312.8264">-536 1148 2055,'0'0'450,"0"0"-373,0 0-74,0 0-3,0 0 123,0 0-1,0 0-95,0 0-25,-66-5-2,56 10 1,-3 3-1,-1 2-14,-2 4 14,-1 1 36,-5 2-14,-1 1-2,-2 1 31,0-1 26,-1 1-16,1-1 6,1 1 22,2-4-19,1 0-70,2 0-10,5-2 10,2-2 0,2-5-26,6 1-12,1-5 9,2 1-15,1-3-36,0 0-36,0 0 7,7 0 29,2 0 80,2 0 45,7-3 19,2-2-6,4-5-29,3-1-29,0-2 13,4-2-7,1 0-6,1 0-18,0 0 18,1 1 0,-1 1-14,-1 0-2,-2 4 16,-2 2 13,-3 0-13,-4 2 0,-2 2 10,-6 0 0,-4 1-10,0 2-26,-4 0 26,-2 0 13,2 0-13,0 2 3,1 4 58,2 3-3,3 4-23,1 6-32,0 2 45,2 7-2,0 2-46,1 2-35,2 1 35,-1 0-1,1 1-52,1-4-114,0-2-48,1-2-101,-7-9-329,5 2-454</inkml:trace>
          <inkml:trace contextRef="#ctx0" brushRef="#br0" timeOffset="46491.4347">-1216 1608 114,'0'0'157,"0"0"-53,0 0-16,0 0 404,0 0-231,0 0-102,0 0-32,0 0 7,0 0 12,0 0 10,0 0-36,14-47-32,-14 45-17,0 0-3,0 0 0,0 2-7,0 0-32,0 0-16,0 0-13,0 0-13,0 0-12,0 0-14,0 0-3,0 0 0,0 0-4,0 0-12,0 0 58,1 6 13,-1 0 65,2 1-33,-2 2 7,2 5-39,-1 3 0,1 2-13,-1 2 3,-1 3 0,0 2 0,2 1-1,-1-2-2,-1 0 2,0-3-1,0-2 0,2-1 15,-2-3 39,1-1-13,-1 2-16,1-1-10,2 2-16,0 2 0,1 4 19,1 0-3,2 3 4,-1 3 2,0-1 7,2 0 0,0-2-3,-1 2-10,3 0-14,-4-2 1,3 1 17,-1 0-17,-1 2-1,0 2-2,2 1 35,-2 2-9,-2-1-23,1-1 30,-3 1-24,3-1-9,-2-2 0,0 1 22,1-2-19,-2 0-1,1-3 1,-3-1 16,3 0-19,-2-2 3,1 0-3,-2 0 0,0 0 2,2-3-2,-1 0-12,-1-1 12,2 1 2,-3-2-2,3-1-17,-2-2 17,0 0 13,1-3-13,-1 0-1,0-2-1,0-1-19,-1-1 9,2 0 12,-1-3 9,-1 3-9,1-4-16,0 2 16,0-3 0,-1 0 0,0-1-1,2 0-13,-2 1 14,0-2 10,1 1-10,-1-1-19,0-1 19,0 0 0,0 1-2,0-2-9,0 0 11,0 0 13,0 0-13,0 0-16,0 0 16,0 0 0,0 0-18,0 0-4,0 0 21,0 0 1,0 0-17,0 0 17,0 0 0,0 0 4,0 0-4,0 0-23,0 0 23,0 0-1,0 0-25,0 0-3,0 0 27,0 0 2,0 0-22,0 0-1,0 0 23,0 0 0,0 0 0,0 0 0,0 0 10,0 0 14,0 0-24,0 0 0,2 0 15,-2 0 11,0 0-26,0 0 1,0 0 25,0 0 9,0 0-32,0 0-2,0 0 24,0 0-1,0 0-24,0 0-19,2-2 17,1 0 1,0 0-12,3-1-6,-1 0 19,3-2 0,1 1-22,-1 0-2,4 0 24,0-2 0,2 3-13,0-1-5,2-1 18,3 1 2,0 0-2,3 0-13,1 0 13,0 0 10,4-1-10,0 0-10,1 0 10,1 1 0,0-1-2,2 1-22,2 0 24,0-1 3,-1 2-3,1-1-21,1 1 21,0-2 0,-1 2-8,-1-2 8,0-1 13,1 1 15,-1 0-28,-1 0-16,1 1 6,-1 1 9,-2 1 1,1-1-13,-1 2 12,0-1-1,-4 2-9,-1 0-16,-3 0 27,0 0 1,-4 0-1,-1 0-16,0 0 16,-2 2 16,-3 0-16,2 0-16,-4 0 16,1 0 15,-1-1-15,-2 0-2,-3-1 2,1 0 1,0 0-1,-2 0-2,0 0-21,0 0-19,-1-2-61,-1-2-88,-1-2-156,0 0-72,0 1-96,0-7-173</inkml:trace>
          <inkml:trace contextRef="#ctx0" brushRef="#br0" timeOffset="46848.9948">74 2694 473,'0'0'1213,"0"0"-710,0 0-328,0 0-91,0 0-16,0 0-36,0 0-32,0 0-20,0 0 20,0 0 75,0 0 41,38 6-20,-19-5-18,0 1-40,2-1 10,-1 3-47,0-1 0,1 1 1,-2 1-2,0 1 0,-1 1-2,-3-2-11,-2 2 13,-1 0 0,-2 0-14,-3-1 12,-1 2 2,-3-1 16,-3 2-16,0 0 13,0 1-13,-8 1 1,-1 1-1,-4 2-48,-2-1-22,-3 2-20,-4 3-10,-1-1-7,-3 2 14,-2 1 15,-2-2 4,-1 1-7,1-1 3,-1-2-45,-1 0-140,2-2-7,1-2 9,7-3-107,-7-3-215</inkml:trace>
          <inkml:trace contextRef="#ctx0" brushRef="#br0" timeOffset="47287.1522">-340 2491 798,'0'0'830,"0"0"-625,0 0-186,0 0-19,0 0-10,0 0 10,0 0 52,0 0 3,-25 59-29,22-40 74,-1 3 49,2 1-71,-4 3-3,2 3-20,-3 2-1,2 2 11,-4 3-26,2 2-37,-3-2 24,0 1-7,1-2-17,-1 1 0,0-2 11,0-1 0,1 0-13,-1-3-15,0-3 15,2-1 0,0-2-45,2-5 6,1-3 23,0-3-10,2-5-19,2-2-20,-1-4 1,1-2-11,1 0-58,0 0-35,0 0 9,0-4-4,0-3-29,0-1-45,0-2-128,0 3 6,0-3-62</inkml:trace>
          <inkml:trace contextRef="#ctx0" brushRef="#br0" timeOffset="47869.981">-393 2567 95,'0'0'254,"0"0"-166,0 0 13,0 0 261,0 0-186,0 0-7,0 0-39,0 0-12,0 0-24,0 0-3,0 0 39,-42-13 23,39 13-7,-4 0-75,0 0-19,-1 0-4,-2 4 14,0 0-4,-4 3-3,0-1 6,-2 3 23,-3 2-19,-1 2-17,-2 1-6,-2 4-6,-3 0-21,2 3-14,-2-3 1,3 3 17,3-5 20,2-1 19,3-2 18,4-4-18,4-2-48,3-2-10,4-4-32,-1 1-7,2-2-47,2 0-37,4 0-9,4 0 132,6-6 0,4-3 46,5-2-24,4-5-2,2-4-20,1-1-16,1-3-9,1 0 5,0-2-5,-1 1 14,-2-1 11,-1 2 16,-3-1-13,-1 2 23,-5 2 16,-2 1 9,-2 2-9,-3 0 19,-3 5 7,-2 3 34,-4 2 1,0 5-20,-4 1-49,0 2-34,-1 0-26,0 0-12,2 0-4,1 2-25,0 4 64,3 6 3,4 4 86,3 6-41,4 5-30,-1 4-15,3 0-2,1 2 2,0-1-16,3-2 13,-1-2-10,3-3-3,-1-4-118,4-3-91,1-4-39,1-7-63,-6-3-371,8-11-739</inkml:trace>
          <inkml:trace contextRef="#ctx0" brushRef="#br0" timeOffset="37075.187">-555-5842 150,'0'0'101,"0"0"-72,0 0 112,0 0 103,0 0-126,0 0-76,0 0 46,0 0 46,0 0-43,0-45 59,0 39-79,0 2 7,0-1-42,-2 3 23,1-2 22,0 0 33,-2 2-33,2-1-3,-1 1 10,2-1-4,-2 2-35,1 1-14,1-2-5,0 2-30,0 0 0,0 0-43,0 0-25,0 2-23,0 4 91,0 3 82,0 3-21,0 3-4,0 3-57,-1 1 0,-1 1-16,2 2 13,0 1 1,0-1-10,0 3 12,0-2 20,0 2-20,0 1 0,0 1 4,0 0-4,0 0 1,2 0-1,-1 0 3,-1-1-3,3 0 0,0-2 13,0 1-11,-1-3 13,1 0-15,-1-2-15,2 1 15,-2-2 23,1 0-23,0 0 3,-1-1 0,1 1-3,-2 1-10,1 0 10,1 0 2,-2 1 1,0-2-3,-1 3 0,0 0 0,0-1 2,-2 0-2,-1-3 13,-1 2-11,0-1 1,-2-1-3,1 1-19,1-1 18,0 0-12,-2 0-3,3-2 16,0 0 0,-2 0-2,3 0-2,-1 1 1,0-2-13,3 0-7,-1 2 20,-2 0-23,1 0-19,2-1 32,-2 0-13,1 1-20,-1-2 24,2 1 19,-1-1-36,0 0 17,0 0-8,-1 1 14,2-1-7,-2 0 10,1 0 13,0 0-13,-2 1-3,1 1 0,-1-1-6,-1-1 22,0 0 0,2 1 0,-1 0-9,1 0 6,-1 0-27,0-2 14,1 1-4,1 0 20,0 0-22,-1 0 10,2 0 12,-2 0 0,1-1-11,-1-1 11,1 2 13,0 0-13,1-3-23,-1 3-19,-1-1 40,1 1-12,-1 0 14,1 0 0,-1 0 14,1-1-13,-1 0-1,-1-1-20,1 1 20,1-3 0,0 3 0,-3-2-23,4 0 23,-1-1-2,0 3 2,0-3-2,1 3 1,0-4-1,0 1-2,0-1-9,0 0 11,0-1 2,0-2-16,0 1-20,0-2 12,0-1 23,0 1 1,0-2-6,0 2 6,0-3 1,0 3-1,0-1-13,0-1 13,0 2 0,0-2 0,0-2-2,0 3 2,-2-1 15,2 0-15,-2-2-3,1 1 3,1-3 13,-2 0-12,2 2 18,0-2 27,0 0-4,0 0-22,0 0-4,0 0 13,0 0 0,0 0-25,0 0-3,0 0-1,0 0 0,0 0-36,0 0-3,0 0 26,0 0 12,0-2-12,3 1 3,1-2 10,3-2 25,1-1-25,3 1-12,-1-3 12,6 3 0,-2-1-13,4-3 1,1 4 12,1-2 12,2 3-12,2-3-16,-1 0 16,3 2 3,-1-2-1,4 3 0,-2-3 28,2 0 2,0 2-19,0-1 3,-1 1 14,-2-1 15,0 1-19,-2 0 0,-1-1-3,-3 2 13,-3 0-23,0 1-11,-3 2 4,-2 1-6,1 0-48,-3 0-11,-1 0 17,1 0 22,-3 3-15,0-2-24,-1 3 58,0-3-15,-2 3 16,0-2-2,-1 1-1,-2-2-13,0-1 15,-1 1-17,0-1 18,0 0 29,0 0 29,0 0 8,0 0 8,0 0-2,0 0-56,0 0-16,0 0-182,0 0 3,-2 0-169</inkml:trace>
          <inkml:trace contextRef="#ctx0" brushRef="#br0" timeOffset="-1025.7773">-965-4632 186,'0'0'1509,"0"0"-1343,0 0-104,0 0 119,0 0 79,0 0-121,0 0-33,0 0-19,0 0-38,0 0-49,0 0-68,-49-11-29,46 21 66,-1 1 31,-2 6 1,2 2 25,0 4 0,4-2-26,0 5-9,0-5 9,5 2 13,4-3 3,4-1 7,2-1 3,2-4 12,3-2 10,4-5 23,0-2 42,4-4 28,-1-1-39,2-2-19,-1-6 32,0-3-4,-3-4-47,-2-2-11,-1-2-2,-4-3-10,-3-1-25,-3-2-13,-3-2 13,-4 0-16,-2-1-57,-3 2 44,-3 2-12,-7-1-16,-6 5-26,-6 0-66,-1 5-14,-6 3-22,-3 7-20,-2 5-49,2 2-98,-4 13-60,10-1-105,-16 20-10</inkml:trace>
          <inkml:trace contextRef="#ctx0" brushRef="#br0" timeOffset="-1406.6097">-1439-4646 992,'0'0'570,"0"0"-430,0 0-101,0 0 52,0 0 55,0 0 55,0 0-65,0 0-45,0 0-46,0 0-10,-58-30-35,57 30 0,0 0-22,-1 0-7,-1 4-16,-2 3 38,-4 2 7,0 6 62,-3 3-17,-1 3-29,2 2 13,-1 0-6,4 2 12,-2 1 10,5-2-9,2 0 22,2-2-29,1-2-13,1-2-3,6-3 6,2-3 3,2-3 4,3-1 29,0-5 31,5-3 39,0 0 10,2-5 2,4-6-13,-1-1-29,1-6-35,1 2-32,-4-5 16,1-1-15,-4 0-27,-3 2-1,-3 1 1,-3 0-1,-4 2 0,-1 2 1,-4 0-2,-1 3 0,0 1-28,-7-1-1,-2 3-2,-2 2-45,-3-1-13,-2 3 4,-1 4-1,-2 0-16,2 1-36,-2 2-3,1 7-42,2 2-33,1 3-81,3 1-86,5 1-92,3-2 65,4 5-102</inkml:trace>
          <inkml:trace contextRef="#ctx0" brushRef="#br0" timeOffset="38076.2498">-348-4135 1539,'0'0'410,"0"0"-290,0 0-46,0 0 62,0 0-42,0 0-29,0 0-65,0 0 0,0 0-65,0 0-9,-26-1 25,16 7 23,-2 3 26,-2 1 10,0 0 23,-3 0-1,-1 0-3,-1 1 29,0 1 10,0 0-32,0-1-17,3-2 7,4-2-5,2 0-21,2-2 0,4-3 10,1 1 5,1-2-15,2-1-3,0 0 3,0 0 21,0 0-21,0 0 0,6-4-16,2 0 14,6-3 0,2-2-21,3 2 11,3-3 9,3 0-32,1 1 3,2 0 32,-1 0 0,4 1 0,-2-1 0,-2 3 0,0-1 3,-5 1-3,0 5-42,-6 1-7,-4 0 1,-1 1-46,-4 3 16,1 2 33,-3 3 22,-1 0-16,1 2 39,-3 1 23,0 3-7,1 0-16,-1 2-29,0-1 10,3 3 18,0-1 1,1 1-19,2-3-98,0 1-221,-2-6-180</inkml:trace>
          <inkml:trace contextRef="#ctx0" brushRef="#br0" timeOffset="37600.3407">-281-4106 215,'0'0'1316,"0"0"-1082,0 0-186,0 0-12,0 0-7,0 0-25,0 0-4,0 0-43,0 0-51,0 0 3,0 0 91,-7 20 117,2-6 23,-3 2-43,-3 3-35,-1 2-33,-3 1 29,-2 1-19,0 3-9,-2 3 18,-1 1 4,-3 0 16,-1 0 9,2 1 14,0-1-14,-2-2-22,5-1-32,0-4 9,3-1 19,2-3-35,3-4-16,1-1-15,3-3 14,2-3-20,0-4-56,3 0-40,1-3 4,1-1-55,0 0-120,0 0 38,3-1 64,3-6 1,-2 0-154,8-10-672</inkml:trace>
          <inkml:trace contextRef="#ctx0" brushRef="#br0" timeOffset="39759.9072">-644-3895 176,'0'0'313,"0"0"-13,0 0-153,0 0-56,0 0 3,0 0-9,0 0 13,0 0 0,0 0-33,0 0-17,0 0-48,-41-6-42,38 12-29,0 4 41,-1 5 30,0 5 7,-1 5 55,0 4 9,-1 5 30,-2 3-16,0 6 19,-1 3 51,-1 1 21,-2 6-60,0-2-12,-1 4-10,1 0-17,1-1-16,0 2-19,1-1 23,0 1-30,1 0-32,-1 0 25,3-2 21,-2 0-7,1-1-42,0 0 0,1-1 38,-2 0-7,1-2-31,0-1 0,0-2 14,-1 1 2,1-3-16,-2 1-1,-1-3 1,2 1-13,-2-5 13,1 5-19,2 0 19,-3-1 0,3 1-2,0 0-21,-1-2-6,1 1 26,0-2-16,2-2-33,-1-3 30,0-3 22,0-3-16,1-2-3,1-4 7,0-3 11,0 0-2,1-4-16,2-2 19,-1-2 0,1 1-15,-1-3-14,0 1 26,3-4 2,-1 0-31,-1-2-1,2-2-2,0-2 32,0 0-23,0-2 13,0 0 13,0 0 0,0 0-3,0 1-33,0-1-6,0 5 42,0-1 0,3 1 0,0 2 0,1 1-1,1-1 1,-1 3-1,2-1 0,-2-1-2,1 0 3,0 2-3,0 0-13,0 0 16,1 0-1,-2 1 0,0 1-15,0-1 14,0 0-2,-1 2-21,1-1 2,-1 0 22,-1-1-1,1-1-18,-1-2 20,0-1 1,1-1 12,-1 0-13,-2-1 1,2 2-2,1 0 1,-1 1 0,2 0 0,-2 2 1,1 1-3,-1-2 1,1 1 1,0 0 2,-2-1-2,2 1 1,-1-1 14,-1 1-13,0 1 1,0-2 12,-1 1-15,0 1 0,0-1 1,0-1 0,0-1 12,0 0-10,0-1 20,0-2-4,-1 3 4,0-2-7,1 0-14,-1-1-2,-1-1 2,2 2 15,0-1-1,-3-2-15,3-2 1,0 3 14,0-2 0,0-2 0,0 0 1,0 0-1,0 0 0,0 0-14,0 0 1,0 0 23,0 0 6,3 0 7,4 0 6,2-3 0,3-1 0,3-1-19,3-4-23,2 4 0,2-4-3,1 3-11,2-4-9,2 4 7,-1-2 11,3 2-20,0-1 20,0 1-11,1 1-3,-1 1 3,1 1-16,0-1 25,0 3 2,0-2-1,-1 1-12,-1 2 14,-1 0 0,-2 0-31,1 0 3,-3 0 13,0 0 14,-1 2 0,-2 1 2,1-2 2,-2 0-2,0 1 2,0 0-2,-2-2 2,1 2-2,-1-2-12,1 1 12,0-1 1,-2 0 15,0 0-16,0 0 0,-3 0 0,0 0 0,-1 0-13,-3 0-16,-1-1 3,0 1-54,-3-2-98,-2 2-91,1 0-59,-2 0-11,1-1-68,-1 1-124</inkml:trace>
          <inkml:trace contextRef="#ctx0" brushRef="#br0" timeOffset="41204.2549">-639-1384 251,'0'0'695,"0"0"-366,0 0-209,0 0-3,0 0 75,0 0 39,0 0-30,0 0-33,0 0 7,0 0-7,0 0-49,-21 0-22,18 0 12,1 0 16,-3 0-49,0 0-8,0 2 5,-3-2-22,2 1-48,-1 2-1,-2 1 24,0-1-1,0 2-25,0-1 1,-1 2 10,1 1-11,-1-1-13,1 3-31,-1 0 31,-1 0-3,2 2-22,-1 1-4,3-3 23,-1 2 6,2-1-25,2-2-10,2-1 19,1-3 7,-1 0-33,2-1-12,0-3 28,0 1-5,5-1-36,5 0 80,2-4 52,7-2 12,2-5-35,3-1-26,2-3 19,4-4-22,-1 0-18,4-2-10,-1 0 28,-2 3 19,-2-1-19,-1 2 0,-5 2 14,-3 4 9,-2 2-23,-7 3-29,-1 2 0,-5 3 4,-2-1-20,-1 2 0,-1 0 41,0 0 4,2 0 0,-1 4 11,1 4 60,2 3-7,-1 3-64,2 4 13,1 4-7,1 1-6,1 5-6,1-1-33,2 2 23,2-1 16,1 1-180,-1-1-126,-1-7-304,4 9-112</inkml:trace>
          <inkml:trace contextRef="#ctx0" brushRef="#br0" timeOffset="1322.6026">-1319 1 1881,'0'0'728,"0"0"-547,0 0-107,0 0 16,0 0-10,0 0-29,0 0-19,0 0-11,0 0-21,0 0-57,0 0-14,-10 29 42,7-8 27,0 6-30,0 2 32,-1 1 0,-2 2 32,1-2-18,-1 2-12,-1 4-1,1 1 17,-3 1-18,1 0-22,2 2 9,0-5-16,2 2-54,1-4-23,3-1-68,0-2-85,3-4-136,5-3-96,-2-8-11,7-6-293</inkml:trace>
          <inkml:trace contextRef="#ctx0" brushRef="#br0" timeOffset="1679.7604">-731 130 1304,'0'0'757,"0"0"-741,0 0-16,0 0-51,0 0 51,-62 58 126,48-41 81,3 1-39,-1 0-16,2 1-4,2 1-7,0 1-31,3 2-37,2 0-22,0 1 23,3-1-17,0 0-16,3-3 1,5-1-7,3-2 9,3 0-2,2-4-11,3-1 1,3-3 15,2-3-12,2-4 13,2-2 18,-1 0-6,3-8-10,0-2-6,-3-5 0,0-2-10,-4-3-12,-2-3 4,-4 0 12,-4-3-1,-5-1-24,-2-2-13,-3 0-13,-3-1-43,-9-1-86,-4-1-47,-10 2-61,-4-3-110,-11 0-128,8 10-269,-30-9-268</inkml:trace>
          <inkml:trace contextRef="#ctx0" brushRef="#br0" timeOffset="-43601.2102">26-2332 2028,'0'0'466,"0"0"-343,0 0-85,0 0 17,-14-59 48,11 50 93,3 3 15,-1 1-48,1 2-52,0 2-35,-2 0-19,2 1-57,0 0-48,0 0-47,0 0-26,0 1-36,0 6-51,2 5 160,2 7 48,0 10 81,1 6-14,-1 9-10,-2 7 4,-1 9-39,-1 5-22,0 3-11,-2 5 10,-3 3-21,-2 2 10,1 2-4,-1-1 16,-1-1-13,1-1 29,0-7-16,0-6 13,0-7-1,2-10-12,1-7-10,0-8 10,0-6 0,0-8-7,3-3-57,-1-6-80,1-1-52,1-6-88,0-2-59,0-2-62,0-18-344</inkml:trace>
          <inkml:trace contextRef="#ctx0" brushRef="#br0" timeOffset="40221.9952">-124-1373 1307,'0'0'728,"0"0"-556,0 0-84,0 0 86,0 0 7,0 0-59,0 0-25,0 0-10,0 0-87,0 0-4,-40-5-102,40 5-3,1 2 67,4 4 42,1 1 39,1 0 41,3 2 1,1 0-27,2 0-9,2-1 29,2 2 9,3-1-35,2 2-32,-1-1 10,3-1 4,-2 2-30,-1-1 0,-1 1 4,-1 0-4,-3 0 0,0-1-18,-4-1 18,-1 0 1,-3 1-1,-1-2-13,-4 2 13,0-1 35,-3 2-35,0 1 0,-2 2 14,-5 2-1,-2 1-13,-5 0-36,-3 3-5,-4-1-1,-2 0-28,-5 2-29,-5-1-17,-6 1 0,0-1-19,-3-1-42,0-3-69,0 0-105,1-3 4,11-7 2,-13-1-258</inkml:trace>
          <inkml:trace contextRef="#ctx0" brushRef="#br0" timeOffset="40616.3451">-553-1365 927,'0'0'1400,"0"0"-1313,0 0-87,0 0-97,0 0 36,0 0 41,0 0 20,0 0 2,0 0 0,0 0-2,0 0 38,1 3 37,-1 7 9,-1-1 0,-4 5-3,-2 3-33,1 2 0,-4 0-19,1 4 10,-3 0-7,0 3-6,-2 1 0,-2 2-10,0 1 0,1 0 16,-1-1-13,0 0-6,0-2-12,0-1 11,1 0-12,1-3-16,0 2-16,0-5 9,5 1-2,-2-4-17,3 0-55,2-3-22,2-2-14,1-3-44,0 0-99,3-3-52,0-3-14,0 0-97,0-3-99</inkml:trace>
          <inkml:trace contextRef="#ctx0" brushRef="#br0" timeOffset="-41646.1783">-41 114 954,'0'0'1241,"0"0"-972,0 0-179,0 0-35,0 0 0,0 0 9,0 0-47,0 0-17,0 0-46,0 0-12,0 0 23,6 16 35,-1 2 90,-1 7-12,4 7-43,-1 7-33,-1 6 11,0 8 9,1 6 12,-3 5-33,1 4-1,-2 5 0,1 0 16,-2 3 64,-2-2 7,2 0-11,-2 0 14,2-3-10,-1-1-45,0-6-3,0-5-17,2-4-15,-1-5-3,0-5 0,-1-4-25,3-7-46,-2-2-9,0-7-6,-1-1-43,-1-5-44,0-4-60,0-5-9,0-2-138,0-5-137,0-2-53,-9-7-246</inkml:trace>
        </inkml:traceGroup>
      </inkml:traceGroup>
    </inkml:traceGroup>
    <inkml:traceGroup>
      <inkml:annotationXML>
        <emma:emma xmlns:emma="http://www.w3.org/2003/04/emma" version="1.0">
          <emma:interpretation id="{E31C09A6-AD30-45DE-AABE-170FE79982A4}" emma:medium="tactile" emma:mode="ink">
            <msink:context xmlns:msink="http://schemas.microsoft.com/ink/2010/main" type="paragraph" rotatedBoundingBox="5900,6224 8919,6412 8782,8616 5763,8428" alignmentLevel="2"/>
          </emma:interpretation>
        </emma:emma>
      </inkml:annotationXML>
      <inkml:traceGroup>
        <inkml:annotationXML>
          <emma:emma xmlns:emma="http://www.w3.org/2003/04/emma" version="1.0">
            <emma:interpretation id="{A451F333-2BB9-47D2-AB66-B2B66835926A}" emma:medium="tactile" emma:mode="ink">
              <msink:context xmlns:msink="http://schemas.microsoft.com/ink/2010/main" type="line" rotatedBoundingBox="5900,6224 8919,6412 8782,8616 5763,8428">
                <msink:destinationLink direction="with" ref="{90B3B7A8-97F1-44FE-94D8-197E582BBABB}"/>
              </msink:context>
            </emma:interpretation>
          </emma:emma>
        </inkml:annotationXML>
        <inkml:traceGroup>
          <inkml:annotationXML>
            <emma:emma xmlns:emma="http://www.w3.org/2003/04/emma" version="1.0">
              <emma:interpretation id="{2ACD545C-8176-4440-8E74-5A2737299AB7}" emma:medium="tactile" emma:mode="ink">
                <msink:context xmlns:msink="http://schemas.microsoft.com/ink/2010/main" type="inkWord" rotatedBoundingBox="5900,6224 8919,6412 8782,8616 5763,8428"/>
              </emma:interpretation>
              <emma:one-of disjunction-type="recognition" id="oneOf1">
                <emma:interpretation id="interp5" emma:lang="en-US" emma:confidence="0.5">
                  <emma:literal>Fan-GE</emma:literal>
                </emma:interpretation>
                <emma:interpretation id="interp6" emma:lang="en-US" emma:confidence="0">
                  <emma:literal>Fan-DE</emma:literal>
                </emma:interpretation>
                <emma:interpretation id="interp7" emma:lang="en-US" emma:confidence="0">
                  <emma:literal>Fan-BE</emma:literal>
                </emma:interpretation>
                <emma:interpretation id="interp8" emma:lang="en-US" emma:confidence="0">
                  <emma:literal>Fan-EE</emma:literal>
                </emma:interpretation>
                <emma:interpretation id="interp9" emma:lang="en-US" emma:confidence="0">
                  <emma:literal>Fans-EE</emma:literal>
                </emma:interpretation>
              </emma:one-of>
            </emma:emma>
          </inkml:annotationXML>
          <inkml:trace contextRef="#ctx0" brushRef="#br0" timeOffset="-18377.9666">-5873-3856 479,'0'0'167,"0"0"-109,0 0 40,0 0 182,0 0-87,0 0-31,0 0-9,0 0-49,0 0-61,0 0-40,0 0 13,-6-14-16,6 14-58,0 4-40,0 0 82,0 7 16,3 1 3,0 5 10,0 0 10,1 6 6,1 0-16,0 2 3,-1 3 10,-1 2-9,0 1-1,-2 2-15,-1 0 0,0 2 1,0-1-2,0 1-3,-4-1 3,1-1 3,-2-2-3,-3-1-32,2-4 29,-1 0 3,3-7-16,-1-2 6,0-3 10,-1-4 13,4-4-13,-1-2-1,2 0 1,0-3 17,1-1 2,0 0 1,0 0 22,0 0-3,0 0-39,4-3-1,2 0 1,4-5 19,5 2-19,3-3-3,4-1 1,6-1 2,4 1 0,4-1 16,2-1-3,5 1-13,0 1-20,1 4-10,-3-3 4,0 3-32,-4 2-4,-4 2-45,-6 2 9,-5 0-65,-5 0-117,-7 2-101,1 2-267</inkml:trace>
          <inkml:trace contextRef="#ctx0" brushRef="#br0" timeOffset="-16532.23">-5302-4154 676,'0'0'381,"0"0"-231,0 0-68,0 0 113,0 0 16,0 0-22,0 0-102,0 0-22,0 0-3,0 0-7,0 0-22,-6-46-1,7 45 7,0-1-20,0 1-19,-1 0-32,3 1 31,0 0 1,1 0 26,2 0-7,2 0 20,0 0 6,1 0-43,4 0 15,1 1 38,2 1-26,2-1-7,3 2 1,2-1 61,2-2-7,5 1-51,-2-1-10,5 2 16,-1-2-16,4 0-3,3 0-10,3-2 20,1-1-9,4-1-13,1 0-1,2-2 16,2 1-16,-3 1-12,2-2 12,-2 2 13,0 0-13,-1-1-3,1-1-20,-6 2 4,0-1 3,-3 3-10,-2-3-16,-4 4 40,-3-2-11,-1 2-9,-3-2-1,-3 3 4,-2-2 16,-3 2-23,-2 0-4,-1 0 30,-2 0 0,0 0-7,-1 0 4,-2 0 1,0 0 1,-1 0-25,-1 0 2,1 0 24,-1-1 22,-1 1-22,0 0 0,0 0 0,-2 0 39,1-2-39,-1 2-13,-1 0-3,-2 0 12,0 0-28,0 0-4,-3 0 14,2 0 22,-2 0-19,0 3-1,1-3 20,-1 2 24,0 1-9,2 0-14,-2 1 30,0 2 18,1 1-27,-1 2-20,0-1 15,0 4 5,0 0-21,0 2 1,0 1 27,0 1 10,0 2-37,0 1 11,0 3-11,0 1 2,0 0 21,2 2 7,0-1-29,1 2 0,-1 0-3,2 3-7,-1 2 7,1-1 21,1 0-8,-1 4-10,2 1 16,1 0-16,-3 3-3,3 1 4,-2 0 21,1 1 20,0 1 13,-2 0-6,1 0-17,0-1-10,-1-2 24,1 0-24,-1 2-23,-1-5 21,2 5-11,0-3 8,-2-2-20,1 1 0,0-1 6,-1-3 16,2-2-21,-4-3-1,4-2-32,-3-5 32,1-2 25,-2-3-3,0-3-20,0-2-2,1-1 0,-1-2 3,-1-3-1,0 2 1,0-2-2,0-1 18,1-1-16,-1 0-3,0 0 1,0 0 11,0 1-9,0-1-2,0 2 3,-1-1 12,-3 2 3,2-1-19,-3-1 2,0 3 11,-3 1-12,0 0-1,-1-2-4,0-1 4,-3 2 11,0 0-8,-2-3 0,-1 1 15,-4-1-18,0 0-22,-4-1 11,-2-2 11,-4 3 0,-1-3-26,-7 0 7,-2 0 18,-4 0-1,-6 0-22,-2 0 10,-7 0 14,-2 4 1,-6-1 12,-1 2-11,-1 2 30,2 1 13,2 0-10,1-1-22,3 2 28,3-1-7,3 0-34,3 2-1,4-1-18,4 2 18,4 2-12,1-4-28,6 3 28,4-3-3,1 0-22,5 0 9,1 0 16,2-3 12,0 1-12,3-1-15,2-2 28,2 0 16,2-2 6,1-1 13,1-1 7,2 0-17,1 0-22,0-1 0,2-2 23,0 0-26,0-1-22,2 0-23,0-2-22,1 2-61,0-1-93,0-1-117,2 3-261,4-6-426</inkml:trace>
          <inkml:trace contextRef="#ctx0" brushRef="#br0" timeOffset="-17856.1635">-5332-4045 696,'0'0'995,"0"0"-881,0 0-52,0 0 77,0 0 43,0 0-59,0 0-62,0 0-61,0 0-68,0 0-68,-21-10 29,26 20 107,0 4 3,3 4 49,-2 3 0,2 5-23,-2 1 20,1 5 3,-1 5 22,-1 3-6,-2 5-16,0 3-33,-1 3 23,-2 5 26,0 3 48,0 1 10,0 2-1,-3 2-29,-1-1-38,1 0-7,0 0-3,0-1-20,1 1 11,2-3-21,0-1-18,0-2-3,0-2-20,1-4-6,3-5-28,-1-3 54,2-7-13,0-3-19,2-4-7,-2-5 10,0-2-29,-3-5-3,2-4 16,-2-4 6,-2-2-22,2-4-81,-1-2-29,1-1-66,0 0-3,2-7-101,-2-1-148,4-16-127</inkml:trace>
          <inkml:trace contextRef="#ctx0" brushRef="#br0" timeOffset="-15887.5216">-5033-3725 722,'0'0'469,"0"0"-358,0 0 6,0 0 150,0 0-85,0 0-98,0 0-61,0 0-12,0 0-11,0 0-3,0 0 3,33-33 34,-20 30 8,3-2-3,-1 4 13,3-1 13,-1 2-26,1 0-39,-2 8-34,-1-1-1,-1 6 22,-3 3-36,-2 3 20,-6 6 29,-3 2 26,-4 5-26,-8 1 0,-7 1 0,0-2 29,-3-3-28,-2-5-1,2 0 2,-2-4 37,1-4-13,2-1-25,0-2 22,4-2 9,1-5-30,4 0 21,2-1 16,4-5 16,3 0-10,2 0-10,0 0 27,1 0-46,0 0-16,1-1-42,4-4-29,3-1 39,2 2 19,2-3 11,2 2 0,2 2-17,0 0-36,3 3 0,2 0-10,1 4-9,1 2 57,1 2 1,0 0-3,1 0-40,-1 2 27,0-2-46,-2 2 10,-1-5-150,-6 1-163,4-4-143</inkml:trace>
          <inkml:trace contextRef="#ctx0" brushRef="#br0" timeOffset="-15578.8094">-4631-3809 2035,'0'0'363,"0"0"-292,0 0-29,0 0 39,0 0-75,0 0-6,0 0-45,0 0-103,0 0 28,0 0 120,-11 27 55,11-7 10,0 5-46,0 3 26,-4 5 20,1 3-10,-2 3-13,1 3-13,-1 2 35,4 1-12,-2 0-36,3-4 3,0-4-38,0-5 19,4-6-39,2-3 20,2-6-7,0-3-22,2 0 3,-1-6-30,-1 0-60,1-6-92,-3-2-75,-1 0-215,0-6-37</inkml:trace>
          <inkml:trace contextRef="#ctx0" brushRef="#br0" timeOffset="-15131.588">-4734-3504 798,'0'0'723,"0"0"-541,0 0-127,0 0-3,0 0-13,0 0 7,49-55-1,-26 44-3,3 1 0,2 0-23,1 0-19,0 4-16,0 2-7,-5 2-13,-2 2-22,-1 0-14,-5 3 14,-4 2 38,0 2-25,-5 0 6,0 0 39,-3 2 3,-3 1-1,-1-1-2,0 4 72,-1-1-4,-5 2-16,-2-2-10,0 2 33,-1 0 3,-1-2-33,3-3 7,0 2 23,1-1-27,1-3-32,3-1-16,-1 0-2,3-2-40,0 0-16,0-1 9,4 2 31,3-1 18,1-1 13,2 0-12,2-3 67,1 0 0,3 0-7,0 0-6,0-6 46,2 0-5,-2-3-8,0-2-40,-2 1 0,-1-3-9,-3 2-38,-1 0 1,-4 2 27,-2-1 4,-2 2-33,-1 0-19,0-1 6,-6 0-19,0 3-45,-2-3-7,-3 3-49,1-1 17,-1-1-120,-1 2-72,0-1-66,3 1-151,-1-2-280</inkml:trace>
          <inkml:trace contextRef="#ctx0" brushRef="#br0" timeOffset="-14773.2333">-4128-3751 821,'0'0'1657,"0"0"-1518,0 0-43,0 0 1,0 0-17,0 0 10,0 0-13,0 0-77,0 0-9,0 0-62,0 0-22,0-3-5,0 11 98,0 1 74,0 3 42,0 5-100,-2 2 16,0 4-29,-4-1 23,2 3-26,-1 0 0,1-1-10,0-3 10,1 1-19,0-5-19,2 0 35,1-3-22,0-5-14,4 1-12,3-2 51,2-2 3,3-4 45,6 2 0,1-4 29,3 0-16,1-4-13,4-1-45,-2-2 7,1-1-10,2-2-51,-1-1-7,0 2-28,-2-2-46,-1 0-106,-2 1-105,-3 1-76,-6 3-137,0-3-128</inkml:trace>
          <inkml:trace contextRef="#ctx0" brushRef="#br0" timeOffset="-14587.1269">-3904-3666 626,'0'0'1072,"0"0"-962,0 0-110,0 0-6,0 0-108,0 0 114,0 0 39,2 56 45,4-26 7,2 4-36,-2 4 21,-1 6-74,0 2 25,-5 6-27,0 4-61,0-1-92,-3-13-250,-7 13-226</inkml:trace>
          <inkml:trace contextRef="#ctx0" brushRef="#br0" timeOffset="-10774.6873">-3959-4124 783,'0'0'75,"0"0"-62,0 0 84,0 0 27,0 0-59,0 0-9,0 0-17,0 0-3,0 0 19,0 0-13,-10 1 33,18 2 13,2 2 231,3-1-144,4-2-101,1-1-9,6-1-23,4 0 20,3 0-46,4-3 16,3-2-9,3 0-23,0-2 10,2 0-10,-2 4-16,0-2 13,0 2 2,-3 2-1,-2-2-27,-1 3-23,0 0 33,-2 0-7,2 0-6,-2 0-56,-1 0-6,-3 0-29,-1 0-4,-4 0-26,-4 0-49,1 0 4,-4 3-8,-3-2-41,-4 0-34,2 2-123</inkml:trace>
          <inkml:trace contextRef="#ctx0" brushRef="#br0" timeOffset="-9776.2411">-3744-3367 901,'0'0'130,"0"0"-117,0 0 10,0 0 72,0 0-7,0 0 26,0 0 58,0 0 43,0 0-82,0 0-46,50-17-5,-38 17 18,0-1-9,1 0-1,3-2-15,0 3-30,2-3-45,0 0 16,1 3 20,5-1-16,-1-2-18,1 2 8,3-2-9,-1 2-2,3 1-26,0-2 8,1 1 3,0-2-4,2 3-5,-1 0-37,1-1 13,-1 1-28,-1 0-102,-1 0-252,-2 0 30,-8 1 10,2 3-143</inkml:trace>
          <inkml:trace contextRef="#ctx0" brushRef="#br0" timeOffset="-10253.2997">-3809-3714 134,'0'0'202,"0"0"-134,0 0 95,0 0 59,0 0-33,0 0-52,73-12 26,-48 6-56,2-1 79,3 0-89,4-1-2,2 1 86,-1-2-77,1-1-23,0 2-38,0 0 57,-2 1-41,-4 1-59,-1 1-42,0 2 42,-3 0 2,2 2-2,-1-3-29,2 3 10,-2 1-7,-2 0-19,3 0 19,-4 0-20,0 0-51,-2 0-23,-3 4-101,-1 0-36,-1 2-40,-6-3-25,4 3-164</inkml:trace>
          <inkml:trace contextRef="#ctx0" brushRef="#br0" timeOffset="-8955.6238">-3704-2997 1218,'0'0'143,"0"0"-91,0 0 82,0 0 41,0 0 33,0 0-29,0 0-50,0 0-44,0 0-50,0 0-35,0 0-35,19-27 15,-15 27 4,3 0-16,1 0 3,3 0 29,1 0-26,5 0 25,-1 0 1,5 1 12,1 1 11,3-1-20,3-1-3,2 0 17,1 0-17,1 0-19,-1 0-7,2 0 10,1 0 16,-1 0-23,-1 1-19,0-1 10,-1 2-1,0 0-22,-1-1 3,0 2 49,1 0-13,-4 0-7,-2-2-16,0 0 26,-3-1 0,-3 1-36,-3 0-3,-2-1-6,-3 0-167,-4 0-116,-3 0-197</inkml:trace>
          <inkml:trace contextRef="#ctx0" brushRef="#br0" timeOffset="-21221.288">-5688-4601 638,'0'0'29,"0"0"66,0 0 25,0 0 30,0 0 10,0 0-13,0 0-1,0 0-32,0 0-62,0 0-36,43-56-15,-27 48-1,-2 2-16,-2 0-7,1 1 10,-2 0 10,2 1-10,-1 3-3,1-2 15,0 0 1,5 0 21,2 2-20,3 0 18,2-2 17,3 2-7,3 1-28,1-2 28,0 2 0,-1 0-16,1-1 26,-2 1-3,-2 0-23,-2 0-26,-3 0 10,0 1 0,-4 1-17,-2-2-19,-1 1 13,-3 2 26,-1-2 9,-1 0-9,-1-1-14,-2 0 14,-1 0 0,0 0 0,-1 0-16,-1 0 3,-2 0 13,2 0-17,-3 0 15,-1 0-1,-1 0-30,1 0-64,-1 0-76,0 3-94,0-2-114,-1 4-190</inkml:trace>
        </inkml:traceGroup>
      </inkml:traceGroup>
    </inkml:traceGroup>
  </inkml:traceGroup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</inkml:channelProperties>
      </inkml:inkSource>
      <inkml:timestamp xml:id="ts0" timeString="2024-03-15T14:56:04.295"/>
    </inkml:context>
    <inkml:brush xml:id="br0">
      <inkml:brushProperty name="width" value="0.14" units="cm"/>
      <inkml:brushProperty name="height" value="0.14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09B6BEEB-96A0-47D9-BD02-31ABCA081C18}" emma:medium="tactile" emma:mode="ink">
          <msink:context xmlns:msink="http://schemas.microsoft.com/ink/2010/main" type="inkDrawing" rotatedBoundingBox="11277,8601 14349,7864 14768,9614 11697,10350" hotPoints="11722,8429 14527,8512 14488,9818 11683,9734" semanticType="enclosure" shapeName="Rectangle">
            <msink:destinationLink direction="with" ref="{4AE57345-91E6-4F23-A5A7-DAB53D2A5686}"/>
          </msink:context>
        </emma:interpretation>
      </emma:emma>
    </inkml:annotationXML>
    <inkml:trace contextRef="#ctx0" brushRef="#br0">3338 1291 1197,'0'0'1386,"0"0"-1276,0 0-110,0 0-31,0 0-40,0 0 16,0 0 23,0 0 32,0 0 19,0 0 23,0 0 42,69-7-13,-39 7-42,0 0 6,6 0 10,3 0-9,8 0-35,5 0-1,10-2 38,7 2-25,9 0-13,4 0-35,2 0-7,3 2 16,0 0-9,1-1 19,1 2 15,1-2-3,-3 0-37,0 1 8,-4-1 30,-1-1 3,-5 3-29,-2-2 6,-4 1 20,-5 1-7,-3-1-7,-5 1-17,-5-1 34,-3 1 0,-6 1-17,-3-1-6,-5 1 23,-4-1 1,-4 0-1,-3-2 0,-2 1 0,0-1 26,-2-1-13,1 0 0,0 0 13,0 0 3,4-4-29,0 1-11,0-1 11,0 1 0,-2-1-12,0 3-14,-2-1 24,-3-1 2,-3 2-13,1 0-1,-4 0 14,-2 0 14,-1 1-14,-1 0-13,-1 0 12,-1 0 1,0 0-13,0 0-3,0 0-6,0 3 22,-1 1 1,2-1 21,-1 2 17,0 1-3,0 2 12,1 2-12,-1 0 9,0 4 13,-1 2-26,1 3 0,0 0-30,0 4 40,-1 0-26,0 2 3,1 2-17,-1 0 1,0 3 0,-1 2 13,0-1 19,-1 3-13,1-1-21,-2 3 3,-1-1-2,1 2 11,-2-2-1,-1 4 1,0-1 19,0 2-12,0-1 8,0 1-15,-1-3-10,-2 0 13,1-2 3,-2-1-17,0 1-1,0-5 0,-2 0 1,2-1-2,-2-2 1,0-3-1,-1-2 1,1-3 12,0 0-12,-1-4 18,0-1-18,0-3 2,1-1 16,0-3 16,-2 2-9,-2-4-1,-2 2 7,-3-1 6,-2-1-15,-4-1-22,-3 0 1,-4 0 1,0-1-1,-5 0-2,-4 0-16,-1-2 5,-4 0 10,-1 1 1,-2 0 0,-3-2 3,-2 2 9,1-1-12,-2 1 3,-2-1 13,-1-1-1,0 1-15,0 1-12,-1-1 12,0 0 0,-4 3-23,1-1-21,-4 1 22,1 0 22,-1 0 1,1 1 11,-3 0-9,-1 0-3,0 1-32,-1-1 9,-2 1 23,0 1 13,0-2-13,-2 2-1,2-3 1,2 3 0,-2-2-19,1-1 19,2 1 0,0 1 19,2-3-19,3 0 1,2 0 13,5-3 11,3 0-12,4 0-10,1 0 10,6 0 3,3 0-5,1 0-11,3 0 0,4 0-2,2 0-1,1 0-18,6 0 21,2 0 19,0 1-19,4-1-25,0 0 24,5 2 1,0-2-13,3 0 1,2 0 11,2 0-10,1 0-47,-2 0 4,2 0 3,0 0-13,0 0-35,0 0-10,0 0 38,0 0 0,0 0-42,0 0-54,0 0-170,0 0-345,0 0-573</inkml:trace>
  </inkml:traceGroup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</inkml:channelProperties>
      </inkml:inkSource>
      <inkml:timestamp xml:id="ts0" timeString="2024-03-15T14:56:16.244"/>
    </inkml:context>
    <inkml:brush xml:id="br0">
      <inkml:brushProperty name="width" value="0.14" units="cm"/>
      <inkml:brushProperty name="height" value="0.14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C98A7666-9183-40A1-BCFA-73454D874A16}" emma:medium="tactile" emma:mode="ink">
          <msink:context xmlns:msink="http://schemas.microsoft.com/ink/2010/main" type="writingRegion" rotatedBoundingBox="8235,4013 11996,3969 12013,5449 8253,5493">
            <msink:destinationLink direction="with" ref="{50A6E5BA-DAA5-4D72-9D8A-EF5FD938F3A2}"/>
          </msink:context>
        </emma:interpretation>
      </emma:emma>
    </inkml:annotationXML>
    <inkml:traceGroup>
      <inkml:annotationXML>
        <emma:emma xmlns:emma="http://www.w3.org/2003/04/emma" version="1.0">
          <emma:interpretation id="{40FC5E20-B4E7-4C48-8008-9D1CC927E275}" emma:medium="tactile" emma:mode="ink">
            <msink:context xmlns:msink="http://schemas.microsoft.com/ink/2010/main" type="paragraph" rotatedBoundingBox="8235,4013 11996,3969 12013,5449 8253,5493" alignmentLevel="1"/>
          </emma:interpretation>
        </emma:emma>
      </inkml:annotationXML>
      <inkml:traceGroup>
        <inkml:annotationXML>
          <emma:emma xmlns:emma="http://www.w3.org/2003/04/emma" version="1.0">
            <emma:interpretation id="{D3655BF6-A272-456C-B81A-778DC8554445}" emma:medium="tactile" emma:mode="ink">
              <msink:context xmlns:msink="http://schemas.microsoft.com/ink/2010/main" type="line" rotatedBoundingBox="8235,4013 11996,3969 12013,5449 8253,5493"/>
            </emma:interpretation>
          </emma:emma>
        </inkml:annotationXML>
        <inkml:traceGroup>
          <inkml:annotationXML>
            <emma:emma xmlns:emma="http://www.w3.org/2003/04/emma" version="1.0">
              <emma:interpretation id="{1EBDD271-CFE1-4C86-8CA8-D46E999232CA}" emma:medium="tactile" emma:mode="ink">
                <msink:context xmlns:msink="http://schemas.microsoft.com/ink/2010/main" type="inkWord" rotatedBoundingBox="8235,4013 11996,3969 12013,5449 8253,5493"/>
              </emma:interpretation>
              <emma:one-of disjunction-type="recognition" id="oneOf0">
                <emma:interpretation id="interp0" emma:lang="en-US" emma:confidence="0.5">
                  <emma:literal>1210-7</emma:literal>
                </emma:interpretation>
                <emma:interpretation id="interp1" emma:lang="en-US" emma:confidence="0">
                  <emma:literal>10210-7</emma:literal>
                </emma:interpretation>
                <emma:interpretation id="interp2" emma:lang="en-US" emma:confidence="0">
                  <emma:literal>102/0-7</emma:literal>
                </emma:interpretation>
                <emma:interpretation id="interp3" emma:lang="en-US" emma:confidence="0.5">
                  <emma:literal>i 5/0-7</emma:literal>
                </emma:interpretation>
                <emma:interpretation id="interp4" emma:lang="en-US" emma:confidence="0">
                  <emma:literal>10510-7</emma:literal>
                </emma:interpretation>
              </emma:one-of>
            </emma:emma>
          </inkml:annotationXML>
          <inkml:trace contextRef="#ctx0" brushRef="#br0">-2347-7213 20,'0'0'225,"0"0"48,0 0-168,0 0-17,0 0-26,0 0 172,0 0-175,0 0-39,0 0 2,0 0-19,0 0-2,-12-29-1,12 28 1,0 0-1,0 1 1,0-2-1,0 2 0,0 0-3,0 0-17,0-1 17,0 1-17,0 0-16,0 0-16,0 3-85,0 5 69,1 3 66,2 2 0,0 6 2,-1 3 26,0 5-13,-1 3 10,1 2 22,-1 4 92,-1 3 6,1 2-9,0 2 32,0 2-78,2 0-72,-3 0 30,1 0-14,0-3-32,-1-1 2,0-3 0,0-3 24,0-3-9,0-3-17,-1-3 2,0-4 8,0-1-8,-2-5 13,3-2-14,-1-5 30,1-1-14,0-4-14,0-2 20,0 0 55,0-2 120,0 0 129,0 0-69,0-2-58,0-1-94,0-2-106,0-1-87,0-1-13,0 1-54,0 1-170,0-1-448</inkml:trace>
          <inkml:trace contextRef="#ctx0" brushRef="#br0" timeOffset="-3334.7538">-3870-7146 251,'0'0'134,"0"0"-46,0 0 68,0 0 239,0 0-53,0 0-215,0 0-82,0 0-42,0 0 1,0 0-4,-13-43-16,12 41 15,1 2 0,-2 0-28,2 0-17,-1 0-6,1 3-94,0 5 9,0 7 114,1 6 23,3 5 69,-3 6 25,3 5-48,-3 5 120,0 3-17,-1 4-67,0 0 48,0 3-52,-2-1 45,-3 3-71,0 1 3,-2 0-29,0 0-23,0 0 10,1-1-13,-1-2-6,-1-1 6,2-5 1,-2-2 1,2-4-4,0-4 18,1-4-16,0-5 1,1-3-1,2-5-27,-1-4 25,1-4-24,2-4-7,0-2 21,0-4-21,0-1-22,0 0-29,2-4 45,3-7-140,1 2-231,8-18-79</inkml:trace>
          <inkml:trace contextRef="#ctx0" brushRef="#br0" timeOffset="1231.1867">-1825-6983 55,'0'0'134,"0"0"-30,0 0 30,0 0-20,0 0-35,0 0-47,0 0-30,0 0-2,0 0-1,0 0-15,-2-13-7,2 12 20,0 0 2,0 1 1,0 0 49,0 0 55,0-1-29,0 1-26,0-2-17,0 2-2,0 0-4,0 0-10,0 0-13,0 0 10,0 0-10,0 0-2,0 0-1,0 0 2,0 0 14,0 0 4,0 0 16,0 0 12,0 0 5,0 0-11,0 0-16,0 0-13,0 0-13,0 0 0,0 0-2,0 0 2,0 0 1,0 0 1,0 0 1,0 0 27,0 0 2,0 0 1,0 0 16,0 0 12,0 0-2,0 0-20,0 0-10,-1 0-12,-1-1-14,2 1-3,-3 0-13,2 0-33,-2 0-19,-2 0-3,1 3 29,-2 0 9,1 2 17,-2 0 11,0 3-12,1-2 14,-2 3 2,0 1 24,2 0-26,0-1 4,-1 2-8,1 0 2,0 3 2,-1 1 16,1 0-14,0 0 27,1 2-28,-1 1 25,1-2-25,1 2 25,1-1 10,2-1-20,0-1 7,1-1-4,0-1-2,1-2-1,3 0 33,1-1-46,1-1 30,2-1 9,1 0 20,1-3-36,1 0 29,1 0 3,2-3 7,-1 0 3,2-2-3,-1 0-3,2 0 15,-2 0-18,1-4-4,-1-2 10,2 1-7,-3-4-10,2 1-3,-1-1 10,-1-1 3,0-1-22,0-1-1,-3 1 7,0-2-4,-1 1-12,-2 0 6,-1 0 4,-3-3-11,2 1-25,-2-1 0,-2 0 0,-1-2 0,0 0-6,0-1 5,-4-1-2,-4 1-13,2 0 3,-5 0-19,1 3 31,-2 2-3,-2 0-8,-1 3-40,2 1 1,-1 3 25,-1 3-48,2 2-10,-3 1 13,1 2 6,-1 5-9,-2 4-30,2 3-48,-1 1-75,4 0-147,2 1-23,3-3-20,2 2-226</inkml:trace>
          <inkml:trace contextRef="#ctx0" brushRef="#br0" timeOffset="1896.9195">-1377-6862 440,'0'0'232,"0"0"-151,0 0 252,0 0-79,0 0-59,0 0-3,0 0-56,0 0-78,0 0-58,0 0-43,-8-9 14,16 9 29,1 0 68,4 0 26,3 0-6,3 0-30,3 0-9,1 0-4,4 0-19,0 0 0,2-2-10,3 1-12,1-2 9,-2 3-13,1-1-2,-4-2-10,1 2-43,-4 1 9,1 0-25,-5 0 13,0 0-24,-3 0-41,-3 4-195,-3-3-164,-1 1-177</inkml:trace>
          <inkml:trace contextRef="#ctx0" brushRef="#br0" timeOffset="3040.2598">-601-7017 734,'0'0'433,"0"0"-332,0 0-20,0 0 124,0 0-16,0 0-4,0 0-10,0 0-51,0 0-31,0 0-41,0 0-50,-27-14-2,27 14 0,0 0 0,0 0-13,0 0-3,0 0 13,0 0 3,0 0 0,2 0 32,4 0 59,2 0 41,2 0-48,2 0-29,1-1-7,1-1-9,3-1-20,2 2-6,-1-3 13,1 2-8,3-3-18,-1 2-2,2 0 2,0-1 23,-1-1-23,-2 1-2,2 0 2,-3 0 14,-1 0-14,-2 1-12,-2-1 12,-3 2 7,-2 0-7,-2 0-13,-2 1 13,-1 0 0,-2-1-17,-2 2-19,2 0 14,-2 0-13,0 0-39,0 0-13,0 0 19,0 0 16,0 0 36,0 2 13,1-1 3,-1 0 13,2 1-13,-2 0-11,0-1 11,0 0 26,0 0-26,0-1 1,0 2 15,0-1 3,0 0-19,0-1 0,0 3 2,0 0 2,0 0-4,0-2 0,0 2 20,-2-1-3,1 0-17,-1-1 0,2 2 32,-2-3 0,1 3-16,-1-2-16,2 0 19,-2 2-7,-2-2-12,2 4 0,-2-1-2,0 0 2,-1-2-26,1 3 13,1 0 13,0-1 18,-1 0-18,1 1 0,1-2 18,0 0-5,0-2-12,2 2-1,-2-1 3,1-2 29,-1 1-30,2 1-1,0-1 22,0-1 6,-1 0-28,1 1 0,0-1 25,0 0 9,0 0-22,0 0-12,0 0 25,0 0-2,0 0-24,0 0-14,0 0 14,0 0 0,0 0 0,0 0-22,0 0 22,0 0 11,0 0-11,0 0-7,0 0 7,0 0 18,0 0-18,0 0-17,0 0 17,0 0 0,0 0-3,0 0-26,0 0 10,0 0-10,-1 0-19,1 0-14,0 1 21,0 1 37,-3-1-9,3 1 1,-2 0 12,1 0-2,0-1 2,-1 2-3,1-2 3,0 2 0,0-1-2,-1 1-14,-1 0 13,1 2 1,1 0-18,-2 3 7,1-2-13,-1 3 1,1 1 22,1-1-13,-2 2 14,1-1-11,0 2 13,-2-1 0,2 1-13,-1 0 13,1 1 0,1-1 0,-3 2-16,2-4 15,-1 4 1,-1 1 0,0 0-21,0 0 21,0 0 0,-1 0 0,0-1-11,0-3 10,4 0 2,-2-6 0,0-1 1,2 1 14,0-3-15,1 0-1,0-1-3,0-1-20,0 0-6,0 0-52,0 0-113,0 0-30,0 0-111,0 0-189,0-3-480</inkml:trace>
          <inkml:trace contextRef="#ctx0" brushRef="#br0" timeOffset="5466.6192">-3415-6832 68,'0'0'98,"0"0"88,0 0 39,0 0-98,0 0-127,0 0-49,0 0 23,0 0-19,0 0 43,0 0-15,-13-31 16,13 26 1,0 2-16,0-3 16,0 2 2,0 0-2,0-2-17,1 1 0,2 0 1,3-2 16,2 0 15,3-1-13,3-1-2,4 0 0,1 1-26,3 0 24,2 1-10,0 2 12,-1 0 101,-1 3-100,-1 2-2,0 0 2,-4 0-2,0 2 1,-2 4-10,-3-1 10,-2 2 3,-1 2-2,-1 1-1,-2 0 0,-2 4 0,-1-2 18,-3 3-5,0 0 23,-2 0 0,-6 3 3,0-3-13,-4 2 23,0 1 0,-5-3-7,1 0 7,0-2-16,-3 0-1,1 0 1,-1-1-13,1-3 6,1 1 3,0-2-16,1-1-12,0-2 12,3 0-10,1 0 13,1-3-15,2 2-1,0-3 2,1 0-2,2 1 0,1-2 2,2 0-2,0 0 0,1 0 0,2 0 0,0 1 0,0-1-2,0 0-15,0 1 14,0-1-33,5 3-94,7-2 130,1 4 13,9-3 59,4 0 6,5-1 0,4 0 49,3-1-29,5 0 9,1-2-39,0-1-15,-1 0 15,0-1-19,-4 3-49,-4 0-3,-5 1-49,-3 0-65,-5 3-52,-9 2-183,-1 0-348</inkml:trace>
          <inkml:trace contextRef="#ctx0" brushRef="#br0" timeOffset="6861.8647">-3509-7447 173,'0'0'127,"0"0"-6,0 0 42,0 0-147,0 0-16,0 0-59,0 0 17,0 0 26,0 0 13,0 0-16,-37-24 6,34 23 0,2 0 11,0 1-15,-5 0 15,2 1-24,-3 4-13,-1 3 19,-1 2 17,0 0-30,0 2 7,2 1 26,-1 0 0,1 0 3,3 2-3,-1-1-12,3-1 12,0-1 0,2 0-1,0 0 1,0-1 22,4-2-19,1 0 16,1-2-8,0 0-9,2-2 35,2-2 15,0 1-32,-1-3 25,1-1 17,1 0-22,2-1-8,0-5-29,0-2-3,1 0-13,-1-3 0,1 0 10,-2 2-9,-1-5 11,1 2-21,-2-2 13,-1 1 9,-2 1 0,-2-1-19,-1 0-21,-3 1 38,0 0-39,-1 2-37,0-1 75,-3 1-72,-2 0-7,-4 0 20,1 1 60,0 0-56,-3 3 9,3 0 36,-3 1 6</inkml:trace>
          <inkml:trace contextRef="#ctx0" brushRef="#br0" timeOffset="7142.5025">-3228-7393 695,'0'0'0,"0"0"-291,0 0 252,0 0 13,0 0 7,0 0 19,0 0 45,70-26-43,-31 15 15,9 0-17,-2 1-17,-1 3 4,0 2-6,-4 1 16,-3 4-17,-5 0 18,-3 3-17,-9-1 18,1 6-213</inkml:trace>
        </inkml:traceGroup>
      </inkml:traceGroup>
    </inkml:traceGroup>
  </inkml:traceGroup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</inkml:channelProperties>
      </inkml:inkSource>
      <inkml:timestamp xml:id="ts0" timeString="2024-03-15T14:57:43.841"/>
    </inkml:context>
    <inkml:brush xml:id="br0">
      <inkml:brushProperty name="width" value="0.14" units="cm"/>
      <inkml:brushProperty name="height" value="0.14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F5540F51-7D5C-41BB-995B-A15AF2FBF966}" emma:medium="tactile" emma:mode="ink">
          <msink:context xmlns:msink="http://schemas.microsoft.com/ink/2010/main" type="inkDrawing" rotatedBoundingBox="16789,5599 17249,14643 17140,14648 16679,5604" semanticType="callout" shapeName="Other">
            <msink:sourceLink direction="with" ref="{0D5706AD-31B2-4497-BDAB-05F3D1067624}"/>
            <msink:sourceLink direction="with" ref="{A6E8B1FF-E55C-4B3F-A2CF-3C2D995B04AE}"/>
            <msink:sourceLink direction="with" ref="{C646B091-50F3-45D9-9956-0B71CE4A7F50}"/>
          </msink:context>
        </emma:interpretation>
      </emma:emma>
    </inkml:annotationXML>
    <inkml:trace contextRef="#ctx0" brushRef="#br0">-1 0 839,'0'0'306,"0"0"-293,0 0-13,0 0-39,0 0 16,0 0 23,0 0 10,0 0 62,0 0 13,-11 61-14,15-45 1,1 3 16,0 1 19,0 0 10,2 5 49,0 1-27,0 3 11,-1 6-73,1 4 4,1 4-16,-3 6-13,0 7-23,-1 4-3,0 5-10,-1 4 6,-1 2-22,-1 6 4,1 2-4,-2 5 3,0 3 19,0 2-22,0 5 3,0 0 16,0 1 7,0-3-26,0-2 0,0 1 21,0-4 8,0-2-3,4-3-26,1-8 32,1-6 4,0-4-20,0 0-16,1 1 0,0 0-20,-1 2 18,0 3-59,2-1-7,-1 2 42,-1 0 26,0 1 3,0-2-3,2-1 0,0-3 0,0-2 1,0 0 25,0-4-4,-1 0-15,0 0 6,0-1 3,-1-2 9,0 0-8,-2-1-5,0-2 1,-1 0 3,2 0-16,-3-4-2,-1 3 2,1-3 19,-2-1-19,0 1 0,0 0 22,0 2-8,0-2-14,0 1 0,0-1 0,0 1 0,0-2-3,0 0-17,0-1 8,0 3 9,0 1-16,0-2 17,1 5 1,1 1 1,2 0-13,-3 1 0,2 0 10,-2 1-13,1-1-16,1 0-10,1-1 40,1 1 2,0-3-3,-1 2 3,1 2-3,1 0 0,-1-1-20,2 0 4,0-2 19,-1-2 16,2-2-13,-2 0 10,0 0 23,2-2 9,-1 2-45,-1 0-23,1 0 23,0 0 0,-2 1 4,1-2-1,-1 2-3,-2-3 0,2 2 19,-2 1 7,-1-3-14,1 2-11,-2-4 1,1 1 11,-2-2 0,0 1-11,0-3-2,0 2 2,0 1 17,0 0-19,0-2-25,0 5 25,0-4 0,0 2 0,-2-2-24,0-1 1,0-1 23,-1-2 33,1 1-32,2-2-1,-1-1 16,0-2 1,1 0-17,0 0-29,-1-1 29,1 1-1,-2 0-18,2 1 6,0-1 13,0 3 25,0-1-25,0 2 3,0 1 7,0 0 5,0-2-15,0 1 0,0-1 0,0 0 10,0-1-10,0 0-1,2 1 1,-1 1 0,-1-2-42,2 2 7,-2-1 22,3 0 11,-1-3-27,-2-1 3,2-3 0,-1-1 25,0 0-25,-1-1-4,2 2 30,-2-2 0,3 0 0,0-1-32,-1-1-1,1 2 11,-1-4-10,2 2-1,-2-3 33,0-2 1,-1 0-1,1-4-18,-1 1 18,-1-4 10,1-1-10,0-1-23,1-1 21,-1-1-21,1 0-6,2 0-13,-2-1 29,3 1-13,1-1-22,1 1-287,-1 0 280,0-1 36,0 2-33,0-1-33,-1-2 36,0 0-19,-1-2-56,-1-3-25,-1-3-4,-1-3-17,0-1-42,-1 0-81,0-3-72</inkml:trace>
  </inkml:traceGroup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</inkml:channelProperties>
      </inkml:inkSource>
      <inkml:timestamp xml:id="ts0" timeString="2024-03-15T14:57:46.009"/>
    </inkml:context>
    <inkml:brush xml:id="br0">
      <inkml:brushProperty name="width" value="0.14" units="cm"/>
      <inkml:brushProperty name="height" value="0.14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C75960DD-C883-42C6-8AB5-2F8F3323BAC6}" emma:medium="tactile" emma:mode="ink">
          <msink:context xmlns:msink="http://schemas.microsoft.com/ink/2010/main" type="inkDrawing" rotatedBoundingBox="17671,5597 18520,14757 18234,14783 17385,5623" shapeName="Other"/>
        </emma:interpretation>
      </emma:emma>
    </inkml:annotationXML>
    <inkml:trace contextRef="#ctx0" brushRef="#br0">20 21 147,'0'0'345,"0"0"-182,0 0-19,0 0 3,0 0-76,0 0 37,0 0-17,0 0-13,0 0-29,0 0-17,-20-21-32,20 21-15,0 0-8,0 0 8,0 0 15,0 1 13,1 1 13,2 1-3,-1 3-3,2 0-7,-2 3 3,1 3 7,1 5 22,0 2 20,2 4 17,-1 1-11,-1 6-16,2 4-12,0 1-11,-1 4-16,1 2-12,1 0-2,-1 3 24,0 1-24,2 0 32,0 0-32,0 0 25,1 1-8,0-1 14,0 0-17,-1 1 23,-1 0-16,0 2 28,-2-1-41,-1 1 10,1-2-11,0 3 8,0-2-1,-2 2 13,1-1-29,-2 1 19,2-1-10,2 2-8,-5-1 11,4 1-9,0-2 13,0 1-15,1 0 2,-1 0-3,2-3 19,-2 3 0,0-3-18,0 0 29,-1-1-30,0 0 22,0 0-6,0-1 4,-1 1 2,1 0-19,1 1 26,2 0-13,-3 0 6,4 2 4,-2 0 0,2 1-10,-1 1 36,-1 3-36,2 1 7,-2 2-1,-1 4 10,0 2-12,-2 2-1,0 3 3,-2 1-19,-1 2 9,0 2 5,0 2-5,0 1 14,0 1 3,0 3 26,0-1 2,0-1-5,0 1-20,0-1 3,0-3 0,0-3 39,2-5-30,3-1 1,0-2 12,1-2 16,2-1-28,1-1-20,0-2 1,1 4 2,0-1-25,-1 1 29,1 2 25,-1 2-32,-1 2-25,0 0 0,1 1 2,-2 0 14,3-1 16,-3 1-17,2-3 7,-2 0-3,1-3-19,0 1 0,2-1 0,-1-5 0,1-4 13,-1-5-13,0-3 22,0-1-21,1 1-1,-1-1-28,2 4 28,-1 2 0,2 2-23,-3 1 5,2 5 17,-1 2-21,-1 2-1,1 3-11,-3 1 21,1 0-3,-1 3-12,-1-4 28,2 1 6,-2-5 10,2-1-16,0-2-13,0-2 12,-1-3 0,2-1-15,-1-1-14,1-5 30,0-1 0,-2 0-7,3-2-2,-3 0 9,2 0 20,-2 1-20,1-2-25,-2 3 25,-1-1 10,-1-2-10,1 1-9,-1-2 9,-1 3 0,0-2 0,1 1-16,-1-3 16,-2-1 10,2-1-10,-1 1-21,1 0 21,-1 0 0,-1 0 0,0 2-9,0-3 9,1 2 3,-2-2-3,0 1-3,0-3 3,0 1 3,0-2-3,-2 0-3,0 0 3,-1-1 12,0 0-12,1 1-15,-1-2 15,2 1 23,-4-1-23,3 1-13,-1-1 13,1 0 10,-1-1-10,1-2 0,1 0 0,-2 0 6,2-1-6,-1 0-13,0-1 13,2 1 18,-3-2-18,3 3-6,-2-1 6,2 0 13,-3-2-13,3 0-23,-1-2 23,0 1 20,0-1-20,0-2-33,-2 1 33,1-3 19,0 0-19,-1-1-20,-1-2 20,0 1 31,1-1-29,1-1-1,-1-2 2,2-2 16,-1-1-19,2-2-23,0-2 22,0 0 0,0 0-10,0-2-9,0 0 20,-1-1 12,1-3-12,0 0-28,0-2 25,0 0-26,0 0-41,0 0-6,-2-2 41,-1-2 22,1-4-13,-3-2-28,0-3-23,-2-2-73,0-3-91,-2-3-92,-1-1-221,1 5-96,-10-10-529</inkml:trace>
  </inkml:traceGroup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</inkml:channelProperties>
      </inkml:inkSource>
      <inkml:timestamp xml:id="ts0" timeString="2024-03-15T14:58:04.182"/>
    </inkml:context>
    <inkml:brush xml:id="br0">
      <inkml:brushProperty name="width" value="0.14" units="cm"/>
      <inkml:brushProperty name="height" value="0.14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6458435B-7794-4CF9-9BA6-6A88C9976BC7}" emma:medium="tactile" emma:mode="ink">
          <msink:context xmlns:msink="http://schemas.microsoft.com/ink/2010/main" type="writingRegion" rotatedBoundingBox="14367,4680 19460,4824 19409,6632 14316,6488"/>
        </emma:interpretation>
      </emma:emma>
    </inkml:annotationXML>
    <inkml:traceGroup>
      <inkml:annotationXML>
        <emma:emma xmlns:emma="http://www.w3.org/2003/04/emma" version="1.0">
          <emma:interpretation id="{907F8235-546A-4903-9BE5-74898205D01A}" emma:medium="tactile" emma:mode="ink">
            <msink:context xmlns:msink="http://schemas.microsoft.com/ink/2010/main" type="paragraph" rotatedBoundingBox="14938,4696 19460,4824 19433,5779 14911,5651" alignmentLevel="2"/>
          </emma:interpretation>
        </emma:emma>
      </inkml:annotationXML>
      <inkml:traceGroup>
        <inkml:annotationXML>
          <emma:emma xmlns:emma="http://www.w3.org/2003/04/emma" version="1.0">
            <emma:interpretation id="{575EA193-11B7-4B95-8663-D482CAA589BD}" emma:medium="tactile" emma:mode="ink">
              <msink:context xmlns:msink="http://schemas.microsoft.com/ink/2010/main" type="line" rotatedBoundingBox="14938,4696 19460,4824 19433,5779 14911,5651"/>
            </emma:interpretation>
          </emma:emma>
        </inkml:annotationXML>
        <inkml:traceGroup>
          <inkml:annotationXML>
            <emma:emma xmlns:emma="http://www.w3.org/2003/04/emma" version="1.0">
              <emma:interpretation id="{0D5706AD-31B2-4497-BDAB-05F3D1067624}" emma:medium="tactile" emma:mode="ink">
                <msink:context xmlns:msink="http://schemas.microsoft.com/ink/2010/main" type="inkWord" rotatedBoundingBox="14846,4796 16566,4581 16653,5281 14934,5497">
                  <msink:destinationLink direction="with" ref="{F5540F51-7D5C-41BB-995B-A15AF2FBF966}"/>
                  <msink:destinationLink direction="with" ref="{6138BCB8-E4DD-4F11-9AD1-F72BC406C4DD}"/>
                </msink:context>
              </emma:interpretation>
              <emma:one-of disjunction-type="recognition" id="oneOf0">
                <emma:interpretation id="interp0" emma:lang="en-US" emma:confidence="0.5">
                  <emma:literal>Kiwi</emma:literal>
                </emma:interpretation>
                <emma:interpretation id="interp1" emma:lang="en-US" emma:confidence="0">
                  <emma:literal>Rhiw</emma:literal>
                </emma:interpretation>
                <emma:interpretation id="interp2" emma:lang="en-US" emma:confidence="0">
                  <emma:literal>kiwi</emma:literal>
                </emma:interpretation>
                <emma:interpretation id="interp3" emma:lang="en-US" emma:confidence="0">
                  <emma:literal>Rhiw'</emma:literal>
                </emma:interpretation>
                <emma:interpretation id="interp4" emma:lang="en-US" emma:confidence="0">
                  <emma:literal>Kitwe</emma:literal>
                </emma:interpretation>
              </emma:one-of>
            </emma:emma>
          </inkml:annotationXML>
          <inkml:trace contextRef="#ctx0" brushRef="#br0">2874-6488 745,'0'0'65,"0"0"120,0 0-87,0 0-59,0 0-26,0 0 13,0 0-9,0 0-1,0 0-14,0 0-2,0 0 0,-20-39-16,20 39 0,-2 0-20,2 4-49,-3 6 46,1 4 39,-3 5 22,-2 6 23,-3 5 4,-1 4-13,-3 5 3,0-2-19,1 2-17,0-2-2,1-3-1,1-2 2,3-6-2,1-4 13,3-4-12,-1-3 19,2-2-7,1-5-13,0-1 3,2-3 0,-1-3 17,1-1 35,-2 0 10,2-3-19,-2-3-14,0-3-13,0-5-18,-1-2 1,3-2-2,0-3-2,0-1 0,0-2-2,0-1 3,0-4 1,0 1 0,2-4 20,3 1-20,2-4 13,0 2 3,3 0-3,-1 1 18,2 3-31,1 1-17,1 2 5,1 3 11,1 2-1,0 3-11,1 2 11,2 3-747,-1 1 455,0 5 213,2-2 58,-1 5-9,-1 2-308</inkml:trace>
          <inkml:trace contextRef="#ctx0" brushRef="#br0" timeOffset="288.8599">3047-6527 36,'0'0'75,"-21"56"-29,5-27 12,-5 1-6,-2-4-3,-1 3 7,-2-5-4,1-3-26,-1-1-10,3-5 1,1-1-16,4-3 15,2-2-15,1-3 12,4 0-11,1-1-1,3-2-1,2-1-1,3-1-2,2-1 0,0 0 0,0 0-14,0 0 17,0 0-1,0 0-12,0 0 10,0 2-17,2-1-19,5 3-23,3 2 62,2 1 1,4 3 16,1 3-16,3 1 15,2 1 30,2-1 12,0 0 11,1-1 22,0-1-3,1-2-23,1-2-22,0-3-8,-2-1-8,1-4-27,0 0-10,-3-5-29,-6-1-53,5-7-181</inkml:trace>
          <inkml:trace contextRef="#ctx0" brushRef="#br0" timeOffset="601.7574">3290-6688 40,'0'0'82,"-22"70"-1,6-31-42,-1 2-13,-1-1 16,1-3-41,3-1-2,1-3 0,2-6 1,5 0 17,0-4 12,5-4-9,-2 0 6,3-4-3,0-1 10,2-3-14,3 0-3,2-2-16,2 0-55,-2-3-17,3 0-292</inkml:trace>
          <inkml:trace contextRef="#ctx0" brushRef="#br0" timeOffset="1372.4516">3649-6435 300,'0'0'421,"0"0"-353,0 0 7,0 0 26,0 0-59,0 0-25,0 0-4,0 0-13,0 0-13,0 0 9,0 0-9,-28-37 10,26 37-16,2 0-24,-1 1-35,-2 4 39,-1 5 19,-2 3 6,-3 3 14,0 0 4,-1 3 15,1-2 1,2 1 2,0-2-2,2-1 0,3-1-1,0 1 4,2 0-21,0-1 18,0 1 12,6 1 17,-1-1-20,2-1 30,0-1-17,0-1 1,0-2-1,1-3-39,0-3 27,-1 0-14,1-3 13,1-1 1,-2 0 5,3-6 4,-2-3-19,3 0-19,0-2 0,1-3 12,-3-1-10,3-1-3,-2 0 0,-2 1-3,2 1 1,-1-1-27,-2 0 12,-2 4 17,0-2-1,-3 5-11,1 1-4,-1 2 16,-2 4 0,2-2-19,-2 3-14,0 0-3,0 0-65,0 5 43,0 3 28,0 3 21,0 0 9,0 3 2,0 0 11,2 1-10,3-1 30,2-1-20,0 1-11,2-5 14,1 1 7,0-1-21,0-3 24,2-1 13,1-1-19,0-2 6,2-2 10,-1 0 12,2 0 14,-2-6 6,0-1 20,0-1 23,-2 0-36,-1 1-60,1-2-14,-5-2 1,-2 1 1,1-4-2,-3 3-1,0-4-3,-3 2-23,0-4 7,0 1 2,0-1-22,-3 1 10,-1 0-3,-3-2-11,2 2-2,-1 1-7,-2 0-17,2 3 14,-2 0-20,0 2-3,2 3-3,-1 1-4,-2 2 26,3 2-257,-5 0-388</inkml:trace>
          <inkml:trace contextRef="#ctx0" brushRef="#br0" timeOffset="1651.1899">3654-6684 365,'0'0'13,"0"0"-13,0 0-55,0 0 22,0 0 20,0 0 10,0 0-20,0 0-6,0 0 29,0 0 36,0 0 16,70-12 3,-23 10 4,8-2 0,4-1 81,3-4-20,2 3-67,-2-4-18,-3 5 18,-7-1-21,-3 1-19,-8 3-10,-7 2-3,-8 0-16,-8 4-49,-8 5-69</inkml:trace>
          <inkml:trace contextRef="#ctx0" brushRef="#br0" timeOffset="432.784">3285-6803 266,'0'0'0,"0"0"-251</inkml:trace>
        </inkml:traceGroup>
        <inkml:traceGroup>
          <inkml:annotationXML>
            <emma:emma xmlns:emma="http://www.w3.org/2003/04/emma" version="1.0">
              <emma:interpretation id="{A6E8B1FF-E55C-4B3F-A2CF-3C2D995B04AE}" emma:medium="tactile" emma:mode="ink">
                <msink:context xmlns:msink="http://schemas.microsoft.com/ink/2010/main" type="inkWord" rotatedBoundingBox="16640,5558 16952,4809 17768,5150 17456,5899">
                  <msink:destinationLink direction="with" ref="{F5540F51-7D5C-41BB-995B-A15AF2FBF966}"/>
                  <msink:destinationLink direction="with" ref="{6138BCB8-E4DD-4F11-9AD1-F72BC406C4DD}"/>
                </msink:context>
              </emma:interpretation>
              <emma:one-of disjunction-type="recognition" id="oneOf1">
                <emma:interpretation id="interp5" emma:lang="en-US" emma:confidence="0.5">
                  <emma:literal>D.</emma:literal>
                </emma:interpretation>
                <emma:interpretation id="interp6" emma:lang="en-US" emma:confidence="0">
                  <emma:literal>D</emma:literal>
                </emma:interpretation>
                <emma:interpretation id="interp7" emma:lang="en-US" emma:confidence="0">
                  <emma:literal>D'</emma:literal>
                </emma:interpretation>
                <emma:interpretation id="interp8" emma:lang="en-US" emma:confidence="0">
                  <emma:literal>DC</emma:literal>
                </emma:interpretation>
                <emma:interpretation id="interp9" emma:lang="en-US" emma:confidence="0">
                  <emma:literal>Do</emma:literal>
                </emma:interpretation>
              </emma:one-of>
            </emma:emma>
          </inkml:annotationXML>
          <inkml:trace contextRef="#ctx0" brushRef="#br0" timeOffset="-11884.2236">5463-6181 1235,'0'0'362,"0"0"-362,0 0-36,0 0 35,0 0-38,0 0-36,0 0-19,0 0-27,0 0-35,0 0-1,-14-10-136,30 10-331</inkml:trace>
          <inkml:trace contextRef="#ctx0" brushRef="#br0" timeOffset="-12072.3884">4864-6425 372,'0'0'433,"0"0"-292,0 0-73,-13-70 17,11 50 16,-2 3 13,1-1-17,0 1-6,-1 2-19,3 2 13,0 2 15,-1 2 1,2 4 13,0 3-85,0 2-29,0 4-166,0 5 140,4 6 26,-2 7 78,0 6-19,-2 6 32,-6 7-43,-6 5-25,-5 3 9,-5 4-28,-2 1-4,-2 0 11,0-1-9,-1-2-2,2-4 3,2-6-3,3-6-8,3-6 8,2-9 26,6-3-13,0-7 10,2-4 22,4-3 23,0-3 3,2 0-29,-1-6-19,2-2-23,0-3-26,0-4 26,0-3 29,4 1-27,1-3 2,1 4-4,0 0-2,0 3 0,1 3-8,1 1-3,-1 4-3,0 2-1,0 1-25,0 2-3,2 0 19,-2 8 3,2-2 22,1 4 1,-1 2 16,1-1 4,2 3-4,-1-3-15,4 0 15,1-1-15,3-3 19,4-1-20,-5-3 29,1-1-26,-5 0-1,1-2 18,-3 0 41,4-3 7,0-5-7,1-1-6,2-5 16,-1-3-19,1-2-37,-3-3-15,-1-1 0,0 0 1,-3-3-1,-2 0 1,-1-3-2,-2-2-21,-3 0-10,-1-1-13,-3-4 19,0 0 7,-4 1-62,-3-3-119,-5 2 112,1 2 59,-3 2-29,-1 1-7,-4 2-3,-1 5-26,-2 4-3,-1 5-4,-3 5-3,-1 8 29,-2 2 13,-1 7 10,-1 8 3,0 8-16,3 3-13,4 1 13,4 3 29,8 0-3,5-3 26,5 0-10,4 1 20,10-2 0,6-1 1,7 0-8,5-4 7,7 1-7,-9-9-368,21 5-56</inkml:trace>
        </inkml:traceGroup>
        <inkml:traceGroup>
          <inkml:annotationXML>
            <emma:emma xmlns:emma="http://www.w3.org/2003/04/emma" version="1.0">
              <emma:interpretation id="{F24A98C3-8AC8-4718-8352-ADA73CE64BC3}" emma:medium="tactile" emma:mode="ink">
                <msink:context xmlns:msink="http://schemas.microsoft.com/ink/2010/main" type="inkWord" rotatedBoundingBox="17933,4950 19442,4897 19472,5754 17963,5808"/>
              </emma:interpretation>
              <emma:one-of disjunction-type="recognition" id="oneOf2">
                <emma:interpretation id="interp10" emma:lang="en-US" emma:confidence="0.5">
                  <emma:literal>By</emma:literal>
                </emma:interpretation>
                <emma:interpretation id="interp11" emma:lang="en-US" emma:confidence="0">
                  <emma:literal>Buy</emma:literal>
                </emma:interpretation>
                <emma:interpretation id="interp12" emma:lang="en-US" emma:confidence="0">
                  <emma:literal>Boy</emma:literal>
                </emma:interpretation>
                <emma:interpretation id="interp13" emma:lang="en-US" emma:confidence="0">
                  <emma:literal>Bay</emma:literal>
                </emma:interpretation>
                <emma:interpretation id="interp14" emma:lang="en-US" emma:confidence="0">
                  <emma:literal>Bey</emma:literal>
                </emma:interpretation>
              </emma:one-of>
            </emma:emma>
          </inkml:annotationXML>
          <inkml:trace contextRef="#ctx0" brushRef="#br0" timeOffset="-10804.3524">5878-6558 741,'0'0'411,"0"0"-274,0 0-46,0 0-36,0 0-45,0 0-10,0 0-127,0 0-20,0 0 134,0 0 13,0 0 36,-13 74-10,16-42-13,-3 2 36,0 4-16,0 0-1,-9 2-2,-1 1-11,-4-1-16,-5 1-3,3-3 0,-3-3 0,5-5 0,1-7 0,1-5 23,6-9 6,1-2 17,3-4 6,-1-3 85,2 0 165,0 0-91,1-7-156,-1-3-39,1-3-16,0-5-3,2-3-14,5-2-12,0-4 26,2 0-20,-1-3-6,3-1 0,0 0 28,2-2 1,1-1 16,3-1-6,-1-1-10,3-1-59,2 4 1,1 1 22,0 5-9,1 6-7,1 5 3,0 4 49,1 7-48,-1 4-11,-1 1 7,-2 7 26,-3 6-39,-3 3 45,-6 5 19,-4 3 2,-5 5 41,-2 2 19,-10 4-15,-5 0-33,-4-1-2,-2-2-11,1-2 0,-1-6 6,3-1 7,1-6 13,4-3-13,2-3 10,5-2-3,3-5-20,4-2-22,1-1-37,0 0-2,6-1 61,4 0 55,5 0-10,3-2 4,2-2-46,2-1 14,-1 3-15,0-1 20,0 2-19,-2 1-1,0 0-2,-3 0-1,-2 6-12,-4 3-26,-1 3 16,-4 0 22,-5 5 1,-3 1 36,-8 2-34,-5 2 17,-7 0-19,-3 1 0,-4-3 2,-2-1 2,-2-2 22,1-3-25,2-4 2,0-1 0,5-4-1,3-3-2,5-2-29,4 0-10,6-2-195,5-6-46,3 2-58,6-10-334</inkml:trace>
          <inkml:trace contextRef="#ctx0" brushRef="#br0" timeOffset="-10222.9358">6372-6352 241,'0'0'1221,"0"0"-1071,0 0-66,0 0-48,0 0 19,-68 16-16,52 2 26,1 0-9,6 2-34,2 2 20,4-1-6,3-1-7,0-1-28,7-2 3,4-2-2,5-3-1,1-3 0,5 0 35,0-6-34,3-2 14,-1-1 33,3-1-20,-2-6-6,-1-2 6,-2-3-10,1 0-17,-3-3-2,-1-2-1,-1 0 1,-3 1-13,-2-1-1,0 2 12,-3 0 2,-1 0 0,-3 0 32,-2 3 33,-2-2-32,1 3-4,-3 3 6,0 1 7,0 3-26,0 3-16,0 1-97,0 5-110,3 5 107,1 5 98,0 5-2,3 0 4,2 5 26,1-3-26,4 1-3,2-4 3,3-2 13,2-5 23,4-3-7,2 0 32,1-7 4,3-1 13,-1-1-23,-1-3 16,0-3 39,0-3-43,-3-5-9,1 1-6,-2-2-4,-1 0-16,-2-1-16,0 1 16,-3 2-9,-2-2-22,-2 0-1,-3 4 41,-4-2-25,2 2-16,-5 1 0,-3 4 13,0 1 10,-2 2-23,0 3-31,0 0-66,-4 9-63,-4 6 50,0 5 68,-5 7 41,1 6 1,0 2 0,-1 4-11,-1 3 10,0-1-1,-1 3-30,-3-1-20,-3 4 17,-7-2-7,-7 2-178,-9 1-222,6-13-59,-41 19-530</inkml:trace>
        </inkml:traceGroup>
      </inkml:traceGroup>
    </inkml:traceGroup>
    <inkml:traceGroup>
      <inkml:annotationXML>
        <emma:emma xmlns:emma="http://www.w3.org/2003/04/emma" version="1.0">
          <emma:interpretation id="{B52ADE32-AFDE-4469-888C-1C58867241C4}" emma:medium="tactile" emma:mode="ink">
            <msink:context xmlns:msink="http://schemas.microsoft.com/ink/2010/main" type="paragraph" rotatedBoundingBox="14309,6441 16679,6131 16686,6177 14316,6488" alignmentLevel="1"/>
          </emma:interpretation>
        </emma:emma>
      </inkml:annotationXML>
      <inkml:traceGroup>
        <inkml:annotationXML>
          <emma:emma xmlns:emma="http://www.w3.org/2003/04/emma" version="1.0">
            <emma:interpretation id="{D2761A28-5981-4038-B9A4-6058E64786A3}" emma:medium="tactile" emma:mode="ink">
              <msink:context xmlns:msink="http://schemas.microsoft.com/ink/2010/main" type="line" rotatedBoundingBox="14309,6441 16679,6131 16686,6177 14316,6488"/>
            </emma:interpretation>
          </emma:emma>
        </inkml:annotationXML>
        <inkml:traceGroup>
          <inkml:annotationXML>
            <emma:emma xmlns:emma="http://www.w3.org/2003/04/emma" version="1.0">
              <emma:interpretation id="{A5A8840E-A1CC-4BEB-9EDF-5B4587B33D46}" emma:medium="tactile" emma:mode="ink">
                <msink:context xmlns:msink="http://schemas.microsoft.com/ink/2010/main" type="inkWord" rotatedBoundingBox="14309,6441 16679,6131 16686,6177 14316,6488"/>
              </emma:interpretation>
              <emma:one-of disjunction-type="recognition" id="oneOf3">
                <emma:interpretation id="interp15" emma:lang="en-US" emma:confidence="0.5">
                  <emma:literal>-</emma:literal>
                </emma:interpretation>
                <emma:interpretation id="interp16" emma:lang="en-US" emma:confidence="0">
                  <emma:literal>_</emma:literal>
                </emma:interpretation>
                <emma:interpretation id="interp17" emma:lang="en-US" emma:confidence="0">
                  <emma:literal>.</emma:literal>
                </emma:interpretation>
                <emma:interpretation id="interp18" emma:lang="en-US" emma:confidence="0">
                  <emma:literal>,</emma:literal>
                </emma:interpretation>
                <emma:interpretation id="interp19" emma:lang="en-US" emma:confidence="0">
                  <emma:literal>~</emma:literal>
                </emma:interpretation>
              </emma:one-of>
            </emma:emma>
          </inkml:annotationXML>
          <inkml:trace contextRef="#ctx0" brushRef="#br0" timeOffset="-24826.8698">2087-5028 424,'0'0'717,"0"0"-486,0 0-136,0 0-40,0 0-43,0 0-11,0 0 17,0 0 57,0 0 6,0 0-3,66-33-19,-43 25-43,1 2 4,2-2 2,6 1 30,1 1-3,2 0 22,5-2-38,0 4 2,4-3-35,3 0-15,2 0 15,1 2 4,2 1-4,2-2 1,1 0-1,-1-2 0,2 2-19,-1 1 19,-5 0-16,-2 0-10,-1 2 10,-1-3 0,-3 4 16,-2-2 1,-2-1 2,0 1 20,0 2-21,-1-2 1,-2 2-3,2-1-42,-1-1 41,2 3 1,1-4 32,2 0-19,4-1-9,2-3 9,1 0 19,0 1-14,1 0-17,-2-2-1,-1 1 0,-1 2 1,-2-2 12,-1 2 13,-2-1-9,-1-1 1,-3 3-17,-2 1-2,-3-1 1,-2 1-29,-5 1 3,-1 0 24,-4 2-24,-2 0-10,-3 1 1,-1 0 34,-3 1-10,-2-1-19,-1 1 4,-1 0 4,-2 0 5,0 0-2,0 0-7,-1 0 23,0 0-14,-2 0-5,1 1 9,-1-1 13,-1 1 0,1-1 0,-2 0-18,0 0 18,0 0 0,0 0-31,0 0-89,0 1-134,0 1-169,-7-2-405</inkml:trace>
        </inkml:traceGroup>
      </inkml:traceGroup>
    </inkml:traceGroup>
  </inkml:traceGroup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</inkml:channelProperties>
      </inkml:inkSource>
      <inkml:timestamp xml:id="ts0" timeString="2024-03-15T14:56:06.579"/>
    </inkml:context>
    <inkml:brush xml:id="br0">
      <inkml:brushProperty name="width" value="0.14" units="cm"/>
      <inkml:brushProperty name="height" value="0.14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B6C078A6-CEE9-477A-9DD2-6E43AA8CBF7D}" emma:medium="tactile" emma:mode="ink">
          <msink:context xmlns:msink="http://schemas.microsoft.com/ink/2010/main" type="inkDrawing" rotatedBoundingBox="11445,11178 14786,10282 15380,12497 12039,13393" hotPoints="15027,10981 15057,12658 11797,12716 11767,11040" semanticType="underline" shapeName="Rectangle">
            <msink:destinationLink direction="with" ref="{4AE57345-91E6-4F23-A5A7-DAB53D2A5686}"/>
          </msink:context>
        </emma:interpretation>
      </emma:emma>
    </inkml:annotationXML>
    <inkml:trace contextRef="#ctx0" brushRef="#br0">-504-398 2289,'0'0'356,"0"0"-334,0 0-18,0 0-4,0 0 22,0 0 30,0 0 5,0 0 21,0 0 12,0 0-55,12-18 10,7 15 25,5-1 4,5-1-30,6-4 17,6 3 6,5-3-3,9 0-14,8-3 4,9 3-12,5-1-42,6 4-32,3-1 2,3 2 30,4 1 0,0 1-17,2-1-14,1 2 18,-2-1 10,-1 1-13,-3-2 0,-1 2 16,1-1 13,-2 0-13,-4 0-12,-3 1 11,-5 0 0,-5 2-50,-4 0 13,-6 0 38,-2 3-1,-4-1-19,0 3-3,-6 0 23,-4 0 0,-1 0-16,-4 0-9,-2 1 25,-1-2 1,-3 1-1,0 0-23,-3-2 23,1-1 10,-3 2-10,1-3-13,-4 2 13,4-1 0,-5 0-3,1-1-10,-1 0 13,-2 0 3,-2-1-3,1 0-19,-3 0 19,2 0 0,-1 0-6,-1 1-10,2-1 16,-1 0 0,2 0-20,-4 0-6,1 0 24,-2 1 0,-2-1-21,0 2 4,-4-1 19,2 1 0,-2 1-1,-2-1-23,1 2 24,0-1 13,-1 3-13,0 0-16,-2-2 16,2 3 36,-1 0-36,-2-2 2,1 0 1,0 0 11,-2 1-14,1 0-16,1 1 16,-1 1 26,-1 1-10,0 3-1,1 0 33,-1 3 10,0 0-34,1 1-23,-1 2 24,-2-2-9,1 1-15,0 2-1,-1-2 16,0 3-1,-1-1-15,1 3-11,-1 1 11,-1 0 23,2 2-23,-3 1-2,2 0 2,-1-1 4,-1 2-4,0 1-3,0 0 0,0-1 3,0 2 0,1 0 0,0-1-1,1 2 1,-1-1 13,0-1-10,2 2-3,0-1 1,-3 1 12,1 0-13,-1 1-2,0-1 1,0-2-1,0 2-11,-1 2 12,-2-4-22,-2 2-2,-2 0-16,0 0-1,0-1 7,-1 0 16,0-3-10,2 1 7,-2 0 2,2-2-2,-2 0-4,3-1 10,-1-1 14,0 1-11,1-3-9,-2 0 3,3-2 3,-3-1 13,2-2-19,0-2 20,-1-2 2,0 1 16,0-2-15,1-1-1,-2-1 16,0-3-3,1 0 0,-1-1 6,-1-1 0,-2 2 0,1-2-3,-2 0 4,0-1 15,-2-1 26,-1 1 9,-2-2 3,-3 1 10,-2 0 9,-2 0-10,-4-1-15,0 1-20,-4 1-12,-4-1-19,-1 0-13,-4 0 25,-2 1 1,-2-2-1,-3 1-12,0 0 15,-4-1-9,-1 1-19,1-1-1,-2 1 2,0-1-1,0 2-1,-2-3-1,2 2 2,1-1 8,0-1-11,0 0 0,1 0 0,-1 0 0,1 0 0,-3 0-21,2 0 21,-1 0 0,0 0-22,0 0-7,-1 0 26,-2 0-22,-4 4-85,-1 1 8,-3 1 102,2 0 33,-2 0-32,-1 2-1,0 1-2,0 0 2,0 1-3,1 1 3,4-2 15,3 0 4,3-2-16,3-2-1,4 0 20,2-3-3,4-2-17,3 0 0,2-3 20,2-4-6,3 0-16,1-3 1,3 0 21,3 0-22,2-1 0,0 2-10,3-2 10,2 2 0,1 2-14,1-1 4,4 3 10,0 0 14,3 0-14,-1 2-22,4 0 22,-1 0 0,1 1-3,1 1-20,0 1 23,2 0 0,-2 0-6,1 0-18,0 0 24,-1 0 0,1 0 0,0 0-19,-1 0 19,0 0-2,1 0-13,0 0-11,0 0 26,1 0 0,1 0-21,-1 0-10,2 0 31,0 0 0,0 0-36,0 1-72,0 1 15,0-2 23,0 0-67,0 0-184,0 2-46,3-1-233,-1 1-90,-1-1-375,-5-10 961</inkml:trace>
  </inkml:traceGroup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</inkml:channelProperties>
      </inkml:inkSource>
      <inkml:timestamp xml:id="ts0" timeString="2024-03-15T14:56:58.972"/>
    </inkml:context>
    <inkml:brush xml:id="br0">
      <inkml:brushProperty name="width" value="0.14" units="cm"/>
      <inkml:brushProperty name="height" value="0.14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B368EF5C-4EE3-4B31-A9C2-D3C05388138B}" emma:medium="tactile" emma:mode="ink">
          <msink:context xmlns:msink="http://schemas.microsoft.com/ink/2010/main" type="writingRegion" rotatedBoundingBox="11583,5681 15701,5692 15698,7126 11579,7115"/>
        </emma:interpretation>
      </emma:emma>
    </inkml:annotationXML>
    <inkml:traceGroup>
      <inkml:annotationXML>
        <emma:emma xmlns:emma="http://www.w3.org/2003/04/emma" version="1.0">
          <emma:interpretation id="{36DC3280-B738-4E17-AACF-68B273AD68A3}" emma:medium="tactile" emma:mode="ink">
            <msink:context xmlns:msink="http://schemas.microsoft.com/ink/2010/main" type="paragraph" rotatedBoundingBox="11583,5681 15701,5692 15698,7126 11579,7115" alignmentLevel="1"/>
          </emma:interpretation>
        </emma:emma>
      </inkml:annotationXML>
      <inkml:traceGroup>
        <inkml:annotationXML>
          <emma:emma xmlns:emma="http://www.w3.org/2003/04/emma" version="1.0">
            <emma:interpretation id="{66F2E2B2-6FF9-4454-B3E2-005D8FA13568}" emma:medium="tactile" emma:mode="ink">
              <msink:context xmlns:msink="http://schemas.microsoft.com/ink/2010/main" type="line" rotatedBoundingBox="11583,5681 15701,5692 15698,7126 11579,7115"/>
            </emma:interpretation>
          </emma:emma>
        </inkml:annotationXML>
        <inkml:traceGroup>
          <inkml:annotationXML>
            <emma:emma xmlns:emma="http://www.w3.org/2003/04/emma" version="1.0">
              <emma:interpretation id="{1B1A300B-ADD4-4E71-917E-246CEB467EE9}" emma:medium="tactile" emma:mode="ink">
                <msink:context xmlns:msink="http://schemas.microsoft.com/ink/2010/main" type="inkWord" rotatedBoundingBox="11583,5681 15701,5692 15698,7126 11579,7115"/>
              </emma:interpretation>
              <emma:one-of disjunction-type="recognition" id="oneOf0">
                <emma:interpretation id="interp0" emma:lang="en-US" emma:confidence="0.5">
                  <emma:literal>12564×485</emma:literal>
                </emma:interpretation>
                <emma:interpretation id="interp1" emma:lang="en-US" emma:confidence="0">
                  <emma:literal>12564×4985</emma:literal>
                </emma:interpretation>
                <emma:interpretation id="interp2" emma:lang="en-US" emma:confidence="0">
                  <emma:literal>12560×485</emma:literal>
                </emma:interpretation>
                <emma:interpretation id="interp3" emma:lang="en-US" emma:confidence="0">
                  <emma:literal>12562×485</emma:literal>
                </emma:interpretation>
                <emma:interpretation id="interp4" emma:lang="en-US" emma:confidence="0">
                  <emma:literal>12567×485</emma:literal>
                </emma:interpretation>
              </emma:one-of>
            </emma:emma>
          </inkml:annotationXML>
          <inkml:trace contextRef="#ctx0" brushRef="#br0">-349-5277 779,'0'0'808,"0"0"-701,0 0-106,0 0 103,0 0-71,0 0 19,25-57-3,-8 50 15,1-3 14,2 3-10,1 1 23,-2 1 0,0 4-62,-1 1-29,-3 1-39,0 7 10,0 2 13,-1 1 13,-3 4 3,-1 4 29,-4 4-29,-2 4 29,-4 3 0,0 2-16,-8 2-13,-5 1-1,-3 0-35,-3-5-29,1-1 17,-2-2 21,0-3 27,-2-4 0,2-5 3,-3 0 13,4-3-14,-2-1 2,1-4 12,1 0 7,0-4 35,4-1-23,1-2 14,3 0 16,0-1 35,3-2-49,-1-2-22,4 2 33,0-3-37,-1 0-2,3-1 16,0 2-4,1-1-18,1 1-17,0-1-1,1 3 1,0 2-22,0 0-59,2 1-67,3 0-30,4 0 71,4 1 26,1 5 36,4 2 13,0 0 31,3 3-16,-2 0 15,2 0 2,-1 1-3,0 1-4,1-3-2,0 2 9,-2-2 0,2-2-13,-1 0-29,0-4 19,0-1-19,0-3-238,2 0-22,-1-3 32,-4-2 6,5-9-190</inkml:trace>
          <inkml:trace contextRef="#ctx0" brushRef="#br0" timeOffset="366.0095">84-5165 388,'0'0'1110,"0"0"-866,0 0-212,0 0 46,0 0 98,0 0-50,0 0-42,0 0-77,0 0-7,0 0-143,0 0-55,-42-20-6,39 29 203,1 2-16,-1 0 17,1 3 5,0 1-5,1 0-1,1-1-26,0-1 27,0 1 35,1-3-12,4 2 0,2-3-4,0 2 7,2 1-9,3-4 12,-1 2 16,0-3 4,2 0 3,-2 1-13,-1 0 0,0-2 9,-1 1-44,-2 0 17,0 1-20,-3-3 0,1 1-1,-4 0 0,0 2 0,-1-3 13,-1 4 5,-5-1-18,-5 2-1,0 0-19,-4-1-38,0-1-17,-1 0 36,-2-4-13,3 0 13,-1-3-35,3-2-24,-1 0-110,2-2-79,2-1-149,-3-9-337</inkml:trace>
          <inkml:trace contextRef="#ctx0" brushRef="#br0" timeOffset="565.8601">56-5214 1231,'0'0'1114,"0"0"-1065,0 0-49,0 0 0,0 0 35,0 0 72,66-33-36,-42 26-52,1 1-19,2 2-74,-2 3-19,0 1-47,1 0 21,1 0-8,0 0-214,-8 1-160,8-1-548</inkml:trace>
          <inkml:trace contextRef="#ctx0" brushRef="#br0" timeOffset="983.8355">483-5269 1049,'0'0'716,"0"0"-547,0 0-169,0 0-52,0 0 26,0 0 26,0 0 78,-64 55 6,60-41-22,-1 1 74,0 4-26,2 0 19,-2 3-38,-1 2-1,1 1-16,1 1-3,-1 1-10,0 2-9,0 0-4,1-1-29,1 0-19,2-3-1,1-1 1,0-2-3,1-4-13,5-3-26,0-5 41,0-2 0,2-2 0,0-3 1,1-3 29,0 0 19,3 0-13,-1-5 0,2-2 17,0-3-17,2 0-22,-2-5-10,1 2 29,-1-2-7,-2-1-23,0 1-1,-3 0 22,-3 2-1,-1 1 3,-4 1-24,0 1 14,0 1-15,-7-1-35,-3 3-39,-3-1-51,-2 1 26,-3 4-39,-1 2-14,-1 1 52,-1 1-35,1 6-43,-1 1-72,2 3-26,3 2-43,4-4-72,-1 2-179</inkml:trace>
          <inkml:trace contextRef="#ctx0" brushRef="#br0" timeOffset="1271.812">756-5149 1315,'0'0'1722,"0"0"-1553,0 0-169,0 0-83,0 0-58,0 0 19,0 0 39,0 0-1,0 0 84,0 0 23,0 0 63,32 50-53,-14-31-32,-2 1 12,2 2-2,-2 0-11,3 1-25,-2 1 25,-1 0-1,0 1-28,0-5-26,0 1 13,-2-5-6,2-2-23,-2-5-26,0 0 26,0-4-17,-2-4-216,0-1-112,-3 0 12,3-4-117</inkml:trace>
          <inkml:trace contextRef="#ctx0" brushRef="#br0" timeOffset="1514.0739">1038-5138 450,'0'0'1466,"0"0"-1245,0 0-220,0 0 2,0 0 82,0 0 34,0 0-15,0 0 2,-68 62-22,58-44-19,-1 2-14,-3 2-22,-1 5 3,-1 2-3,-3 1-13,-1 1-12,1 1-1,-3-2 32,4-1-35,0-5-51,5-3-17,2-4-28,3-4-69,4-4-113,1-3-163,3-2-83,0-4-193</inkml:trace>
          <inkml:trace contextRef="#ctx0" brushRef="#br0" timeOffset="14631.0928">1305-4775 186,'0'0'241,"0"0"36,0 0-104,0 0-78,0 0 9,0 0-6,0 0 29,0 0 32,0 0-55,0 0 17,-33-25 83,31 24-22,1 1-62,-1 0-20,1 0-16,0 0-9,0 0-23,0 1-17,-1 1-35,1 1-3,1-3-42,0 2-7,0-2 49,0 1 3,4 2 1,1-3 28,1 1 16,2-1-26,0 0 30,3-2-10,1-4-4,2-3-15,0-2-1,0-2-3,0-1 6,-1-2-9,0 0-9,-2-1-1,1-2 26,-2 0-10,1-3-18,-1-1-1,0-3-1,-2 2 1,0-4 0,-1 2 0,-3 0 26,-1 3-23,-1-2 10,-2 3 0,0 2-13,-3 0-42,-5 5 0,1 0-19,-2 0 32,-1 5-10,-1-1 13,0 3-22,-3 2 22,2 2-19,-1 2-7,-1 2 10,-1 0-6,-1 4-7,-2 4 9,-3 4-18,1 1 8,-1 4 27,0 0 3,1 4 13,1-2 13,1 1 4,3 0-2,2-1-2,3-1-14,1 1 12,4 0-24,2 2 13,3-2 13,0 0-2,5-1 2,2 1-1,3 0 1,1 0 7,3 2 19,2-5-10,3 3 29,3-4-32,3 2 13,1-2 10,2 0-16,2-2-20,-1 2 22,1-3-2,0 2-4,0 0-15,-3 0-1,0 0 3,-5 1-3,-1-1 0,-4 1-3,-4 0 1,-4-1 2,-4 1 19,-4-1 14,-1 0-8,0 1 1,-6 0 16,-5 0-3,-1-2-10,-3 2 20,-2-1-7,-2 1-10,0-4-3,-2-2 0,-1 1 7,2-3-17,-2-2 16,3-2 23,1-3-6,-1 0-10,3 0-1,0-1 17,2-6-7,3 0 1,0-1-17,6-3 32,1-1-42,4-6-25,0-3-32,7-2-6,9-7 0,6-2-20,7-2-16,4 1-3,5 0 23,2 1-24,2 3-25,-1 4-19,-2 4-75,-9 7-478,6-1-103</inkml:trace>
          <inkml:trace contextRef="#ctx0" brushRef="#br0" timeOffset="1856.5695">1271-5155 749,'0'0'2222,"0"0"-1950,0 0-272,0 0 0,0 0 25,0 0 7,0 0 10,0 0-42,0 0-57,0 0-29,0 0 86,-7 24 32,7-12 22,-1 4-15,-2-1 5,-2 4-31,1-4 0,-2 4 9,0-2 6,-1 0-24,1 2-1,-2-2 0,3-1 0,-1 0-3,1-2 0,2 0-16,1-3-3,2-2-16,0-2-19,0 1 29,5-2 9,2-2-19,2 1-6,4 0 41,4-4 1,2 0-1,5-1-57,4 0 2,0-2-63,3-3-75,1-1-59,1 0-71,-8 2-193,6-5-115</inkml:trace>
          <inkml:trace contextRef="#ctx0" brushRef="#br0" timeOffset="2103.1356">1470-5020 2274,'0'0'427,"0"0"-370,0 0-8,0 0 79,0 0-3,0 0-80,0 0-45,0 0 0,0 0 7,0 0 63,-32 74-28,30-47-14,-1 6 17,1 3-42,-2 4-3,-1 4 19,-1 3-38,-2 2-13,0 1-124,2 1-82,-4-5-90,4-10-226,-7 6-266</inkml:trace>
          <inkml:trace contextRef="#ctx0" brushRef="#br0" timeOffset="-56666.1684">-427-5756 1876,'0'0'227,"0"0"-226,0 0-1,0 0 75,0 0 29,0 0-7,0 0-26,0 0-14,0 0-57,0 0-32,0 0 6,27-33 26,-14 33 0,-1 0-1,4 0 1,1 0 16,1 0 29,4 3 4,2-3-36,3 2 38,4 1 43,1-3-11,8 1-18,4-1-1,6 0 6,6 0-21,7-1-17,5-3 13,5 3-33,2-4-12,2 1-35,0 3 19,2-4 13,0 3-20,-4-1-12,-1 0 35,-3 1-13,-3-3 13,0 3-14,-5-1 14,-1 1 0,-3 0-3,-5 1-35,-4 0 35,-4-1 3,-3 2-2,-5 0-14,-5 0 13,0 0 2,-1 0 1,-4 2 1,-1-1 22,0 1-20,0 0 13,-2 0 13,1 0-13,-1 0 3,0-2-19,1 2-1,-4 0 1,-2-1 0,-2 0 19,-3 0-19,0 1-1,-6-1-1,1 1 1,-4-1-11,0 1-13,-1-1 12,-2 3 0,2 0 0,-2 0 3,2 2 10,-1 0 27,1 3-27,0-1-1,0 4 1,-2 0 0,2 3 0,-2 2 2,-1 2-2,0 1 1,-2 5 20,0 4 10,0 1-30,0 3 22,-1 2-23,-3 2-9,-1 3 9,0-1 25,-1 2-22,1 0 19,-2 2-21,3-2 11,-1-1 4,0 0-4,3 0 14,2-1 9,0-3 12,0 1-46,0-2 46,0-1 1,0 1-45,2-2 22,1-2-9,1-1 19,-1-1-35,-2-2-16,4-1 15,-3-2-15,-1-3 15,2-1 1,-1 1 2,0-3-2,-1-3-19,-1 1 3,2-1 0,-1-1 15,-1 1-2,0-4 3,0-2 0,0 1 3,0-3 10,0 0-10,-2-2 10,1 1 6,-2-2-6,0-1 3,-1 2 22,-2-1-10,0 0-15,-1 0-11,-2 0 20,-1-1-22,-1 1-3,-2 0-25,0-1 28,-4 0 0,-1 1-16,-3-2-3,-2 1 18,-3-3 0,-4 4-31,-3-1 3,-3 1 10,-4-3 6,-1 0-12,-2 1 9,-2 0 16,0-1-1,-1 0-13,1 1 14,-2-2 0,3 0 10,-2 1-10,-1 0-26,3 1 16,-2-1 7,-1 0 2,0-1 1,1 0 2,-3 0 22,2 0-24,-2 0 0,0 0 0,0 0 31,-3 0-30,4 0 1,-1 0 1,0 0 22,3 0-25,-1-1 2,2 1-1,0 0-1,-1 0-10,3 0 10,1 0 0,3 0 32,-2-1-32,5 1 0,1-3 0,1 2 31,1 1-31,4-2 0,2 1 19,0 0-7,3-1-12,-1 2-22,0 0 22,1 0 0,-1 0-20,1 0 17,-1 0 2,-1 0-17,3 0 17,-3 0-14,4 0 15,-1 0 3,3 0-3,1 2 0,2-2 6,4 0 20,1 0-24,2 0-1,-1 0 10,2 0-11,1 1-58,1-1 58,1 0 32,2 0-32,2 0-16,0 0-22,1 0 19,0 0-32,1 0-160,0 1-30,0 1-29,0 0-141,0 2-226,0-1 136</inkml:trace>
          <inkml:trace contextRef="#ctx0" brushRef="#br0" timeOffset="-57914.8839">-552-5519 199,'0'0'183,"0"0"32,0 0-127,4-62 124,-4 42 257,0 5-147,0 0-101,0 2-43,0 2 36,0 4 25,0 0-52,0 4 16,0-1-23,0 4-30,0 0-61,0 0-54,0 0-29,0 0-6,0 0-92,0 0-45,0 6-36,0-1-30,2 9 184,0 6 9,1 4 10,-1 7 68,1 9-17,-3 1-34,0 6-17,0 4 25,0 4-25,-1 3 1,-3 2 7,-2 4-8,-2 3-55,0 2 55,-3 2 35,2 0 116,-3 1-71,0-4-45,3-5 26,-1-4-35,2-8-26,2-10-25,2-7 25,1-7 0,2-7 0,0-6-38,1-5-20,0-4-76,0-5 18,0-1 20,1-12-14,2 4-336,5-24-658</inkml:trace>
          <inkml:trace contextRef="#ctx0" brushRef="#br0" timeOffset="37903.9752">1789-5065 293,'0'0'150,"0"0"206,0 0-223,0 0-48,0 0-13,0 0-36,0 0-4,0 0 37,0 0 12,0 0-26,0-16-2,0 16 28,0 0 20,0 0-10,0 0-3,0-2 22,0 2-9,0 0-46,0 0-26,0 0 0,0 0-29,0 0-10,0 0-4,0 0 14,0 0 0,0 0 0,0 0-22,0 0 18,0 0-15,0 0-17,0 0 1,0 0 31,0 0 2,0 0-17,0 0 0,0 0 19,0 0 0,0 0-16,3 0-29,0 0 6,2 0 39,3 0 19,4 0 7,2 0 3,2 0 10,4 0-26,0 0-13,4 0 0,0 0 11,1 0-8,3 0-3,3 0 20,0 0-1,3 0-18,2 0-1,3 0 20,3-1-14,0 1-6,1 0-19,1 0 6,-1 0 12,0-2-12,-2 0 11,-2 0 2,-4 1-17,1-3 17,-4 3-21,-1-1 21,-2 1 42,-2-5-23,2 2-6,-4-1 10,0 0-10,-1 1 13,-2-1-24,0 1-2,0 0-3,-3 0-10,0 1-16,-1 2-17,-2 1 24,-2 0-4,-3 0 6,-2 0-3,-2 0-15,-1 0 34,-1 1-25,-3-1 0,-1 0 9,1 0 17,-2 2-16,1-2 19,-1 0 2,0 0 24,0 0-23,0 1-3,0-1-116,0 0 54,-1 0 20,-4 1-88,0-1-124,-8 3-362</inkml:trace>
          <inkml:trace contextRef="#ctx0" brushRef="#br0" timeOffset="64512.6533">3470-4760 646,'0'0'300,"0"0"12,0 0-247,0 0-22,0 0 22,0 0-16,0 0-1,0 0-12,0 0 10,-68-20 9,54 20 10,-3 0-13,-4 0 7,-1 0 18,-5 0 5,-6 2 5,-3 2-35,-8 2-29,-7 3-21,-3 2 27,-5 1-3,0-1 6,-3 1 59,1 0 13,-1 0-40,0-2-22,0 3-19,0-1-23,2 1-21,4-1 21,3-2 29,1 1-14,1-2-15,-2 0 0,3-2 0,-2 0 3,0-3-3,3-1 0,2-2-2,1 2 2,0-3-22,0 0 3,3 0 7,5 0 11,0 0-11,5 0-11,3 0-6,5 0-10,3 1-12,4 3-40,5-1-74,2 0-85,3 2-59,4-5-7,2 0-192</inkml:trace>
        </inkml:traceGroup>
      </inkml:traceGroup>
    </inkml:traceGroup>
  </inkml:traceGroup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</inkml:channelProperties>
      </inkml:inkSource>
      <inkml:timestamp xml:id="ts0" timeString="2024-03-15T14:58:02.551"/>
    </inkml:context>
    <inkml:brush xml:id="br0">
      <inkml:brushProperty name="width" value="0.14" units="cm"/>
      <inkml:brushProperty name="height" value="0.14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33B85248-9255-43BF-8E44-90B6437B9872}" emma:medium="tactile" emma:mode="ink">
          <msink:context xmlns:msink="http://schemas.microsoft.com/ink/2010/main" type="inkDrawing" rotatedBoundingBox="14603,9761 15738,9766 15737,9803 14603,9798" semanticType="underline" shapeName="Other">
            <msink:sourceLink direction="with" ref="{B925F9A3-8574-4910-8F5C-FC41EDC5BFE9}"/>
          </msink:context>
        </emma:interpretation>
      </emma:emma>
    </inkml:annotationXML>
    <inkml:trace contextRef="#ctx0" brushRef="#br0">3509-1731 391,'0'0'150,"0"0"414,0 0-388,0 0-147,0 0-3,0 0 17,0 0 15,0 0 11,0 0 71,0 0 55,0 0-1,-29 0-87,21-2-16,-1 0-7,-3 1-22,-2 0-1,-3-1-3,-4 2 0,0 0-32,-4 0-3,-1 0 32,-5 0-13,1 0-39,-4 0 23,0 0-4,-2 3 7,-1-2-27,-2 1 14,1 0 4,-2-1-20,1-1 0,-2 1-34,1-1 34,0 0 0,1 0-11,-2 0-12,2-4 10,-1 0 13,4 0-32,0 0-26,2-1 39,6 3 15,1 0-34,5 2-20,0 0-30,4 0-28,1 3-59,2 2-46,3 0 0,0-1 4,3 2-15,0-1-71,2-3-71,-4 4-37</inkml:trace>
  </inkml:traceGroup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</inkml:channelProperties>
      </inkml:inkSource>
      <inkml:timestamp xml:id="ts0" timeString="2024-03-15T14:58:02.100"/>
    </inkml:context>
    <inkml:brush xml:id="br0">
      <inkml:brushProperty name="width" value="0.14" units="cm"/>
      <inkml:brushProperty name="height" value="0.14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6138BCB8-E4DD-4F11-9AD1-F72BC406C4DD}" emma:medium="tactile" emma:mode="ink">
          <msink:context xmlns:msink="http://schemas.microsoft.com/ink/2010/main" type="inkDrawing" rotatedBoundingBox="15840,5665 15845,12614 14848,12614 14843,5666" semanticType="callout" shapeName="Other">
            <msink:sourceLink direction="with" ref="{0D5706AD-31B2-4497-BDAB-05F3D1067624}"/>
            <msink:sourceLink direction="with" ref="{A6E8B1FF-E55C-4B3F-A2CF-3C2D995B04AE}"/>
            <msink:sourceLink direction="with" ref="{F8B5D0FA-8C48-4630-8C03-46BB8ADB888D}"/>
          </msink:context>
        </emma:interpretation>
      </emma:emma>
    </inkml:annotationXML>
    <inkml:trace contextRef="#ctx0" brushRef="#br0">3293-5807 108,'0'0'127,"0"0"-46,0 0-61,0 0 6,0 0 65,0 0 134,0 0-133,0 0-44,0 0-8,10-33 12,-10 31 10,0-1-10,0 2-3,0-1-4,0 0-6,0 2-24,0 0-15,0 0-2,0 0 0,0 0-14,0 0 3,0 0 0,0 0-3,0 0-14,0 0-12,0 0-10,0 2 0,0 2 48,0 3-11,0 0 15,0 5 1,0 0 1,0 3 18,0 2-18,0 2 44,0 1-45,0 3 18,2 1 14,-2 0 19,1 3 0,1 0 4,-1 0-24,2 1 14,0 0-43,-1 2-2,3-1 19,-2 1-4,2 0-13,-1-1-3,1-1 0,-1 1 7,0-1-7,-1 1 0,0 0-14,-1-2 14,1 2 2,-1-3 11,-1 3 6,2 0 30,-1 1 16,1-2-13,1 2-32,-1-1 3,0 0 9,0 1-3,-1-1-3,-1-1 10,1 1-7,-1 0 4,-1-2 94,2 0-20,-2-1-94,0 0-11,2-1-1,-2 2 18,1 0 11,2 0-29,-3 2 1,3 0 1,-1-2-1,0 3-2,1-1 11,-1 0-11,1-2-42,1 2 42,-1-3 3,2 1 0,-1-1-6,1-1-13,0-2 16,0 2 0,1-1-20,1 1 19,1-2-15,-1 0 0,-2 3 16,1-2-13,-1 1 12,0 0-2,-1-1-14,1 2-5,-3-1 21,1 5-16,-1-3 16,0 2 1,-1 1-13,1 0 12,-2 2-2,0-1-10,0 0 13,0 2 13,0-1 6,-3-1-6,1 3 23,0-3 29,1 1-39,-2 1 32,1-3-32,0 4 16,-1-3-29,0 1-9,0-1 25,1-1-26,1 2 21,-1-2-22,0-1 15,2-2 4,0 1-21,0-3-1,0 1 1,0 1 0,0-1 0,0 0 13,0 0-10,0 1 26,0 0-27,2 0-2,1 0 20,-3 0 2,2 3-22,1 2 0,-1 1 13,1-3 3,1 1 4,-2 2-7,3-2-13,-2 1 3,0-1 10,0 0 16,1-2-26,-1 0 10,0 1 7,2-1-20,-4 0 1,2-1 15,-1-1-13,1 1 26,0-1-13,-2-2 4,0-2-4,1 0-16,0 0 13,-2-1 3,1-1-3,0 2-13,-1-1 13,0 1-11,0-2 17,0 2-17,0-2 11,0 0 0,0-2-11,0 2-1,0-5 1,0 1 1,0-2 9,0 0-12,0 0 0,0-1 3,0 0-2,0 1 2,0-1-3,0 1 3,0 0 13,0 0-16,0 0 3,-1-1 10,0 0-12,1-1-1,0 0 2,0-3-2,0-1 0,0-3-2,0-1 2,0-3 2,0-1 2,0-1 25,0 0 6,0 0 17,0 0-1,-1 0-3,1 0-9,0 0-4,0 0-6,0 0-13,0 0-15,0 0 0,0 0-1,0 0-2,0 0-18,0 0 18,-1 0 2,1 0-1,0 0 1,0 0 2,0 0 2,0 0-2,0 0-2,0 0 3,0 0 10,0 0-11,-2 0 1,1 0-3,-1 0-16,-3-1-29,3 0 26,-2-2 19,1 2 26,-1 1-25,1-2-1,1 1-1,1 1-2,-2-3-13,1 3 16,1 0 16,-1 0-16,1 0-19,-1-1 1,2 1 18,-2-1 12,2 1-12,0 0-16,0 0 0,0 0-10,0 0-22,0 0-16,0 0-4,0 0-12,0 0-49,0 0-143,0 0-192,0 0-17,-1 0-180,2 0-33</inkml:trace>
    <inkml:trace contextRef="#ctx0" brushRef="#br0" timeOffset="5697.5482">3483-1786 62,'0'0'117,"0"0"-3,0 0-52,0 0 10,0 0-10,0 0 274,0 0-189,0 0-76,0 0-9,42-51 7,-42 49-4,1 1 6,-1 1-9,0 0-13,0 0-20,0 0-28,0 0-1,0 0-39,0 0-26,0 6 42,0 2 20,2 4 3,1 3 121,-2 6-34,2 2-5,2 3-7,0 4-23,1 1-4,-1 2 14,1 3 16,0 0 62,0 2-33,1 3-49,-1 2-6,-2 1 3,1 0-52,-1 2 46,-1 1-33,1-3-13,-1 2 13,-1-1 7,1 1-10,-3 0 6,0 0 10,0-1-16,0 0-12,0-1-1,0-2 1,0-1 35,0 0-14,-3-1 4,1 0 3,-1-1-9,1 1 18,0 0-6,2 0-29,0 0 51,0 1-54,0-1-14,0-1 14,0-1 15,0 2 27,0-1-29,0 0 6,0-1 1,0-3-4,0-2 4,0 0-18,0-4 22,0 1-24,0-3 0,0-1-1,0 0 0,0-1 2,0-1 0,0 0 12,0 0-11,-1-2-1,-1 0 1,2 2 0,0-1 1,0-1-3,0 2 1,0-2 2,0-1-3,0 1 4,0-2-4,0-3 0,0 1-1,2-1-3,-1 0 3,1 1 0,-2-2-16,0 2 15,2-2 1,-1-1-18,-1 0 17,0 0 2,0-1-16,2-2 0,-2 2 13,0-4 3,0 3-1,0-1 1,0-1 0,0 1 12,0-1-12,0-2-32,0-1 32,0 0-3,-2 1-10,2-1 13,-1-1 0,-1 2-2,2-1-14,0 1-1,0 0 1,-2-1 14,2 0-23,0-1 5,0 0 19,0 0 0,0-2-21,0 1 5,0-2 16,0 1 1,0-2-13,0 0 13,0 2 12,0-1 8,0 2-20,0-1-12,0 1 12,0 1 0,0-2-1,0 2 1,-1 0 1,1-2 1,-2 2-2,2-3 0,-2 2 13,2-1 11,-4-1-22,2 0-2,-1-1 38,-2 2-6,2 0-19,-3-1-10,1 1 36,-2-1-7,0 2-19,1-2-13,-1 0 16,-1 0 10,1 0-13,-1 0-12,0-1 21,-3 3-22,0-4 0,-3 1 0,-1-1 1,-1 0-2,-4 1-1,-3-2-11,-1 1 13,-4 0 15,0 1-15,-3-2 0,0 0 1,1-1 28,-2 2-13,-2-2 3,0 0 1,-2 0-20,0 0-36,0-3-5,-1-1 28,2 0 0,2-2-32,1 4-6,2-3 50,2 0-3,1 2-25,2 2-22,1 0 6,3 1-7,2 0-9,2 2 3,1 4-23,4 1-3,0 0-10,1 1-32,3 2 13,1-3-66,3 5-38,-1-1-18,5-2 60,0 1-31,0-5-132,0 2-148</inkml:trace>
  </inkml:traceGroup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</inkml:channelProperties>
      </inkml:inkSource>
      <inkml:timestamp xml:id="ts0" timeString="2024-03-15T14:58:09.011"/>
    </inkml:context>
    <inkml:brush xml:id="br0">
      <inkml:brushProperty name="width" value="0.14" units="cm"/>
      <inkml:brushProperty name="height" value="0.14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B24BCCFC-08E6-49E2-96DD-C51D74ADED7E}" emma:medium="tactile" emma:mode="ink">
          <msink:context xmlns:msink="http://schemas.microsoft.com/ink/2010/main" type="inkDrawing" rotatedBoundingBox="15325,14785 15422,12513 16123,12543 16027,14815" semanticType="verticalRange" shapeName="Other">
            <msink:sourceLink direction="with" ref="{D9C61F40-293B-41F8-9799-D7D493321C27}"/>
            <msink:destinationLink direction="with" ref="{8DFFF7F7-D5E5-4D02-94C5-8426F636AC13}"/>
          </msink:context>
        </emma:interpretation>
      </emma:emma>
    </inkml:annotationXML>
    <inkml:trace contextRef="#ctx0" brushRef="#br0">3691 1020 121,'0'0'84,"0"0"-80,0 0-3,0 0 28,0 0 56,0 0-4,0 0 7,0 0 167,0 0 48,0 0-131,0 0-64,8-1 6,-8 1 16,0 0-10,0 0-22,0 0-36,0 0-36,0 0-25,1 0-1,-1 0-4,1 1-28,1 3 32,-1 4 75,1 3 71,0 3 0,-1 2-69,1 2-25,0 3 16,-1 1-19,1 4 5,-1 1-12,2 3 36,-1 1-14,1 3-19,0-1-3,-1 2 3,0 1-9,0 1 5,0 0-5,0 2 5,-1-2 14,1 0-33,-2 1-18,2 2 34,1-1 10,-2 4-29,0 0-6,1 4 13,-2 1 12,2 1-36,-1 3 0,-1 3 24,1 2 6,0 3-7,-1-1-6,3 3 19,-2-1-19,2-1-3,0-3-15,1-2 12,1-2-12,-1-2-1,2-3-22,-2-5 22,1 0 0,-1-3-1,0-3-17,-1 0 18,0-4 1,-2-2-1,0-2-16,-1-4 14,0-3 0,0-2-20,0-1 6,0-3 16,-1-1 3,0-2-3,-2 0-19,1-3 19,1 0 0,-2 0-25,2-2 1,0 0 24,0-1 0,-1 2-14,1 1-15,1-1 27,-2 2 0,2-2-27,0-1-44,0 0 54,0 0 17,0-2-26,0 2 8,0-1 18,0-1 2,0 1-22,0-1-10,0-2 30,0 0-1,0-1-22,0 1-20,0-2 26,0 1 18,0 3-12,0-2 0,0-2 13,0 1 0,0-1-22,0 1 20,0-2 2,-2 0 13,2 1-13,0-1 0,0 0 14,-1 0-4,1-1-10,-2 0-15,2 0 15,0 0 0,0 0-7,-1 0 4,-1 0-13,-2 0 0,-1 0-103,-3 0 35,0 0 59,-3-5 25,-1-2 0,-2 2 0,-1-5 0,0 2 26,-4 0-13,2-2-13,-4 1 3,0-1 20,-2 1-23,1 1-11,-3-1 11,-1 3 26,1 0-25,1 0 0,-2 4 17,2-1 5,-1 2-23,2 0-23,-1-1 22,1 2 1,1 0-13,1 2-12,-1 2 8,2-1-2,1 3-36,1-1-29,-1-1 10,3 2-49,1 0-159,2-4-105,0 2 49,2-2-154,-3-4-307</inkml:trace>
  </inkml:traceGroup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</inkml:channelProperties>
      </inkml:inkSource>
      <inkml:timestamp xml:id="ts0" timeString="2024-03-15T14:58:10.756"/>
    </inkml:context>
    <inkml:brush xml:id="br0">
      <inkml:brushProperty name="width" value="0.14" units="cm"/>
      <inkml:brushProperty name="height" value="0.14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8DFFF7F7-D5E5-4D02-94C5-8426F636AC13}" emma:medium="tactile" emma:mode="ink">
          <msink:context xmlns:msink="http://schemas.microsoft.com/ink/2010/main" type="inkDrawing" rotatedBoundingBox="15868,12559 16099,12887 16066,12910 15835,12582" semanticType="callout" shapeName="Other">
            <msink:sourceLink direction="with" ref="{B24BCCFC-08E6-49E2-96DD-C51D74ADED7E}"/>
          </msink:context>
        </emma:interpretation>
      </emma:emma>
    </inkml:annotationXML>
    <inkml:trace contextRef="#ctx0" brushRef="#br0">3685 1178 186,'0'0'231,"0"0"-172,0 0 212,0 0-192,0 0-79,0 0-29,0 0 12,0 0 17,0 0 20,0 0 39,-2-32 6,2 28 36,-2 1 16,2 0-19,0 0 16,-1 3 16,1-2-6,0 2-27,0 0-22,0 0-10,0-1-13,-1 1-13,1 0-13,0 0-4,0 0-5,0 0-4,0 0 3,0 0 10,0 0 3,0 0-6,0 0-7,0 0 0,0 0-13,0 0 10,0-1 0,-1 0 13,-1-3-26,1-1-55,-1-3 0,0 1 19,-1-1 36,1 3 17,0-1 2,-1 2-5,1 0-14,0 0-23,-1 0 8,1 0 15,-1 0 0,0 2-19,2-2 6,-2 2 13,2-1 16,1 2-16,-1-1 0,1 2-2,0-2-1,-2 2-17,2 0-9,0 0-10,0 0-26,0 0-16,0 0-23,0 0-13,7 8 117,2 3 78,2 5 36,3 7-33,4 2-52,-1 4-29,3 1-2,1 0-11,0-2 11,-1-3-53,-1 2-4,-1-4-110,-4-2-95,-3-5-68,-3 2-284</inkml:trace>
  </inkml:traceGroup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</inkml:channelProperties>
      </inkml:inkSource>
      <inkml:timestamp xml:id="ts0" timeString="2024-03-15T14:57:02.068"/>
    </inkml:context>
    <inkml:brush xml:id="br0">
      <inkml:brushProperty name="width" value="0.14" units="cm"/>
      <inkml:brushProperty name="height" value="0.14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94C7BA5C-BFF2-4DF3-A55D-F18A572F8C46}" emma:medium="tactile" emma:mode="ink">
          <msink:context xmlns:msink="http://schemas.microsoft.com/ink/2010/main" type="writingRegion" rotatedBoundingBox="12047,8693 16859,8852 16741,12414 11930,12255"/>
        </emma:interpretation>
      </emma:emma>
    </inkml:annotationXML>
    <inkml:traceGroup>
      <inkml:annotationXML>
        <emma:emma xmlns:emma="http://www.w3.org/2003/04/emma" version="1.0">
          <emma:interpretation id="{5E497556-F5F9-4413-9976-462E9AA7FD9F}" emma:medium="tactile" emma:mode="ink">
            <msink:context xmlns:msink="http://schemas.microsoft.com/ink/2010/main" type="paragraph" rotatedBoundingBox="12047,8693 16859,8852 16825,9887 12013,9728" alignmentLevel="1"/>
          </emma:interpretation>
        </emma:emma>
      </inkml:annotationXML>
      <inkml:traceGroup>
        <inkml:annotationXML>
          <emma:emma xmlns:emma="http://www.w3.org/2003/04/emma" version="1.0">
            <emma:interpretation id="{B925F9A3-8574-4910-8F5C-FC41EDC5BFE9}" emma:medium="tactile" emma:mode="ink">
              <msink:context xmlns:msink="http://schemas.microsoft.com/ink/2010/main" type="line" rotatedBoundingBox="12047,8693 16859,8852 16825,9887 12013,9728">
                <msink:destinationLink direction="with" ref="{33B85248-9255-43BF-8E44-90B6437B9872}"/>
              </msink:context>
            </emma:interpretation>
          </emma:emma>
        </inkml:annotationXML>
        <inkml:traceGroup>
          <inkml:annotationXML>
            <emma:emma xmlns:emma="http://www.w3.org/2003/04/emma" version="1.0">
              <emma:interpretation id="{555841C9-5282-4C79-BF22-A46552E07C1A}" emma:medium="tactile" emma:mode="ink">
                <msink:context xmlns:msink="http://schemas.microsoft.com/ink/2010/main" type="inkWord" rotatedBoundingBox="12047,8693 16859,8852 16825,9887 12013,9728"/>
              </emma:interpretation>
              <emma:one-of disjunction-type="recognition" id="oneOf0">
                <emma:interpretation id="interp0" emma:lang="en-US" emma:confidence="0.5">
                  <emma:literal>256×48.</emma:literal>
                </emma:interpretation>
                <emma:interpretation id="interp1" emma:lang="en-US" emma:confidence="0">
                  <emma:literal>2564×48.</emma:literal>
                </emma:interpretation>
                <emma:interpretation id="interp2" emma:lang="en-US" emma:confidence="0">
                  <emma:literal>2567×48.</emma:literal>
                </emma:interpretation>
                <emma:interpretation id="interp3" emma:lang="en-US" emma:confidence="0">
                  <emma:literal>2562×48.</emma:literal>
                </emma:interpretation>
                <emma:interpretation id="interp4" emma:lang="en-US" emma:confidence="0">
                  <emma:literal>2567×488.</emma:literal>
                </emma:interpretation>
              </emma:one-of>
            </emma:emma>
          </inkml:annotationXML>
          <inkml:trace contextRef="#ctx0" brushRef="#br0">-47-2598 1121,'0'0'810,"0"0"-544,0 0-194,0 0-43,0 0 81,5-54 45,-3 48 19,0 2-61,1 1-51,-3 2-62,2 1-87,1 0-48,1 3 9,3 4 126,1 3 100,0 4 13,0 4-65,-2 4-3,-1 4-13,-5 3-32,0 1-19,-3 2 19,-8-1 10,0 0-10,-2-3-49,-3-3 30,1-3 18,-1-1-1,0-5 2,0-2 15,0-4 27,2-3-4,2-2 4,0-2 12,3-1 7,-1-2-19,4 0-13,1 0 31,0-3-34,1 1-26,2-2 3,-1 2-3,3-1 12,0 1-12,0 0-13,0 0-9,0 2-29,0 0-55,7 0-83,2 2 57,3 5 67,4 1 14,5 4 18,0 3 33,2 0 11,3 4-11,0-1-19,1 1 7,0-3 11,-1-1-34,0-3-48,0-4-47,-3-1-87,3-5-82,-3-2-16,0-1 41,-6-4-64,7-10-266</inkml:trace>
          <inkml:trace contextRef="#ctx0" brushRef="#br0" timeOffset="341.3879">427-2476 1170,'0'0'1059,"0"0"-865,0 0-136,0 0 36,0 0 102,0 0 32,0 0-42,0 0-119,0 0-67,0 0-32,-47-41-28,41 48-56,-2 2 4,-2 4 58,1 3 18,-2 3-9,1 2 26,-1-1 19,3 2 0,0 0-29,4-2 3,0 1 13,3-4 10,1 2-45,0-2 15,6-2 18,2-3 14,5 0-8,1 1 9,4-3 61,0-4-6,4 4-26,-1-5-7,1 1 14,0-1 15,-3-1-51,0 2-21,-3-1 18,-2-1 3,-4 3-32,-2 0-15,-4 0 47,-3-1 19,-1 6-19,-10 0-78,-5 2-25,-6 3-36,-7 2-88,-3 0-110,-1 0-14,-4-4 22,9-3-104,-11-3-304</inkml:trace>
          <inkml:trace contextRef="#ctx0" brushRef="#br0" timeOffset="559.182">349-2449 2752,'0'0'462,"0"0"-462,0 0-64,0 0-70,0 0 134,0 0 59,79-33-20,-51 24-24,3 0-15,2 3-42,2 0-19,2 1-25,-1 2-62,-2 3-191,-9-1-312,8-1-108</inkml:trace>
          <inkml:trace contextRef="#ctx0" brushRef="#br0" timeOffset="992.162">984-2625 1292,'0'0'1201,"0"0"-1201,0 0-36,0 0 36,0 0 78,0 0 3,-68 38 2,57-27 4,0 2-3,0 1-17,-2 3 30,-1 2 12,1 2-4,-2 0-41,0 5 0,1 2-10,0 3-13,1 2-22,1 3 6,1 0 1,4 1-10,1-3-16,4-1-13,2-5 12,4-1-15,5-5-19,3-3-19,3-3 22,2-2 4,2-5-23,5-3 9,-2-5 42,2-1 13,-2 0-13,1-5 0,-2-2 10,0-3 12,-4-2-19,-3 0 19,-1-1 20,-5 1 5,0-1-15,-4 0-9,-2-1 21,-2 5-12,0-2-20,-3 1-12,-5 1 0,-2 0-44,-2 3-96,-4-3-32,-1 3 51,-4 2 34,1 2 13,1 2-29,0 0 26,2 0 0,2 6-52,5 3-49,1 0-94,4-1-111,2 2 9,3 0 45,0-2 0,3 1-72</inkml:trace>
          <inkml:trace contextRef="#ctx0" brushRef="#br0" timeOffset="1272.1736">1286-2416 973,'0'0'1741,"0"0"-1666,0 0-75,0 0 80,0 0 32,0 0-60,0 0-17,0 0-35,0 0-39,0 0-79,0 0 57,0 1 59,8 8 2,3 1 0,3 3 12,0 0 25,1 4-37,2 0-16,-1 2 16,3-2 0,-2 1 0,-1-1-37,2-2 37,-1 3 0,-2-3-19,0-1-20,-2-2-28,0 2-82,-3-3-112,0-1-158,-2-4-98,-2-2-46</inkml:trace>
          <inkml:trace contextRef="#ctx0" brushRef="#br0" timeOffset="1520.8645">1553-2482 1330,'0'0'1103,"0"0"-919,0 0-149,0 0 7,0 0 32,0 0 52,-63 9-24,54 2-80,-1-1-21,1 5 1,1 3 35,-3 3-37,-1 3 0,0 4 2,-2 2 8,-2 1-10,0 3-26,0 0 26,-1 2-1,3-2-40,0-2-24,2-2-12,2-5-22,5-7-72,3-6-46,2-6-126,0-3-177,0-3 22,8-4 45</inkml:trace>
          <inkml:trace contextRef="#ctx0" brushRef="#br0" timeOffset="2057.1771">1895-2552 1774,'0'0'662,"0"0"-485,0 0-12,0 0 79,0 0 15,0 0-103,0 0-73,0 0-36,0 0-47,0 0-54,0 0-32,-9-9 10,7 16 76,1 5 41,-1 3 39,-3 3-32,1 3-10,-1 3-8,-2 2-30,-2 2-2,2 3 2,-2-1 0,1 0-2,1-4-23,0 0 23,5-4 0,2-6-36,0-2 3,0-2 22,4-3 12,3-2-15,3-2 0,2-2 16,4 0 12,0-3-11,6 0 1,2 0 11,3-3-13,1-3-23,5 0-47,-1 2-13,0-1-22,3-2-61,-3 0-72,-1 0-85,-8 4-361,5-5-129</inkml:trace>
          <inkml:trace contextRef="#ctx0" brushRef="#br0" timeOffset="2284.3835">2128-2368 2146,'0'0'704,"0"0"-544,0 0-137,0 0 44,0 0-19,0 0-3,0 0 22,0 0-32,-35 72 0,35-50 13,1 4-39,1 3-9,-2 3-44,0 3 5,0 1-31,-2 1-67,-4 3-36,0-2-72,-3-1-97,2-8-362,-6 2-284</inkml:trace>
          <inkml:trace contextRef="#ctx0" brushRef="#br0" timeOffset="12919.0968">1967-2252 232,'0'0'293,"0"0"-153,0 0 127,0 0-179,0 0-39,0 0 20,0 0 25,0 0 23,0 0 4,0 0-1,0 0-6,-1 1-3,1-1-1,0 0-16,0 0-19,0 0-23,0 0-36,0 0-16,0 0-42,0 0-1,0 0 8,0 0-1,0 0-6,0 0 16,0-1 26,1 0 0,3 0 55,2-1 137,3-2 41,3-2 15,1-2-71,2-3-58,0-3-26,2-1-19,-1-2-20,3-3-12,-2 0-1,0 0-6,-1-2-12,-1 0-4,2 1 12,-4 0 8,-1 1-1,-3-1-3,-2 2 3,0-1-6,-4 1-10,-3 1-6,0-1-15,-2 1 18,-4-1-19,-3 2-16,-3-3-3,0 5-7,-2 0-18,-1 4 12,-2 2 16,0 2-9,-3 4-26,0 3-9,-3 0 25,-1 6-4,-1 3-9,0 3 20,0 3 25,1 0 1,2 2-23,3-2-7,3 3 29,1 0-23,4 1-16,2-2-9,0 4 32,4-2 6,0 2-16,4-1-3,1-1 0,0 2 29,3-2-39,4 0 19,3 0 23,3-1 18,2-2-18,1-1 0,2-1 0,4-2 13,1-1-9,0 1-4,1-2 11,2 1-11,-1-2-48,-1 1 48,-3 1 10,0-2-10,-4 5-20,-1-2 18,-5 2-1,0 0-10,-3 1-9,-3 1 22,0 2 9,-5 0 18,0 0-25,-5 1-2,-3-2 45,-3 0 4,-2 0-33,-4-2 3,1-1 32,-1-3 4,-1-1-23,1-4-3,-2 0 31,1-3 1,0-3-26,0 0 7,-1-1 9,2-3 3,1-4-35,0 0-16,4-4 48,1-1-45,3-1-6,2-4-50,5 0-8,1-4 4,2 1-51,8-4 3,7 0 28,5-1 16,7-4-25,5 3-1,7 1 39,4 0 9,2 1-64,2 8-187,-13 4-414,14 0-337</inkml:trace>
          <inkml:trace contextRef="#ctx0" brushRef="#br0" timeOffset="38375.1104">2483-2363 264,'0'0'796,"0"0"-640,0 0-143,0 0-13,0 0-13,0 0 13,0 0 17,0 0-15,0 0 0,0 0 40,0 0 39,-44-19 20,44 18 29,-3 1 36,3 0 10,-1-1-8,1 0-22,0 1-39,0 0-53,0 0-54,0 0-52,0 0-19,1 0-42,9 0 67,4 0 46,7 2 162,7-1-29,12-1-52,9 0-36,10 0-3,6-1-33,11-2-9,5-2-29,9-2 29,5 1-1,6-1-2,4 1-23,2-2 24,1 4 2,0 1-45,0 1 43,-2 1 2,-3 1 0,-6 3-10,-5 6-25,-7 2 12,-8 4 10,-5 3-19,-8 1 2,-6 1-44,-6 1-101,-7 2-146,-15-7-132,5 12-309</inkml:trace>
          <inkml:trace contextRef="#ctx0" brushRef="#br0" timeOffset="76120.294">2132-1710 62,'0'0'33,"0"0"-31,0 0 14,0 0 39,0 0 40,0 0-23,0 0-30,0 0-19,20-59 10,-17 57-17,-2-1-3,1-1-11,-1 2-2,2-2-13,-1 3-6,1 0 16,-1-2-13,0 0 3,1 2-3,-2-1-1,2 0 1,0 0 13,-1 2 0,0-1 0,1 0-13,-1 1 16,-1-2 0,1 2 0,0-1 3,-2 1 17,1-1-1,0 1 27,-1-2 6,0 2-19,0 0-20,0 0-11,0 0 1,2 0 17,-1 0-4,-1 0 7,0 0 6,1 0 4,0 0 52,-1 0-20,0 0 16,0 0 27,0 0 19,0 0-10,2 0-9,1 0-43,1 0-3,4 0 94,3 0-7,3 2-67,7-1-27,6 2-6,7-1-30,6 0 69,8 0-40,6 0-28,5-1-19,7-1-2,4 0-37,3 0 36,4 0-112,1 0-74,-17 0-206,24-1-345</inkml:trace>
        </inkml:traceGroup>
      </inkml:traceGroup>
    </inkml:traceGroup>
    <inkml:traceGroup>
      <inkml:annotationXML>
        <emma:emma xmlns:emma="http://www.w3.org/2003/04/emma" version="1.0">
          <emma:interpretation id="{B9C9A6FF-8287-43D5-B4E0-413B9ED010A9}" emma:medium="tactile" emma:mode="ink">
            <msink:context xmlns:msink="http://schemas.microsoft.com/ink/2010/main" type="paragraph" rotatedBoundingBox="12247,11511 15054,11616 15026,12362 12219,12257" alignmentLevel="1"/>
          </emma:interpretation>
        </emma:emma>
      </inkml:annotationXML>
      <inkml:traceGroup>
        <inkml:annotationXML>
          <emma:emma xmlns:emma="http://www.w3.org/2003/04/emma" version="1.0">
            <emma:interpretation id="{55127AAA-C8FC-4147-93F6-2CC63C29F84F}" emma:medium="tactile" emma:mode="ink">
              <msink:context xmlns:msink="http://schemas.microsoft.com/ink/2010/main" type="line" rotatedBoundingBox="12247,11511 15054,11616 15026,12362 12219,12257"/>
            </emma:interpretation>
          </emma:emma>
        </inkml:annotationXML>
        <inkml:traceGroup>
          <inkml:annotationXML>
            <emma:emma xmlns:emma="http://www.w3.org/2003/04/emma" version="1.0">
              <emma:interpretation id="{2B34E15A-8304-4288-9DE1-626DEE8E2018}" emma:medium="tactile" emma:mode="ink">
                <msink:context xmlns:msink="http://schemas.microsoft.com/ink/2010/main" type="inkWord" rotatedBoundingBox="12247,11511 13602,11562 13578,12213 12222,12163"/>
              </emma:interpretation>
              <emma:one-of disjunction-type="recognition" id="oneOf1">
                <emma:interpretation id="interp5" emma:lang="en-US" emma:confidence="0.5">
                  <emma:literal>256</emma:literal>
                </emma:interpretation>
                <emma:interpretation id="interp6" emma:lang="en-US" emma:confidence="0">
                  <emma:literal>2656</emma:literal>
                </emma:interpretation>
                <emma:interpretation id="interp7" emma:lang="en-US" emma:confidence="0">
                  <emma:literal>2566</emma:literal>
                </emma:interpretation>
                <emma:interpretation id="interp8" emma:lang="en-US" emma:confidence="0">
                  <emma:literal>2556</emma:literal>
                </emma:interpretation>
                <emma:interpretation id="interp9" emma:lang="en-US" emma:confidence="0">
                  <emma:literal>26</emma:literal>
                </emma:interpretation>
              </emma:one-of>
            </emma:emma>
          </inkml:annotationXML>
          <inkml:trace contextRef="#ctx0" brushRef="#br0" timeOffset="14168.2364">114 89 251,'0'0'727,"0"0"-535,0 0-127,0 0 10,0 0 36,-33-57 6,29 51-45,0-1-23,3 2 9,-1 0 7,2 0-23,0 3-25,0 0-17,6 1-10,2 1-49,3 0 30,5 0 29,2 4 0,3 5-17,0 1 4,1 4 9,-1 3-12,-1 1 13,-4 0 1,0 3 1,-5 1-1,-2 1-15,-7 1 17,-2 0 30,-2 3-11,-8-1-16,-4 1 1,-4-1-1,-2 2 10,0-2-13,-4-2-16,1-2 16,1-2 0,0-2 0,0-1 0,1-5 16,3-1 20,3-4-14,1-2-2,5-1 3,2-1 12,2-1 1,3-2 65,1 0 58,1 0-59,1 0-100,7-3-30,5-3 30,9-2 42,5 0 0,6-1-16,4 2 16,3 1-42,3 2-13,1 4-45,1-2 9,1 2 4,-1 0-65,0 0 35,1 0-58,-4 0-195,-9-1 54,10-6-286</inkml:trace>
          <inkml:trace contextRef="#ctx0" brushRef="#br0" timeOffset="14498.3384">804 137 1672,'0'0'363,"0"0"-340,0 0-7,-78 6-16,56 0 2,3 3 2,2 3-4,1-1-17,5 1-9,2-1 0,5 3 1,1 0 12,3 1 9,0 0 2,3 1-17,4 0 19,2 2 20,2-2-7,4 2 0,0-1 20,4-1 54,0 2 49,3-3-22,1 0 5,0 0-32,-2-3-28,-1 1-34,-2-1-2,-2-3-21,-4 1 33,0-2-8,-5 0-27,-2-1-16,-5 2 2,0 1 14,-7 1 17,-8 3-17,-6 4-70,-2-1-85,-5 2-65,-2-3-85,-1-2-69,-2-3-10,9-4-124,-12-2-203</inkml:trace>
          <inkml:trace contextRef="#ctx0" brushRef="#br0" timeOffset="14668.4719">777 219 1053,'0'0'788,"0"0"-422,0 0-175,74-60-62,-54 49-129,-1 3-19,-1 2-75,4 4 23,4 1 36,2-1-11,5 1-57,2 1-69,2 0-114,-9 0-254,10-3-620</inkml:trace>
          <inkml:trace contextRef="#ctx0" brushRef="#br0" timeOffset="15054.5199">1373 57 2013,'0'0'395,"0"0"-324,0 0-48,0 0 6,0 0-4,-76 31 14,64-20 16,-1 3-7,2 2-19,1 4 7,-1 1 6,-1 5 22,1 4-45,0 3-17,-2 6 37,2 1-1,0 4-34,0 1 37,5-3 7,2-3-9,3-4-39,1-5-23,1-6 22,6-4 0,2-4-34,1-4 0,2-3 35,2-4 2,1-4-1,2-1 20,0-2 40,-1-8-6,0-3-33,0-2-6,-3-2 22,-1-1-3,-3-2-19,-3 2-14,-2-1 29,-2 3-12,-2-1-19,-3 1-16,-5 1-3,-2 1 18,-2 2-52,-3 1-4,-2 0-1,0 3-12,-1-1-23,1 4-7,1 2 23,2 2-4,3 1-51,3 3-94,0 5-114,3 3-50,3 2 48,2 1-7,0-1-100</inkml:trace>
        </inkml:traceGroup>
        <inkml:traceGroup>
          <inkml:annotationXML>
            <emma:emma xmlns:emma="http://www.w3.org/2003/04/emma" version="1.0">
              <emma:interpretation id="{C71E00FA-7814-477D-B497-6FA831B191D0}" emma:medium="tactile" emma:mode="ink">
                <msink:context xmlns:msink="http://schemas.microsoft.com/ink/2010/main" type="inkWord" rotatedBoundingBox="13888,11763 14364,11781 14343,12336 13868,12319"/>
              </emma:interpretation>
              <emma:one-of disjunction-type="recognition" id="oneOf2">
                <emma:interpretation id="interp10" emma:lang="en-US" emma:confidence="0.5">
                  <emma:literal>x</emma:literal>
                </emma:interpretation>
                <emma:interpretation id="interp11" emma:lang="en-US" emma:confidence="0">
                  <emma:literal>X</emma:literal>
                </emma:interpretation>
                <emma:interpretation id="interp12" emma:lang="en-US" emma:confidence="0">
                  <emma:literal>+</emma:literal>
                </emma:interpretation>
                <emma:interpretation id="interp13" emma:lang="en-US" emma:confidence="0">
                  <emma:literal>t</emma:literal>
                </emma:interpretation>
                <emma:interpretation id="interp14" emma:lang="en-US" emma:confidence="0">
                  <emma:literal>¥</emma:literal>
                </emma:interpretation>
              </emma:one-of>
            </emma:emma>
          </inkml:annotationXML>
          <inkml:trace contextRef="#ctx0" brushRef="#br0" timeOffset="15327.2375">1660 248 863,'0'0'563,"0"0"-445,0 0-79,0 0 61,0 0 27,0 0-29,0 0-98,0 0-69,0 0-57,0 0 106,0 0 20,34 16 114,-23-3-36,5 3 19,3 4-9,0 1-4,3 1-32,2 1-20,0 0 14,0 2 4,1 1-50,0 0-38,0 0 38,-1-1-1,-2 0 1,2 0-4,-2-5-73,-1-3-4,-3-3-82,-3-3-74,1-4-10,-4-2-26,-4-5-115,3 0-150</inkml:trace>
          <inkml:trace contextRef="#ctx0" brushRef="#br0" timeOffset="15550.2808">2061 301 1284,'0'0'615,"0"0"-385,0 0-74,0 0-40,-79-15 20,65 18-42,1 5-78,0 3-16,1 3 0,0 3 18,0 4-5,3 1 0,-2 5-10,-1 2 16,0 2-18,-2 3 2,0 3-6,-1 0-13,2 1-6,-1-2-20,3-3-3,3-2-13,1-3-62,3-7-77,4-2-128,0-6-55,0-5-30,11-4-197</inkml:trace>
        </inkml:traceGroup>
        <inkml:traceGroup>
          <inkml:annotationXML>
            <emma:emma xmlns:emma="http://www.w3.org/2003/04/emma" version="1.0">
              <emma:interpretation id="{F8B5D0FA-8C48-4630-8C03-46BB8ADB888D}" emma:medium="tactile" emma:mode="ink">
                <msink:context xmlns:msink="http://schemas.microsoft.com/ink/2010/main" type="inkWord" rotatedBoundingBox="14600,11602 15054,11619 15034,12172 14579,12155">
                  <msink:destinationLink direction="with" ref="{6138BCB8-E4DD-4F11-9AD1-F72BC406C4DD}"/>
                </msink:context>
              </emma:interpretation>
              <emma:one-of disjunction-type="recognition" id="oneOf3">
                <emma:interpretation id="interp15" emma:lang="en-US" emma:confidence="0.5">
                  <emma:literal>8</emma:literal>
                </emma:interpretation>
                <emma:interpretation id="interp16" emma:lang="en-US" emma:confidence="0">
                  <emma:literal>g</emma:literal>
                </emma:interpretation>
                <emma:interpretation id="interp17" emma:lang="en-US" emma:confidence="0">
                  <emma:literal>S</emma:literal>
                </emma:interpretation>
                <emma:interpretation id="interp18" emma:lang="en-US" emma:confidence="0">
                  <emma:literal>@</emma:literal>
                </emma:interpretation>
                <emma:interpretation id="interp19" emma:lang="en-US" emma:confidence="0">
                  <emma:literal>&amp;</emma:literal>
                </emma:interpretation>
              </emma:one-of>
            </emma:emma>
          </inkml:annotationXML>
          <inkml:trace contextRef="#ctx0" brushRef="#br0" timeOffset="16166.2683">2359 412 998,'0'0'638,"0"0"-567,0 0-71,0 0 0,0 0 30,0 0 2,0 0 10,0 0 130,0 0 36,0 0-46,0 0-13,72 52-30,-50-53-19,1-5-7,0-5-9,3-1-23,0-5-23,0-2 7,-2-1 3,1-5-16,-3 2-3,0-3 16,-3 1-10,-2 2-19,-4 0-14,-2 4 27,-5-1 6,-4 5-19,-2 0 13,-2 2-10,-7 0 0,-2 1-18,-5 2 15,-6 0 3,-2 3-19,-2 4-13,-4 3-16,-1 0 1,1 7 15,0 3-22,1 5-13,4 0 35,1 3 1,5-1-36,6 2-10,3-1 23,5 0-13,4 2-19,1-2-1,6 0 65,5 1-10,6-3-9,2 2 18,2-3 4,2 0 23,1-1-22,2-1 10,-1 0-11,-1-1-1,-1 2 0,-2-2-14,-2 2 15,-2 0 1,-4 1-1,-3 0 0,-4 0 0,-3 0 25,-3-2-12,0 1 3,-7-1 35,-5 1 1,-1-3-20,-6 0-16,-4-1 13,-1-2-4,0-1-12,-2-3-12,0-3 28,1-1 3,1 0 6,2-7 0,3-1 52,4-3-11,3-2-47,6-4-32,1-3-22,5-6-7,5-3-35,8-2-22,7-2 42,8-2-4,4 0-16,6 4 10,3-4 41,3 7-3,-1 2-45,-2 4-48,-2 6-36,-3 4-242,-11 6-213,5 5-139</inkml:trace>
        </inkml:traceGroup>
      </inkml:traceGroup>
    </inkml:traceGroup>
  </inkml:traceGroup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</inkml:channelProperties>
      </inkml:inkSource>
      <inkml:timestamp xml:id="ts0" timeString="2024-03-15T14:57:41.229"/>
    </inkml:context>
    <inkml:brush xml:id="br0">
      <inkml:brushProperty name="width" value="0.14" units="cm"/>
      <inkml:brushProperty name="height" value="0.14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80029D09-75C3-46C3-9B71-FB3FF25B6BB6}" emma:medium="tactile" emma:mode="ink">
          <msink:context xmlns:msink="http://schemas.microsoft.com/ink/2010/main" type="writingRegion" rotatedBoundingBox="15057,12011 16785,12011 16785,12116 15057,12116"/>
        </emma:interpretation>
      </emma:emma>
    </inkml:annotationXML>
    <inkml:traceGroup>
      <inkml:annotationXML>
        <emma:emma xmlns:emma="http://www.w3.org/2003/04/emma" version="1.0">
          <emma:interpretation id="{303CD714-60FB-4670-AD84-3E693CAC326D}" emma:medium="tactile" emma:mode="ink">
            <msink:context xmlns:msink="http://schemas.microsoft.com/ink/2010/main" type="paragraph" rotatedBoundingBox="15057,12011 16785,12011 16785,12116 15057,12116" alignmentLevel="1"/>
          </emma:interpretation>
        </emma:emma>
      </inkml:annotationXML>
      <inkml:traceGroup>
        <inkml:annotationXML>
          <emma:emma xmlns:emma="http://www.w3.org/2003/04/emma" version="1.0">
            <emma:interpretation id="{14307798-08D1-4A62-A7BC-247117460374}" emma:medium="tactile" emma:mode="ink">
              <msink:context xmlns:msink="http://schemas.microsoft.com/ink/2010/main" type="line" rotatedBoundingBox="15057,12011 16785,12011 16785,12116 15057,12116"/>
            </emma:interpretation>
          </emma:emma>
        </inkml:annotationXML>
        <inkml:traceGroup>
          <inkml:annotationXML>
            <emma:emma xmlns:emma="http://www.w3.org/2003/04/emma" version="1.0">
              <emma:interpretation id="{33D1B27D-05E1-42F7-B887-1F95178CED7B}" emma:medium="tactile" emma:mode="ink">
                <msink:context xmlns:msink="http://schemas.microsoft.com/ink/2010/main" type="inkWord" rotatedBoundingBox="15057,12011 16785,12011 16785,12116 15057,12116"/>
              </emma:interpretation>
              <emma:one-of disjunction-type="recognition" id="oneOf0">
                <emma:interpretation id="interp0" emma:lang="en-US" emma:confidence="0.5">
                  <emma:literal>-</emma:literal>
                </emma:interpretation>
                <emma:interpretation id="interp1" emma:lang="en-US" emma:confidence="0">
                  <emma:literal>_</emma:literal>
                </emma:interpretation>
                <emma:interpretation id="interp2" emma:lang="en-US" emma:confidence="0">
                  <emma:literal>.</emma:literal>
                </emma:interpretation>
                <emma:interpretation id="interp3" emma:lang="en-US" emma:confidence="0">
                  <emma:literal>~</emma:literal>
                </emma:interpretation>
                <emma:interpretation id="interp4" emma:lang="en-US" emma:confidence="0">
                  <emma:literal>,</emma:literal>
                </emma:interpretation>
              </emma:one-of>
            </emma:emma>
          </inkml:annotationXML>
          <inkml:trace contextRef="#ctx0" brushRef="#br0">2866 550 1186,'0'0'416,"0"0"-296,0 0-71,0 0 45,0 0 52,0 0-6,0 0-56,0 0-45,0 0 6,0 0 23,-38-47 0,43 46-38,4-2-30,3 1 0,6 0 17,8 2 5,7 0-19,8 0 30,9 0 0,6 4-33,9 0-29,5 2-16,6-1 42,4 1-23,4-2 26,5-1 1,2-1-1,4-2-1,0 0-12,1 0 0,-3 3-6,-3 0-43,-3 2-45,-7 0-84,-6 4-30,-8 0-78,-8 2-56,-15-2-143,3 8-167</inkml:trace>
        </inkml:traceGroup>
      </inkml:traceGroup>
    </inkml:traceGroup>
  </inkml:traceGroup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</inkml:channelProperties>
      </inkml:inkSource>
      <inkml:timestamp xml:id="ts0" timeString="2024-03-15T14:56:51.331"/>
    </inkml:context>
    <inkml:brush xml:id="br0">
      <inkml:brushProperty name="width" value="0.14" units="cm"/>
      <inkml:brushProperty name="height" value="0.14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D9C61F40-293B-41F8-9799-D7D493321C27}" emma:medium="tactile" emma:mode="ink">
          <msink:context xmlns:msink="http://schemas.microsoft.com/ink/2010/main" type="writingRegion" rotatedBoundingBox="10402,13976 16839,13232 16975,14405 10538,15149">
            <msink:destinationLink direction="with" ref="{B24BCCFC-08E6-49E2-96DD-C51D74ADED7E}"/>
          </msink:context>
        </emma:interpretation>
      </emma:emma>
    </inkml:annotationXML>
    <inkml:traceGroup>
      <inkml:annotationXML>
        <emma:emma xmlns:emma="http://www.w3.org/2003/04/emma" version="1.0">
          <emma:interpretation id="{4F83642E-2122-4FB1-938C-02427FF9085E}" emma:medium="tactile" emma:mode="ink">
            <msink:context xmlns:msink="http://schemas.microsoft.com/ink/2010/main" type="paragraph" rotatedBoundingBox="10402,13976 16839,13232 16975,14405 10538,15149" alignmentLevel="1"/>
          </emma:interpretation>
        </emma:emma>
      </inkml:annotationXML>
      <inkml:traceGroup>
        <inkml:annotationXML>
          <emma:emma xmlns:emma="http://www.w3.org/2003/04/emma" version="1.0">
            <emma:interpretation id="{B76B404A-D3F8-4392-B7A9-75A06AFAFC40}" emma:medium="tactile" emma:mode="ink">
              <msink:context xmlns:msink="http://schemas.microsoft.com/ink/2010/main" type="line" rotatedBoundingBox="10402,13976 16839,13232 16975,14405 10538,15149"/>
            </emma:interpretation>
          </emma:emma>
        </inkml:annotationXML>
        <inkml:traceGroup>
          <inkml:annotationXML>
            <emma:emma xmlns:emma="http://www.w3.org/2003/04/emma" version="1.0">
              <emma:interpretation id="{A79C5690-F4A7-4F4E-B70B-992F5F0A28C9}" emma:medium="tactile" emma:mode="ink">
                <msink:context xmlns:msink="http://schemas.microsoft.com/ink/2010/main" type="inkWord" rotatedBoundingBox="10460,14474 11057,14406 11114,14898 10517,14967">
                  <msink:destinationLink direction="with" ref="{DB42503C-3C0A-44FC-9080-45979E0B3F00}"/>
                </msink:context>
              </emma:interpretation>
              <emma:one-of disjunction-type="recognition" id="oneOf0">
                <emma:interpretation id="interp0" emma:lang="en-US" emma:confidence="0.5">
                  <emma:literal>"</emma:literal>
                </emma:interpretation>
                <emma:interpretation id="interp1" emma:lang="en-US" emma:confidence="0">
                  <emma:literal>,</emma:literal>
                </emma:interpretation>
                <emma:interpretation id="interp2" emma:lang="en-US" emma:confidence="0">
                  <emma:literal>;</emma:literal>
                </emma:interpretation>
                <emma:interpretation id="interp3" emma:lang="en-US" emma:confidence="0">
                  <emma:literal>i</emma:literal>
                </emma:interpretation>
                <emma:interpretation id="interp4" emma:lang="en-US" emma:confidence="0">
                  <emma:literal>)</emma:literal>
                </emma:interpretation>
              </emma:one-of>
            </emma:emma>
          </inkml:annotationXML>
          <inkml:trace contextRef="#ctx0" brushRef="#br0">-1762 2970 241,'0'0'418,"0"0"577,0 0-654,0 0-120,0 0-79,0 0-16,0 0 74,0 0 29,0 0-46,0 0-14,0 0 13,2-12-5,-2 12-54,0 0-41,0 2 16,0 3 2,0 1-78,0 7-20,0 4-2,1 6 0,1 4 0,2 3 0,0 2 45,-1 0-8,2-1-37,-3-1-21,2 0 21,-2-1-1,1-2-43,0-3-26,0 1 1,-1-4 15,3-2-56,-4-6-32,5-1-13,-2-5-68,1-1-123,1-4-138,0-2-210,-1 0 30</inkml:trace>
          <inkml:trace contextRef="#ctx0" brushRef="#br0" timeOffset="290.966">-1230 2994 1205,'0'0'1322,"0"0"-1125,0 0-197,0 0-2,0 0 2,0 0 35,-12 57 56,16-42 15,1 2-7,1-1 7,0 3-14,1-1-15,-1 2-17,0 1-47,2-2-10,-2 3 19,1-2-18,-1 1-3,0 0-1,-2-3 0,2-1-4,0-2-34,-1-2-44,2 0-24,-1-3-57,-1-2-65,1-3-69,-2-2-182,0-2-213,-3-2-571</inkml:trace>
        </inkml:traceGroup>
        <inkml:traceGroup>
          <inkml:annotationXML>
            <emma:emma xmlns:emma="http://www.w3.org/2003/04/emma" version="1.0">
              <emma:interpretation id="{C646B091-50F3-45D9-9956-0B71CE4A7F50}" emma:medium="tactile" emma:mode="ink">
                <msink:context xmlns:msink="http://schemas.microsoft.com/ink/2010/main" type="inkWord" rotatedBoundingBox="11836,13810 16839,13232 16975,14405 11971,14983">
                  <msink:destinationLink direction="with" ref="{F5540F51-7D5C-41BB-995B-A15AF2FBF966}"/>
                </msink:context>
              </emma:interpretation>
              <emma:one-of disjunction-type="recognition" id="oneOf1">
                <emma:interpretation id="interp5" emma:lang="en-US" emma:confidence="0.5">
                  <emma:literal>1256×8</emma:literal>
                </emma:interpretation>
                <emma:interpretation id="interp6" emma:lang="en-US" emma:confidence="0">
                  <emma:literal>125648.</emma:literal>
                </emma:interpretation>
                <emma:interpretation id="interp7" emma:lang="en-US" emma:confidence="0">
                  <emma:literal>12566×8</emma:literal>
                </emma:interpretation>
                <emma:interpretation id="interp8" emma:lang="en-US" emma:confidence="0">
                  <emma:literal>12568×8</emma:literal>
                </emma:interpretation>
                <emma:interpretation id="interp9" emma:lang="en-US" emma:confidence="0">
                  <emma:literal>125648-8</emma:literal>
                </emma:interpretation>
              </emma:one-of>
            </emma:emma>
          </inkml:annotationXML>
          <inkml:trace contextRef="#ctx0" brushRef="#br0" timeOffset="27771.4309">280 2361 760,'0'0'778,"0"0"-563,0 0-137,0 0 26,0 0 38,0 0 11,0 0-85,0 0-13,0 0 29,0 0-23,0 0-19,-43-21-9,43 21-1,0 0 3,0 0 11,4 0-30,5-1 3,6 1 29,2-1 17,3 1-38,4 0-27,1 3-12,-1 5-33,0 0 41,0 4-9,-1 2-17,-3 3 30,-3 4 33,-3 4 34,-5 5-41,-7 4 12,-2 5 11,-9 3-37,-9 2-12,-4-1-22,-2 0 22,-2-5 15,-1-4-15,1-4 0,-1-3 2,2-6 24,2-2-23,2-6 23,4-3 22,4-3 12,3-4-8,7-2 69,1-1 98,2-4-59,3-3-160,7-5-53,5-3 53,7-1 0,4-3-16,4 2-27,3 2 42,2 3-55,2 2-11,3 4-3,0 2 22,2 3 20,-2 1-81,0 0-93,0 0-96,-3 0-3,0 0-217,-10 0-9,8 0-281</inkml:trace>
          <inkml:trace contextRef="#ctx0" brushRef="#br0" timeOffset="28135.9496">1059 2483 2677,'0'0'421,"0"0"-351,0 0-54,0 0-9,0 0 44,0 0-5,0 0-44,-73-32 25,63 32 62,-2 5-89,-1 1-57,2 7-13,-2 1 41,0 3 7,1 2-20,1 3-6,3-1 48,0 1 0,3-1-35,4 0-3,1-1 15,0-2 1,7-3-4,6 0 26,2-3 46,4-1 25,4-1-20,1-3-22,4-2 38,0 1-23,-2-1-44,-2-1 2,-1 2-2,-5-1 7,-4 0-7,-2 0-13,-5 1 13,-2 3 19,-2 1-17,-3 1 21,0 3 47,-8 3-10,-4 0-60,-4 0-13,-3 1-47,-2-2-4,-2-1-57,-3-1-55,1-3-26,1-4-8,0-3-97,1-4-156,0 0-12,8-6-108,-6-10-214</inkml:trace>
          <inkml:trace contextRef="#ctx0" brushRef="#br0" timeOffset="28297.823">1027 2527 772,'0'0'166,"0"0"98,0 0-153,0 0-4,0 0-32,73-18-46,-53 16-9,3 1-18,3 0-2,3-1 0,1 1-19,5-1 3,-1-2 3,3 0-42,-10 2-320,12-5-692</inkml:trace>
          <inkml:trace contextRef="#ctx0" brushRef="#br0" timeOffset="28688.7222">1776 2329 1011,'0'0'1610,"0"0"-1497,-66 29-78,41-16 158,-1 4 34,0 1-51,2 2-55,0 0-26,6 2 3,0 0-7,5 1-31,2 4-25,0 5-34,3 2 1,1 1 11,3 6-13,3-1-28,1 1 0,0-3-3,7-1-4,1-3-19,5-4-6,1-3 10,3-4-14,2-4-2,2-6-23,1-3 54,0-5-10,1-4 26,0-1 9,-1-6 10,0-5 26,-4-2-13,-1-2 2,-3-1 17,-5 0 3,-2-1-16,-3 2-6,-4 2 19,0-1 16,-4 1-45,-7 2-3,-3-2-1,-5 2-18,-2 2-45,-4 2-38,-2 2 0,-1 2-35,-2 3 11,1 3 72,3 3 28,3 3-29,6 2-19,3-1-67,5 2-95,7 0-225,2-2-65,0-3-25,8 1-153</inkml:trace>
          <inkml:trace contextRef="#ctx0" brushRef="#br0" timeOffset="28937.2432">1979 2561 1558,'0'0'1071,"0"0"-917,0 0-96,0 0-58,0 0-35,0 0 12,0 0 23,0 0 29,0 0 36,0 0 15,0 0-29,82 59-32,-58-42-19,1 1 26,-1 0-4,3 2-22,-2 1-19,2 1 16,-2-1 2,0-1-83,-1 0-31,0-1-30,-2-4-49,0 0-77,-3-6-34,-1-3-72,-5-3 35,4-3-218</inkml:trace>
          <inkml:trace contextRef="#ctx0" brushRef="#br0" timeOffset="29156.9756">2361 2566 947,'0'0'1206,"0"0"-1034,0 0-46,-78 15 87,56-2 70,1 1-46,2 2-96,3 1-68,1 3 9,1 0 7,2 2-41,3 1-32,0 2 15,0 2-8,1 3-23,1 2-41,0-2 13,2 1-29,1-1-42,1-3-47,3-2-26,0-5-66,0-3-84,3-4-173,4-4-96,0-5-34,4-4-200</inkml:trace>
          <inkml:trace contextRef="#ctx0" brushRef="#br0" timeOffset="29738.2685">2612 2678 869,'0'0'756,"0"0"-555,0 0-197,0 0 109,0 0 137,0 0-1,0 0-61,0 0-34,0 0-38,0 0 12,77 32 32,-58-36-25,2-5-46,1-1-7,2-4 4,0-4-4,2 0-34,-2-4-11,1 0-8,-3-1-4,-1 1-12,-3 1-10,-3 0 0,-4 3 13,-4 2-13,-4 1 22,-3 1 16,0 0-29,-7 1-10,-3 1-4,-5 0 1,-4 4-1,-4 0-45,-3 4-6,-3 3-17,-2 1 26,-1 4-3,1 5 28,1 3 17,4 3-30,3 1 3,5 2-12,2 2 0,7 1-10,3 0-6,6 0 3,0 0 22,9-2 3,5 0-3,4 0 31,3-2 1,3-1-1,2-2 1,1 0 0,0-3 32,-2 2 13,0-2-29,-1 1 3,-5 1 9,-2 0 4,-2 0-16,-3 2 3,-4-1 7,-1-1 15,-5-1-9,-2-2 25,0 0 9,-2-1 19,-6 1-44,-3-3-19,-4 1 10,-1-3-1,-1-1-31,-3-2-8,-1-1 8,0-1 25,-1-3-22,3-6-3,0-2 0,2-5-2,6-5-26,3-5-23,6-4 4,2-6-3,7-7-61,9-3-25,5-5-33,4-2-10,6-2-45,6-1-95,1 1-150,-8 15-67,10-21-468</inkml:trace>
          <inkml:trace contextRef="#ctx0" brushRef="#br0" timeOffset="-43994.865">-370 2292 2179,'0'0'482,"0"0"-328,0 0-154,0 0 0,0 0-9,0 0 9,0 0 0,0 0-41,0 0-11,0 0 33,0 0 19,-9 65 3,13-33 49,1 8 28,0 5-6,1 8-51,1 3 6,1 4-1,-4 4 17,3 1 7,0 1-11,-2 1 42,2-3 7,0-1-14,0-3 7,-1-1-19,2-5-8,0-3-56,1-6-1,0-3 0,1-6-2,-2-6-47,2-7 18,-4-6-29,2-8-50,-3-5-81,1-4-38,0-6 91,-1-11 23,-1 0-343,-2-29-694</inkml:trace>
          <inkml:trace contextRef="#ctx0" brushRef="#br0" timeOffset="50669.4158">3343 2509 238,'0'0'137,"0"0"-62,0 0 381,0 0-55,0 0-82,0 0 6,0 0-59,0 0-65,0 0-75,0 0-49,-31 4 4,31-4-1,0 0-22,0 0-26,0 0 4,0 0-8,0 0-28,0 0-27,3 0-18,4 2 45,5-1 16,8 0 86,6 0 30,8 0-24,9-1-31,9 0-26,7-2 0,9-4 13,4-1-26,7-1-13,3 1 0,2 1-25,0 0-26,0 3 1,-4 1-29,-4 1 15,-5 1-21,-6 0-23,-5 0-19,-9 0 22,-5 2-13,-8 0-39,-7 0-96,-6 0-118,-7-1-170,-7 0 54,-5-1-248</inkml:trace>
        </inkml:traceGroup>
      </inkml:traceGroup>
    </inkml:traceGroup>
  </inkml:traceGroup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</inkml:channelProperties>
      </inkml:inkSource>
      <inkml:timestamp xml:id="ts0" timeString="2024-03-15T14:58:53.417"/>
    </inkml:context>
    <inkml:brush xml:id="br0">
      <inkml:brushProperty name="width" value="0.14" units="cm"/>
      <inkml:brushProperty name="height" value="0.14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6A955EA2-F6B6-4C0E-9BD6-59D8E48475F0}" emma:medium="tactile" emma:mode="ink">
          <msink:context xmlns:msink="http://schemas.microsoft.com/ink/2010/main" type="inkDrawing" rotatedBoundingBox="20429,4592 23911,4701 23857,6406 20376,6297" hotPoints="23734,4721 23708,6320 20411,6267 20437,4668" semanticType="enclosure" shapeName="Rectangle">
            <msink:sourceLink direction="with" ref="{1CC6C206-5C15-4C5B-8B9C-3D7EA7258D1C}"/>
          </msink:context>
        </emma:interpretation>
      </emma:emma>
    </inkml:annotationXML>
    <inkml:trace contextRef="#ctx0" brushRef="#br0">3402 232 1903,'0'0'182,"0"0"-153,0 0-29,0 0-3,0 0 0,-25-58 3,18 52 35,0-2-5,-1 3-8,-1-1-20,-3-2 24,0 3-22,-3-1-4,-5 1-16,-4-1 15,-6 1 1,-7 1-22,-7-2 19,-5 3-1,-6 0 2,-5 0-24,-6-2 26,0 1 0,-2 0 16,-2-1-16,0-1-15,-2 1 15,-1-2 26,-1 0-26,-2 0-13,1 1 13,0-3 3,-2 4 7,-1 1-10,1-2 0,-1 4-1,2-2-10,3 2 2,2 1 9,6-1 11,2 2-11,4 0 0,1 0 9,1 0-9,3 0-23,2 0 21,0 0 2,2 2-2,-1 1-15,1 2 1,3-1 14,-2 2 0,3-1-12,-1 2 12,1-2-14,-1 5 13,2-2-14,1 1-2,1 0 19,2 0 1,2 1 0,1 0-1,3-2 0,-1 3 13,2-4-13,1 2-11,0-1 11,3 2 20,-1-1-18,3-1-2,2 1 19,3-3-2,1 3-17,4-3 3,2 2 7,1-3-7,6 1-3,0-2-2,2 1-15,1-1-2,0 2-30,1 3 4,0-1 12,-1 5 17,1-1 16,0 3-11,0 1 11,-1 2 12,0 2-12,0 2-13,1 2-8,-2 4 21,2 2 10,1 2-10,0 3-9,1 4-4,-2 0 13,3 1 0,0 1 1,0 3 0,-1-1 21,2 1-22,1 0 1,-1-1 20,1 0 5,0-4 39,0-1 52,0 0-75,0-4 3,0 0-22,0-2-4,0 0 7,0-3-13,0-2-13,0 0 1,0-3-1,-3-4-3,1 1 1,0-4 2,-1-2 0,1-1 0,0-2-3,-1-2 3,3-2 0,-2-1 2,2 0-2,0-2-1,-1 0 1,1-1-3,0-1 2,0 1-25,0 1 23,0 0 0,0 0-13,1 2 3,1 0 13,1 1-2,2 1 1,1-1-22,2 3 10,0-2 13,4 1-2,2 0 2,3-1 0,2 0 13,4 0-13,5-1 0,1-1 1,5-2 1,4 0 11,1 0 3,4-1-12,4-1-1,2 0 0,4-1 17,4 0-19,-1-1 15,2 2 0,1-3-3,3 0-10,0 0 17,-1 0-18,1 0 24,1 0 19,-1 0-3,-2 0-7,0 0-33,-1-2-2,-3 2 0,-1 0-20,0 0 1,-1 2 19,-3 1-1,1 2-19,-3-2-6,-2 3 1,0 0 2,0-1 10,-2 2-2,-1 0 14,1 2-14,-1 0-14,3-1 27,-3 1 2,1 0 24,2-3-21,-1 2-1,1-3 43,0-3-19,0 1 3,0-1-27,0-2 24,-3 0 6,0 0-30,-1 0 11,-1 0 7,-2-2 0,2-1-20,-3 2 0,0 0 19,0-3-3,-2 3-16,1-1-2,-2 0 2,1-2 10,-4 3-10,0 0-21,-1-1 21,-4 1 9,0 1-9,-2-1-2,-3 1 2,1 0 3,-3 0-3,1-1 1,-2-1 9,-1 0 9,-2 1-19,-3-2 0,0 1 33,-3-2 2,1 1-9,-2-3-3,-2 1 25,0-1 3,1-3-35,-2 1-3,3-2 16,-2-3-3,1 2-7,-1-4-19,0-3 0,1 0 16,0-4-16,1 0 13,1-5-48,1-1 28,-2-4-12,1-1 19,-2-2-2,-2-1 4,-2-2-15,-3-4 29,-1 0-16,-1-1 20,0-2-20,-3-3 16,-2 0-16,1 0 57,-4-2-34,0-1-20,0 1-3,-1 1-3,-3-1-13,0 4 19,-1 1-3,-1 2 26,-1 2-26,0 5 0,-1 2 39,-2 3 41,1 4-80,-2 4-9,-1 1 8,-3 4-1,-1 3-50,-4 4-38,-3 3 20,-4 4-39,-5 4-36,-2 0-36,-4 9-68,-6 5-4,-2 2-186,12-2 9,-19 7-199</inkml:trace>
  </inkml:traceGroup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</inkml:channelProperties>
      </inkml:inkSource>
      <inkml:timestamp xml:id="ts0" timeString="2024-03-15T14:58:38.312"/>
    </inkml:context>
    <inkml:brush xml:id="br0">
      <inkml:brushProperty name="width" value="0.14" units="cm"/>
      <inkml:brushProperty name="height" value="0.14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1CC6C206-5C15-4C5B-8B9C-3D7EA7258D1C}" emma:medium="tactile" emma:mode="ink">
          <msink:context xmlns:msink="http://schemas.microsoft.com/ink/2010/main" type="writingRegion" rotatedBoundingBox="21045,5231 23199,5092 23268,6166 21115,6305">
            <msink:destinationLink direction="with" ref="{6A955EA2-F6B6-4C0E-9BD6-59D8E48475F0}"/>
          </msink:context>
        </emma:interpretation>
      </emma:emma>
    </inkml:annotationXML>
    <inkml:traceGroup>
      <inkml:annotationXML>
        <emma:emma xmlns:emma="http://www.w3.org/2003/04/emma" version="1.0">
          <emma:interpretation id="{FD822EBC-8924-4337-BB39-AD81A70A2743}" emma:medium="tactile" emma:mode="ink">
            <msink:context xmlns:msink="http://schemas.microsoft.com/ink/2010/main" type="paragraph" rotatedBoundingBox="21045,5231 23199,5092 23268,6166 21115,6305" alignmentLevel="1"/>
          </emma:interpretation>
        </emma:emma>
      </inkml:annotationXML>
      <inkml:traceGroup>
        <inkml:annotationXML>
          <emma:emma xmlns:emma="http://www.w3.org/2003/04/emma" version="1.0">
            <emma:interpretation id="{76D12785-03FF-42F2-9DF8-574D0FADE365}" emma:medium="tactile" emma:mode="ink">
              <msink:context xmlns:msink="http://schemas.microsoft.com/ink/2010/main" type="line" rotatedBoundingBox="21045,5231 23199,5092 23268,6166 21115,6305"/>
            </emma:interpretation>
          </emma:emma>
        </inkml:annotationXML>
        <inkml:traceGroup>
          <inkml:annotationXML>
            <emma:emma xmlns:emma="http://www.w3.org/2003/04/emma" version="1.0">
              <emma:interpretation id="{C32BAF41-33C3-4A5E-94FB-F45F38ACD6DA}" emma:medium="tactile" emma:mode="ink">
                <msink:context xmlns:msink="http://schemas.microsoft.com/ink/2010/main" type="inkWord" rotatedBoundingBox="21045,5231 23199,5092 23268,6166 21115,6305"/>
              </emma:interpretation>
              <emma:one-of disjunction-type="recognition" id="oneOf0">
                <emma:interpretation id="interp0" emma:lang="en-US" emma:confidence="0.5">
                  <emma:literal>RAM</emma:literal>
                </emma:interpretation>
                <emma:interpretation id="interp1" emma:lang="en-US" emma:confidence="0.5">
                  <emma:literal>R AM</emma:literal>
                </emma:interpretation>
                <emma:interpretation id="interp2" emma:lang="en-US" emma:confidence="0">
                  <emma:literal>R IAM</emma:literal>
                </emma:interpretation>
                <emma:interpretation id="interp3" emma:lang="en-US" emma:confidence="0">
                  <emma:literal>R *AM</emma:literal>
                </emma:interpretation>
                <emma:interpretation id="interp4" emma:lang="en-US" emma:confidence="0">
                  <emma:literal>RAMF</emma:literal>
                </emma:interpretation>
              </emma:one-of>
            </emma:emma>
          </inkml:annotationXML>
          <inkml:trace contextRef="#ctx0" brushRef="#br0">9024-5952 737,'0'0'336,"0"0"-125,7-56-113,-5 41 48,1 2 76,-1 4 63,-2 5-38,0 2-40,0 2-69,0 0-138,0 0-74,0 5-61,0 6-18,-5 5 153,-2 9 72,-2 5-11,-2 9 1,-4 5 15,-3 6-54,-1 0-1,0-1-7,3-2-15,-1-9-3,5-7 3,3-7 2,2-7 1,2-4 8,3-8-9,-1-1 19,3-4 56,0 0 20,0-4 15,0-8 7,2-6-119,2-7-11,3-9-30,-1-4 28,0-5-13,2-6 23,-1-1-20,2-4 23,-1 0 9,3 1-8,3 2 17,1 2-2,2 3-6,3 6-10,1 3 16,3 7-39,1 7 23,1 4-38,2 4-20,-2 6 26,0 7-29,-1 2-20,-2 2 81,-3 8 36,-2 5-36,-6 5-39,-2 6 26,-9 4 13,-1 3 58,-11 4-16,-3 0-3,-7-1-14,0-4-25,-3-3-1,1-4 1,2-5 0,-2-3 22,2-4-22,2-2 0,-1-3 22,2-3 14,1-3-24,1-2 1,5 0 39,2 0 5,-1-1-34,5 0-10,3-2 35,2 3-48,0-2-4,0 2-104,0 0-21,7 2-51,6 6 99,4 3 33,5 5-10,2 6 42,2 4-23,1 2 36,-1 4 3,1-2-13,3-3-10,-1-2 1,2-2-59,-1-6-191,4-6-73,-9-3-52,11-8-209</inkml:trace>
          <inkml:trace contextRef="#ctx0" brushRef="#br0" timeOffset="642.6699">9607-5870 1843,'0'0'699,"0"0"-515,0 0-184,0 0-19,0 0-133,70-20 117,-24 14 35,9 1 22,7-4-22,3 2-33,3-2-28,-3 4-7,-1 1-84,-6 0-335,-18 2-96</inkml:trace>
          <inkml:trace contextRef="#ctx0" brushRef="#br0" timeOffset="445.6987">9781-6226 2088,'0'0'369,"0"0"-369,0 0-58,0 0-94,0 0 61,0 0 78,-42 75-9,36-44-1,2 4 23,-1 5 32,1 3-19,-3 2-12,-2 1 25,-1 0 10,0-2-36,3-5-3,-1-7 3,3-6 39,1-7-38,3-5 1,0-7-2,-1-4 3,2-3 101,0 0 22,0-4 116,0-8-104,3-5-122,2-5-16,3-7 0,0-2 15,2-6-11,1-1-4,-2-5 0,3-2-4,-2-2 4,0 0 0,-1 2 0,2 3 3,-2 2 36,2 7-39,-1 6-13,0 6-9,-1 6 6,-1 9-29,-1 6-29,1 0-84,2 6 41,2 9 43,-1 5 26,3 4 48,-2 6 15,-2 6-14,-2 4 82,2 3-51,-4 2-32,0 2 29,1-2-29,-1-4 0,2-4-10,0-4-18,0-1 27,1-5-10,-3-1-18,0-2-98,-3-4-239,-2-4-180,-1 0-194</inkml:trace>
          <inkml:trace contextRef="#ctx0" brushRef="#br0" timeOffset="1295.8285">10446-6151 722,'0'0'830,"0"0"-570,0 0-65,0 0 113,0 0-75,0 0-101,0 0-132,0 0-29,0 0-136,0 0 101,0 0 57,-29 12 7,29 16 0,0 3 13,-1 4 0,-6 5 3,-2 4-13,-2 0 35,-3 2-11,0-1-25,1-4 19,-2-2 14,6-7-34,2-9 0,5-7 22,-1-5-10,3-4 16,0-5-6,0-2 57,0 0 33,0-6 2,3-9-111,1-1-4,4-8 0,1-4-13,0-4 9,1-3 4,-1-4 0,-2-3 0,2-1 0,1-3-27,-1 0 27,-2 2 19,3 4-16,-1 3 13,-2 7 0,0 6 10,-2 9-23,-1 6-3,-1 7 0,-2 2-26,1 0-118,2 6 18,4 6 114,0 5 9,2 4 2,1 3-32,-2 3 33,2 2 0,0-2 19,0-1-19,4-2 13,-2-3 10,1-3-7,1-3 19,1-3 17,0-4 12,3-1 13,2-5 7,0-2 21,2-2 29,-1-6-57,2-3-30,-1-2 14,-2-3-14,0-1-34,-1-1 9,-1-4 4,0-1 15,-2-1-25,-4-1-13,0 0 19,-1-4 3,-1 1-25,-4-1 0,1 1 13,-2 2 6,-3 5-19,1 6-16,-3 1 16,1 8 0,-2 5-26,0 1-98,0 4-41,0 8-20,0 5 185,0 10 32,0 6 73,-3 9-41,-4 6-61,-2 7 19,-4 5-18,-1 3 24,0-1-28,1 0-32,3-3 7,1-5 9,4-3-41,3-7 9,2-3-61,0-4-169,0-5-132,0-8-273,0 3-115</inkml:trace>
          <inkml:trace contextRef="#ctx0" brushRef="#br0" timeOffset="2411.5614">8895-5442 476,'0'0'290,"0"0"-195,0 0-43,0 0 23,82 0 29,-45-1 17,6-1-14,9 2 10,8-1 10,5 1-26,6 0-39,6 0-13,3 1-1,6 2 14,4-2-23,1 2-38,3 0 25,0-3-26,1 1-10,-1 0-6,-3 0 0,-4 0 13,-3 1-10,-8 1-36,-6 3 26,-10 0-22,-10 4 19,-8 1-36,-9 4-185,-11 0-131,-8-1-144,-11 5-16</inkml:trace>
          <inkml:trace contextRef="#ctx0" brushRef="#br0" timeOffset="12927.659">10542-6017 886,'0'0'583,"0"0"-583,0 0-184,0 0-200,0 0 286,0 0 43,16 55-23,-9-34-278</inkml:trace>
        </inkml:traceGroup>
      </inkml:traceGroup>
    </inkml:traceGroup>
  </inkml:traceGroup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</inkml:channelProperties>
      </inkml:inkSource>
      <inkml:timestamp xml:id="ts0" timeString="2024-03-15T14:58:36.617"/>
    </inkml:context>
    <inkml:brush xml:id="br0">
      <inkml:brushProperty name="width" value="0.14" units="cm"/>
      <inkml:brushProperty name="height" value="0.14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49014276-D218-4699-8D30-8675533B7F73}" emma:medium="tactile" emma:mode="ink">
          <msink:context xmlns:msink="http://schemas.microsoft.com/ink/2010/main" type="writingRegion" rotatedBoundingBox="20368,6184 23582,6103 23638,8313 20424,8395"/>
        </emma:interpretation>
      </emma:emma>
    </inkml:annotationXML>
    <inkml:traceGroup>
      <inkml:annotationXML>
        <emma:emma xmlns:emma="http://www.w3.org/2003/04/emma" version="1.0">
          <emma:interpretation id="{3AF7D6F4-682D-4CC2-A9D5-F8F9D6BD8E1D}" emma:medium="tactile" emma:mode="ink">
            <msink:context xmlns:msink="http://schemas.microsoft.com/ink/2010/main" type="paragraph" rotatedBoundingBox="20368,6184 23582,6103 23638,8313 20424,8395" alignmentLevel="1"/>
          </emma:interpretation>
        </emma:emma>
      </inkml:annotationXML>
      <inkml:traceGroup>
        <inkml:annotationXML>
          <emma:emma xmlns:emma="http://www.w3.org/2003/04/emma" version="1.0">
            <emma:interpretation id="{C4B4AA93-9B8D-4BF8-8C4A-259C2DE9C0F4}" emma:medium="tactile" emma:mode="ink">
              <msink:context xmlns:msink="http://schemas.microsoft.com/ink/2010/main" type="line" rotatedBoundingBox="20368,6184 23582,6103 23638,8313 20424,8395"/>
            </emma:interpretation>
          </emma:emma>
        </inkml:annotationXML>
        <inkml:traceGroup>
          <inkml:annotationXML>
            <emma:emma xmlns:emma="http://www.w3.org/2003/04/emma" version="1.0">
              <emma:interpretation id="{5DC80571-A465-4BEF-A15E-29F5AD0D6230}" emma:medium="tactile" emma:mode="ink">
                <msink:context xmlns:msink="http://schemas.microsoft.com/ink/2010/main" type="inkWord" rotatedBoundingBox="20368,6184 23582,6103 23638,8313 20424,8395"/>
              </emma:interpretation>
              <emma:one-of disjunction-type="recognition" id="oneOf0">
                <emma:interpretation id="interp0" emma:lang="en-US" emma:confidence="0.5">
                  <emma:literal>Rorex</emma:literal>
                </emma:interpretation>
                <emma:interpretation id="interp1" emma:lang="en-US" emma:confidence="0">
                  <emma:literal>Roex</emma:literal>
                </emma:interpretation>
                <emma:interpretation id="interp2" emma:lang="en-US" emma:confidence="0">
                  <emma:literal>Roux</emma:literal>
                </emma:interpretation>
                <emma:interpretation id="interp3" emma:lang="en-US" emma:confidence="0">
                  <emma:literal>Retax</emma:literal>
                </emma:interpretation>
                <emma:interpretation id="interp4" emma:lang="en-US" emma:confidence="0.5">
                  <emma:literal>Rate ,</emma:literal>
                </emma:interpretation>
              </emma:one-of>
            </emma:emma>
          </inkml:annotationXML>
          <inkml:trace contextRef="#ctx0" brushRef="#br0">8972-5270 1357,'0'0'426,"0"0"-315,0 0-30,0 0 36,0 0 100,0 0 2,0 0-64,0 0-48,0 0-27,-52 10-57,51-6-23,1 1-94,-3 5 14,2 5 54,-3 8-34,-2 9 60,-2 5 31,-4 13-30,-3 3 21,-4 9 45,-1 4 1,-2 3-36,-2-1-31,3-2 13,-1-6-14,4-8-48,3-11-13,4-9 48,3-11 11,3-9-2,2-5-18,3-4 21,0-2 1,0-1-20,0-8-15,3-7-43,3-8-67,3-9 38,2-9-12,1-5 77,-1-2-7,0-2 46,-2-1-17,-2 2 7,1-2 0,1 1 13,0 1 29,3-1-28,2 3 64,1 4 7,3 7-14,2 6 7,0 6-2,3 8-63,0 5-18,2 4 17,1 2 0,1 5 1,1 0 29,0 8 71,-2 7 29,-1 1-84,-3 8-45,-6 4-28,-5 6 28,-5 4 11,-6 2-11,-7 4-3,-10-3-46,-6-2-83,-4-2 19,-6-3 35,-3-4 39,-2-5 22,-2-3 17,0-4 36,1-6 9,1-2 4,5-2-7,1-5 38,5-2 37,4-1-17,5 0 6,7-3 6,3 1 10,6 0-13,2 1-109,0 1-22,9 0-145,3 0 29,7 3 86,6 2 49,7 3 0,3 1 0,3 3 0,2 1 4,2 1-1,1 1 0,-1 0-16,-3-1-17,2-1-34,-7 1-237,1-3-224,-10-6-81,5 0-429</inkml:trace>
          <inkml:trace contextRef="#ctx0" brushRef="#br0" timeOffset="336.9158">9452-4880 2062,'0'0'373,"0"0"-260,0 0 6,0 0-32,0 0-71,-63-20-16,52 26-71,1 4-22,-1 7 32,1 5 35,1 4-3,5 3 29,3 2 16,1-1 3,0 0 14,9 0 5,0-5-2,7 0 3,0-5-4,4-5 36,3-1 6,1-8 16,2 0-26,0-5 14,-1-1 5,-1-4-9,-3-4-10,-1-6-4,-2 1 4,-2-5 3,-2 0-23,-4-3-15,-2 0 6,-3-2-38,-4 1 1,-1-2-1,-4 2 0,-6 1-2,-4-1-26,-3 2-29,-2 2-39,-2 1-18,2 5-59,1 3-19,4 8 3,3 1-69,3 3-212,4 4-215,4 8-52</inkml:trace>
          <inkml:trace contextRef="#ctx0" brushRef="#br0" timeOffset="991.8263">9982-4914 1562,'0'0'1401,"0"0"-1202,0 0-126,0 0 36,0 0 5,0 0-66,0 0-48,0 0-2,0 0-30,0 0-38,-5 22 70,-2 0 64,-2 8-33,-3 3-8,-1 5-7,1 3 6,-3-2-22,4 1-7,-1-1 7,0-4 19,3-5-19,4-4-24,1-7 2,2-6 19,2-5 3,0-4-26,0-1 26,0-3 13,0 0 73,2-3-39,4-5 7,0-6-13,4-6-41,0-3-19,2-6 0,-1-2-9,0-1 24,-3-4-27,2 1 2,-4-1 1,-1-3 27,-2 1-18,-1 1 19,-2 2 9,0 4 12,0 6-21,0 9 0,0 5 37,0 4-37,0 6-28,0 1-83,0 1-29,0 6-33,1 7 80,2 4 93,0 3 57,2 6 14,3 0-71,2-3 3,2 1-3,4-5 9,1-3 7,5-2-12,1-2 37,2-4 10,1-2-25,2-6-24,0-1 68,4 0 0,0-6-26,-2-5-41,0 0 29,0-3 15,-1-3-47,-3-1 1,-1 0 12,1-2 25,-3-1-38,-2 0 0,-2-1 0,-4-1 38,-1-1-13,-5 3-24,-4-2 21,-1 6-12,-2 2-10,-1 5-16,-1 5 16,0 2-28,0 3-93,-3 8-47,-1 7 51,-3 7 117,0 8 12,-1 7 1,-1 4-13,0 4 16,-2 5-15,3 0 21,-1 1-9,2-2-13,2-7-16,3-4 3,1-8 10,1-5-14,0-7 15,1-3-15,1-6-107,-2-2-84,0-5-169,0-2-150,-14-10-256</inkml:trace>
          <inkml:trace contextRef="#ctx0" brushRef="#br0" timeOffset="4659.081">8511-4246 764,'0'0'212,"0"0"107,0 0-306,0 0-13,0 0-124,0 0 65,0 0 59,0 0 65,0 0 81,72 30 37,-37-24 35,8-1 9,8-2-88,5-1-19,7-2 16,6 0 16,4-1 0,6-3-33,5-1-32,5-2-20,3 2-54,-1 2 13,3-1 3,-4 4-29,-2 0 0,-4 0-16,-3 0-4,-7 4 18,-7 2-23,-6-1-11,-5 2 34,-8 1-14,-9 2-10,-6-1-6,-7-1 30,-5 1-1,-7-3-32,-2-1-7,-3 2 29,-4-4 10,0 1-49,-4-1 0,0-1 23,-1-1 7,1 2-17,-1-2-6,0-1-23,0 1-52,0 1-74,0-1-131,0-1-85,0 0-150</inkml:trace>
          <inkml:trace contextRef="#ctx0" brushRef="#br0" timeOffset="11018.0386">9263-3677 199,'0'0'19,"0"0"-16,0 0 443,0 0-224,0 0-108,0 0-36,0 0-9,0 0 9,0 0 46,0 0 22,0-36 0,0 33-6,0 2 16,1 0 13,-1 1-1,0 0 4,0-1 18,0 1 0,1-2-36,-1 1-28,0 1-18,0 0-15,1 0-42,0 0-23,-1 0 4,0 1 6,2 3-38,-1 5-44,1 4 44,1 10 9,-1 12-9,3 7 1,-4 10 12,-1 7-13,0 3-60,0 7-129,-6 2-54,1-18-221,-6 28-603</inkml:trace>
          <inkml:trace contextRef="#ctx0" brushRef="#br0" timeOffset="13368.2011">10811-4973 368,'0'0'124,"0"0"170,0 0-157,0 0-56,0 0 33,0 0 10,0 0 6,0 0-6,0 0-10,-19-26-20,19 21-3,-2 1 6,2 0-12,-2-3-27,2 2 7,-2-2 32,-3-1 7,3-2-30,-3-1-25,-2 2 41,-1-2 1,-2 1-39,-2-1-50,-3-1 36,-1 0-34,-4-1-4,-3 1 0,-2-2 35,-4-1 0,-3 3-31,-1-2-4,-4 1 0,-1-1 17,-2 1-17,-2 0-28,-3 2 27,-3 0-14,-4 1-8,-4 1 22,-2 1 1,-4 1 0,1 2-18,-2 0 15,0 3-1,0-1-18,2 1 22,0-1-3,5 1 3,-1-1 16,4 0-16,1 0 0,5-1 13,0 2-13,2-1-10,-1 1-12,1 2 6,1 0 15,-3 0-30,0 0 5,-2 4 16,2-1 7,-1 5-11,3-3 8,1 3 6,3 1 0,1-1-10,3 1-4,2-1 14,2 1 0,0 1 0,1-1-19,2 2 16,0-1 2,1 0-22,1 1-12,2-1 35,1 1-3,1 1-14,2-1-12,1-1 29,1 2-1,1 2-6,2 1-28,0 0 9,1 3 25,2 2-19,2 0-22,1 2 39,1 4-13,0 2-10,1 2-13,2 4 23,0 0-7,3 3 22,-1 1-15,0 1 16,0 2-23,3-2 23,-3 2 0,3-3 0,-3-1 2,3-3-2,0 0 0,0 2 34,-1-3-2,0-1-29,2 0 16,-2 1 26,2 1-45,0 1 36,1 0-20,0 0 13,0 2-3,2-2 7,1 1-21,1-2 5,1 0-5,-1-1-11,3-3 1,0-3 11,0 2 6,1-6-19,1-1-13,0-1 13,1-5 15,1-1-2,1-2-11,0-4-1,0-1 14,1-1 11,2-1-23,1-1 33,1-4-4,0 0-12,3-1 2,3 0-9,3-1 7,0-3-20,5-1 0,-1-1-4,5 2 4,0-1-1,2 0 1,2 0-2,2 1 1,1 0 1,3 0 1,3-1 1,2-1 1,2 0 10,2 1-12,2-1-1,2 0-1,-1 2 1,3-1-2,0 3 0,0-2-1,1 2-17,0 1-2,-2 1 20,-1 0 2,1 0-2,-3 3-22,-2-2 24,0 4 0,-3-2 0,-4 0-2,1 1-2,-2 1-6,-1-2 10,-2-1 1,-2 2 15,1-3 0,-2 2-2,-3-2-12,0-1 12,0 0 6,-3-1-4,-1-3 6,-3-2-21,-2 1 12,1-2 6,-4 0-16,1-2-1,-5-1 24,0 0 2,0 0-15,-2-1 0,-3 1 7,1-2-4,-1-1-16,-1 1-4,0-2 4,0-1 0,-2-1-1,1-3-15,1-1 0,-1-4-6,-1-1 2,2 0-10,-2 0 30,0-1 1,-4 3-1,-1 1 2,-2 3 15,1-2-17,-2 3 12,-1 0-12,-1-1 0,0-1 13,-2-1-11,0-2 18,-1 2-4,0-4 10,0-1-4,-2-3-19,-1 4 36,0-4-1,-1 2-37,0-3 3,-1 0 21,-1-2-25,2 0-9,-3 1 5,2 0 3,-2 1 0,0 1-40,0 4 18,1-2 23,-2 5-1,1 2-9,-1-1-12,2 3 19,-3 1-13,2 2 16,0 0-4,1 1 4,0 3 0,-1 0 0,0 2-28,0-1 24,-2 0-18,-3 5-113,-2 0-17,-1 0 26,-1 0 51,-2 1 20,-1 0 23,0 1 13,-2-1-1,1 3-48,-2-1-39,1 1-33,-1 1 1,4 0-11,0 0-22,3 0-4,4 0-62,1 0-32,3 0-105,5 0 18</inkml:trace>
          <inkml:trace contextRef="#ctx0" brushRef="#br0" timeOffset="14086.5506">11369-4799 722,'0'0'1612,"0"0"-1463,0 0-149,0 0-1,0 0 0,0 0-27,0 0 3,0 0 24,0 0 1,0 0-35,-22-23-20,21 29-33,-4 2 86,-2 7 2,-5 4 0,-2 5 20,-7 5 6,-3 3-24,-4 4-2,-4 6 16,-6 0-13,-1 2-3,-2 1-1,-2-3-1,0 2-27,2-2 9,2-1 1,2-3 18,3-2-22,4-3 20,2-4-13,5-4 15,2-3-16,6-6-9,4-2-42,3-6-65,4-3-97,3-3-148,0-2-55,1-2-167</inkml:trace>
          <inkml:trace contextRef="#ctx0" brushRef="#br0" timeOffset="14342.7754">10999-4671 1793,'0'0'81,"0"0"-81,0 0-36,0 0 36,39 71 22,-24-44-21,4-3 14,2 5 27,-3-3-25,3 3 48,1 1-4,-2 2-35,-1 1-26,0 3-2,-5 2-11,0-1 10,-3 0-17,-1-2-32,-3-4-133,0-5-247,-2-9-73,-1-6-248</inkml:trace>
          <inkml:trace contextRef="#ctx0" brushRef="#br0" timeOffset="14837.8837">10210-4099 1398,'0'0'592,"0"0"-592,0 0-566,0 0-79,0 0-133</inkml:trace>
        </inkml:traceGroup>
      </inkml:traceGroup>
    </inkml:traceGroup>
  </inkml:traceGroup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</inkml:channelProperties>
      </inkml:inkSource>
      <inkml:timestamp xml:id="ts0" timeString="2024-03-15T14:59:13.086"/>
    </inkml:context>
    <inkml:brush xml:id="br0">
      <inkml:brushProperty name="width" value="0.14" units="cm"/>
      <inkml:brushProperty name="height" value="0.14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A8B77951-2C55-4124-A56F-B7B9D98E4F11}" emma:medium="tactile" emma:mode="ink">
          <msink:context xmlns:msink="http://schemas.microsoft.com/ink/2010/main" type="writingRegion" rotatedBoundingBox="16764,8482 17903,8482 17903,12291 16764,12291"/>
        </emma:interpretation>
      </emma:emma>
    </inkml:annotationXML>
    <inkml:traceGroup>
      <inkml:annotationXML>
        <emma:emma xmlns:emma="http://www.w3.org/2003/04/emma" version="1.0">
          <emma:interpretation id="{44066ACF-45BE-4A37-9942-5D018E678DC3}" emma:medium="tactile" emma:mode="ink">
            <msink:context xmlns:msink="http://schemas.microsoft.com/ink/2010/main" type="paragraph" rotatedBoundingBox="16764,8482 17903,8482 17903,12291 16764,12291" alignmentLevel="1"/>
          </emma:interpretation>
        </emma:emma>
      </inkml:annotationXML>
      <inkml:traceGroup>
        <inkml:annotationXML>
          <emma:emma xmlns:emma="http://www.w3.org/2003/04/emma" version="1.0">
            <emma:interpretation id="{47FFBC59-BC41-48A2-9B0B-5D3B835A6871}" emma:medium="tactile" emma:mode="ink">
              <msink:context xmlns:msink="http://schemas.microsoft.com/ink/2010/main" type="line" rotatedBoundingBox="16764,8482 17903,8482 17903,12291 16764,12291"/>
            </emma:interpretation>
          </emma:emma>
        </inkml:annotationXML>
        <inkml:traceGroup>
          <inkml:annotationXML>
            <emma:emma xmlns:emma="http://www.w3.org/2003/04/emma" version="1.0">
              <emma:interpretation id="{97204493-CCAE-485E-A206-7BEDB4E8811A}" emma:medium="tactile" emma:mode="ink">
                <msink:context xmlns:msink="http://schemas.microsoft.com/ink/2010/main" type="inkWord" rotatedBoundingBox="16764,8482 17903,8482 17903,12291 16764,12291"/>
              </emma:interpretation>
              <emma:one-of disjunction-type="recognition" id="oneOf0">
                <emma:interpretation id="interp0" emma:lang="en-US" emma:confidence="0.5">
                  <emma:literal>E</emma:literal>
                </emma:interpretation>
                <emma:interpretation id="interp1" emma:lang="en-US" emma:confidence="0.5">
                  <emma:literal>- E</emma:literal>
                </emma:interpretation>
                <emma:interpretation id="interp2" emma:lang="en-US" emma:confidence="0">
                  <emma:literal>_ E</emma:literal>
                </emma:interpretation>
                <emma:interpretation id="interp3" emma:lang="en-US" emma:confidence="0">
                  <emma:literal>- [</emma:literal>
                </emma:interpretation>
                <emma:interpretation id="interp4" emma:lang="en-US" emma:confidence="0">
                  <emma:literal>~ E</emma:literal>
                </emma:interpretation>
              </emma:one-of>
            </emma:emma>
          </inkml:annotationXML>
          <inkml:trace contextRef="#ctx0" brushRef="#br0">37 7 85,'0'0'270,"0"0"-188,0 0-40,0 0 209,0 0-62,0 0 4,0 0-47,0 0 4,0 0 26,0 0 19,-27-8 6,26 10-19,-1 2-40,1 1-28,-1 1-24,1-2 10,-1-2 16,1 1 39,1-3-101,0 2-41,0-2-10,0 0 11,0 0-14,6 0-38,2 1 38,6 1 9,6-1 23,4 0-16,8 0 13,3-1-13,6 1-16,5-1 0,5 0 15,3-2 5,3-2-8,1 0-11,1-3 22,2 2-23,-3 0-10,-1 1-47,-2 2 28,-3 2 0,-5 0-26,-5 0 4,-4 5 9,-4 1 23,-3 1-46,-6 2-2,-1-1-11,-5 3-86,-3 1-277,-4 0-112,-3-4-23</inkml:trace>
          <inkml:trace contextRef="#ctx0" brushRef="#br0" timeOffset="883.7757">-20 1438 424,'0'0'186,"0"0"45,0 0 30,0 0-121,0 0 39,0 0 72,0 0 15,0 0-75,0 0-68,0 0-6,0 0 6,-17-31-17,17 29-35,5 1 0,0-2-6,1 1-24,0-2-15,3 2 0,1-2 3,3 1-7,1 1 10,4-2 10,5 2 9,4-1-28,3 2-23,6-1 1,3 2-1,8-1-23,4 1 23,6 0 16,2 0-16,4 0-26,1 0 6,-1 3 4,0 0-6,0 0-20,-4 3 4,-3 1-17,-4-1-19,-1 4-97,-6 0-90,-3 0-99,-5 0-131,-11 0-88</inkml:trace>
          <inkml:trace contextRef="#ctx0" brushRef="#br0" timeOffset="1586.4549">47 2376 901,'0'0'101,"0"0"348,0 0-266,0 0-63,0 0 65,0 0 42,0 0-68,0 0-65,0 0-20,0 0 16,-9-15 4,23 13-1,3-1-15,8 0-14,4 0-16,3 0 10,6 1-1,3 1-25,3 0-32,3 1-24,1 1-11,2 4-4,1 5-6,0-2-3,1 4-61,-3 2-65,0 2-114,-3 2-192,-12-4-125,11 9-14</inkml:trace>
          <inkml:trace contextRef="#ctx0" brushRef="#br0" timeOffset="2331.4398">158 3729 701,'0'0'140,"0"0"-75,0 0-32,0 0-13,0 0 25,0 0 33,0 0 30,0 0 3,0 0 334,0 0-240,0 0-72,50 12-7,-32-11-16,2-1 20,6 0-7,3 0-65,3 0-32,3 0 9,3 0 13,2 0-48,2-1-8,2 1 8,2 0 0,0 0-26,-2 3-39,1 0-18,-3 2-24,-3 0-58,0 1-91,-2 3-20,-4 0-59,-3-1-1,-8 0 17,5 3-147</inkml:trace>
        </inkml:traceGroup>
      </inkml:traceGroup>
    </inkml:traceGroup>
  </inkml:traceGroup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</inkml:channelProperties>
      </inkml:inkSource>
      <inkml:timestamp xml:id="ts0" timeString="2024-03-15T14:59:27.749"/>
    </inkml:context>
    <inkml:brush xml:id="br0">
      <inkml:brushProperty name="width" value="0.14" units="cm"/>
      <inkml:brushProperty name="height" value="0.14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4D2C76B6-C791-4396-89CB-07BBCAF646BD}" emma:medium="tactile" emma:mode="ink">
          <msink:context xmlns:msink="http://schemas.microsoft.com/ink/2010/main" type="inkDrawing" rotatedBoundingBox="2014,8133 3508,7698 3578,7941 2085,8376" semanticType="callout" shapeName="Other"/>
        </emma:interpretation>
      </emma:emma>
    </inkml:annotationXML>
    <inkml:trace contextRef="#ctx0" brushRef="#br0">30 372 342,'0'0'346,"0"0"-209,0 0-62,0 0 75,0 0-33,0 0-36,0 0-9,0 0-13,0 0-59,0 0-4,-30-27-25,30 28-10,2 2-23,2 2 42,1 3 20,2 2 29,3 4 10,3 1-16,1 1 9,4 3-6,-1-3 13,7 1-35,1-4 87,5 1-42,4-5 120,3-4-114,3-4 85,3-1-59,4-10-39,7-6-13,3-4 13,8-8-11,4-2-31,4-5-17,2-1 17,3-3 3,0 2-3,1-2 2,-3 0-2,0 2 13,-6 2-12,-7 4-1,-8 4-20,-8 5 18,-8 7-69,-9 7 6,-7 4 29,-6 3-29,-4 1-6,-5 3-105,-1 2-22,-4 5 9,-3 2-52,0-3 29,-5 9-58</inkml:trace>
  </inkml:traceGroup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</inkml:channelProperties>
      </inkml:inkSource>
      <inkml:timestamp xml:id="ts0" timeString="2024-03-15T14:59:20.446"/>
    </inkml:context>
    <inkml:brush xml:id="br0">
      <inkml:brushProperty name="width" value="0.14" units="cm"/>
      <inkml:brushProperty name="height" value="0.14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FC58BB08-5D9A-4AA7-9FAB-59B03D20E9B4}" emma:medium="tactile" emma:mode="ink">
          <msink:context xmlns:msink="http://schemas.microsoft.com/ink/2010/main" type="inkDrawing" rotatedBoundingBox="7583,8364 7583,8368 7581,8368 7581,8364" shapeName="Other"/>
        </emma:interpretation>
      </emma:emma>
    </inkml:annotationXML>
    <inkml:trace contextRef="#ctx0" brushRef="#br0">0 2 33,'0'0'75,"0"0"29,0 0 0,0 0-38,0 0-14,0 0-16,0 0-7,0 0 20,0 0 32,0 0-61,-1-4-20,1 4-3,0 0-10,0 0 10,0 0 0,0 0-10,0 0 12,0 0 0,0 0-12,0 0-3,0 0 3,0 0-4,0 0-6,0 0-9,0 0-17,0 0-65,2 0-75</inkml:trace>
  </inkml:traceGroup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</inkml:channelProperties>
      </inkml:inkSource>
      <inkml:timestamp xml:id="ts0" timeString="2024-03-15T14:59:24.900"/>
    </inkml:context>
    <inkml:brush xml:id="br0">
      <inkml:brushProperty name="width" value="0.14" units="cm"/>
      <inkml:brushProperty name="height" value="0.14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331C702A-2F69-4277-B79E-A6D300E24F22}" emma:medium="tactile" emma:mode="ink">
          <msink:context xmlns:msink="http://schemas.microsoft.com/ink/2010/main" type="inkDrawing" rotatedBoundingBox="7800,9693 7803,9697 7791,9706 7788,9702" shapeName="Other"/>
        </emma:interpretation>
      </emma:emma>
    </inkml:annotationXML>
    <inkml:trace contextRef="#ctx0" brushRef="#br0">3 4 424,'0'0'91,"0"0"-65,0 0-25,0 0 0,0 0 2,0 0-3,0 0-3,0 0-26,0 0-3,0 0 9,-3-4-13,3 4-59,0 0-100</inkml:trace>
  </inkml:traceGroup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</inkml:channelProperties>
      </inkml:inkSource>
      <inkml:timestamp xml:id="ts0" timeString="2024-03-15T14:59:25.257"/>
    </inkml:context>
    <inkml:brush xml:id="br0">
      <inkml:brushProperty name="width" value="0.14" units="cm"/>
      <inkml:brushProperty name="height" value="0.14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213ECE2C-7F05-44BB-8A10-F928970F6B22}" emma:medium="tactile" emma:mode="ink">
          <msink:context xmlns:msink="http://schemas.microsoft.com/ink/2010/main" type="inkDrawing" rotatedBoundingBox="8204,9697 8219,9697 8219,9712 8204,9712" shapeName="Other"/>
        </emma:interpretation>
      </emma:emma>
    </inkml:annotationXML>
    <inkml:trace contextRef="#ctx0" brushRef="#br0">416-5 466,'0'0'150,"0"0"-150,0 0-55,0 0 22,0 0 4,0 0 9,0 0-19,0 0-108,0 0-58,0 0 118</inkml:trace>
  </inkml:traceGroup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</inkml:channelProperties>
      </inkml:inkSource>
      <inkml:timestamp xml:id="ts0" timeString="2024-03-15T14:59:25.535"/>
    </inkml:context>
    <inkml:brush xml:id="br0">
      <inkml:brushProperty name="width" value="0.14" units="cm"/>
      <inkml:brushProperty name="height" value="0.14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C4B3B5E2-B9FA-4769-9AB8-350FF6C09DBC}" emma:medium="tactile" emma:mode="ink">
          <msink:context xmlns:msink="http://schemas.microsoft.com/ink/2010/main" type="inkDrawing" rotatedBoundingBox="8680,9689 8695,9689 8695,9704 8680,9704" shapeName="Other"/>
        </emma:interpretation>
      </emma:emma>
    </inkml:annotationXML>
    <inkml:trace contextRef="#ctx0" brushRef="#br0">0 0 372,'0'0'0,"0"0"-343</inkml:trace>
  </inkml:traceGroup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</inkml:channelProperties>
      </inkml:inkSource>
      <inkml:timestamp xml:id="ts0" timeString="2024-03-15T14:59:26.384"/>
    </inkml:context>
    <inkml:brush xml:id="br0">
      <inkml:brushProperty name="width" value="0.14" units="cm"/>
      <inkml:brushProperty name="height" value="0.14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55B988B7-63B0-4EB5-90A2-B4267929B544}" emma:medium="tactile" emma:mode="ink">
          <msink:context xmlns:msink="http://schemas.microsoft.com/ink/2010/main" type="inkDrawing" rotatedBoundingBox="9000,9721 9004,9721 9004,9736 9000,9736" shapeName="Other"/>
        </emma:interpretation>
      </emma:emma>
    </inkml:annotationXML>
    <inkml:trace contextRef="#ctx0" brushRef="#br0">4 0 62,'0'0'124,"0"0"16,0 0-39,0 0-52,0 0-33,0 0-16,0 0-2,0 0 2,0 0 0,0 0 3,0 0 11,0 0 12,0 0 6,0 0-2,0 0-11,0 0 7,0 0 4,0 0-14,0 0 0,0 0-3,0 0 0,0 0 0,0 0-9,0 0-1,0 0 0,0 0-1,0 0-2,0 0 0,0 0 0,0 0-1,0 0-1,0 0 0,0 0 2,0 0 0,0 0-1,0 0 0,0 0 1,0 0 0,0 0 0,0 0 0,0 0 2,0 0 1,0 0 0,0 0 1,0 0-1,0 0-2,0 0-1,0 0-1,0 0 0,0 0 0,0 0-2,0 0 0,0 0 1,0 0-11,0 0 11,0 0-1,0 0-1,0 0 2,0 0 0,0 0 1,0 0 1,0 0 1,0 0 0,0 0-1,0 0 1,0 0-1,0 0 0,0 0 0,0 0 1,0 0 0,0 0 0,0 0-1,0 0 1,0 0 2,0 0-2,0 0 1,0 0 0,0 0 11,0 0-12,0 0 0,0 0-1,0 0 1,0 0-1,0 0 0,0 0 0,0 0 0,0 0-1,0 0 0,0 0 1,0 0 0,0 0 0,0 0-2,0 0 0,0 0 1,0 0-2,0 0-14,-1 0-6,-1 0-58,1 0-164</inkml:trace>
  </inkml:traceGroup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</inkml:channelProperties>
      </inkml:inkSource>
      <inkml:timestamp xml:id="ts0" timeString="2024-03-15T14:59:28.582"/>
    </inkml:context>
    <inkml:brush xml:id="br0">
      <inkml:brushProperty name="width" value="0.14" units="cm"/>
      <inkml:brushProperty name="height" value="0.14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5512C5AF-B4BE-4991-B9D5-53138C25885B}" emma:medium="tactile" emma:mode="ink">
          <msink:context xmlns:msink="http://schemas.microsoft.com/ink/2010/main" type="inkDrawing" rotatedBoundingBox="2633,9532 3888,8962 4001,9211 2746,9781" semanticType="callout" shapeName="Other"/>
        </emma:interpretation>
      </emma:emma>
    </inkml:annotationXML>
    <inkml:trace contextRef="#ctx0" brushRef="#br0">69 433 7,'0'0'668,"0"0"-479,0 0-94,0 0-7,0 0-36,0 0-30,0 0-22,0 0 0,0 0-2,0 0 1,0 0 1,-58 11 2,56-3 2,1 2-2,-2 1 24,3 3-13,0 2 13,0 0-10,0 0-13,3 2 10,0 0-11,6-1 14,1-2-16,4-3 0,3 0 0,5-2 19,6-3 7,3-6 20,7-1 6,5-7 7,4-8 9,5-5-13,1-8-9,4-3-23,1-5 12,2-2-9,2-3 4,1-4 2,0 0 23,3-4-22,1-1 12,0 2-2,-2 1 2,-5 3-29,-5 8-16,-12 9-45,-7 8-7,-10 7-7,-8 7 20,-5 2-9,-6 3-4,-3 0-33,-1 5-12,-1 5 28,-2 2 7,0 3-91,0-2-143,-11 12-288</inkml:trace>
  </inkml:traceGroup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</inkml:channelProperties>
      </inkml:inkSource>
      <inkml:timestamp xml:id="ts0" timeString="2024-03-15T14:59:29.479"/>
    </inkml:context>
    <inkml:brush xml:id="br0">
      <inkml:brushProperty name="width" value="0.14" units="cm"/>
      <inkml:brushProperty name="height" value="0.14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509ACC66-87B3-4F4B-9D19-71AE3A18BE4E}" emma:medium="tactile" emma:mode="ink">
          <msink:context xmlns:msink="http://schemas.microsoft.com/ink/2010/main" type="inkDrawing" rotatedBoundingBox="2610,10753 3664,10385 3736,10591 2682,10960" semanticType="callout" shapeName="Other"/>
        </emma:interpretation>
      </emma:emma>
    </inkml:annotationXML>
    <inkml:trace contextRef="#ctx0" brushRef="#br0">22 264 320,'0'0'48,"0"0"223,0 0-202,0 0-56,0 0-13,0 0-23,0 0-16,0 0 22,0 0 15,0 0 0,0 0 2,-24 36 0,25-28 2,3 3 57,0-2-36,4 2-11,1 1-11,4 1-1,2-2 29,4-2 0,2 1-6,5-2 13,5-4-33,4-1 66,4-3-24,4-4-19,3-9 14,5-3 2,0-7 0,6-2-41,0-3 2,-1-3-3,2-2-3,-1 0-12,-3 0 15,-1-2 0,-3 1 0,-2 3-2,-5 5-21,-7 6-16,-6 5-10,-6 6-13,-6 7 4,-6 2-30,-6 0-69,-4 11-234</inkml:trace>
  </inkml:traceGroup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</inkml:channelProperties>
      </inkml:inkSource>
      <inkml:timestamp xml:id="ts0" timeString="2024-03-15T14:59:29.892"/>
    </inkml:context>
    <inkml:brush xml:id="br0">
      <inkml:brushProperty name="width" value="0.14" units="cm"/>
      <inkml:brushProperty name="height" value="0.14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32EED431-A344-44B3-98D5-E21F08BA8EA1}" emma:medium="tactile" emma:mode="ink">
          <msink:context xmlns:msink="http://schemas.microsoft.com/ink/2010/main" type="inkDrawing" rotatedBoundingBox="2939,12441 3995,11715 4028,11763 2971,12488" semanticType="callout" shapeName="Other"/>
        </emma:interpretation>
      </emma:emma>
    </inkml:annotationXML>
    <inkml:trace contextRef="#ctx0" brushRef="#br0">0 677 642,'0'0'753,"0"0"-753,0 0-192,0 0 58,0 0 134,0 0 11,0 0 19,79-26-4,-47 11 6,2-1 14,4-4-30,6-5 7,2-4 13,3-3 19,4-6 10,3-5 13,1-1 36,4-6-13,0-2-30,1 1-41,3 2-9,-4 4-21,-2 5-61,-5 8-11,-6 5 4,-6 7 9,-9 8-19,-7 2-68,-9 8-226,-5 2-182</inkml:trace>
  </inkml:traceGroup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</inkml:channelProperties>
      </inkml:inkSource>
      <inkml:timestamp xml:id="ts0" timeString="2024-03-15T14:59:58.274"/>
    </inkml:context>
    <inkml:brush xml:id="br0">
      <inkml:brushProperty name="width" value="0.14" units="cm"/>
      <inkml:brushProperty name="height" value="0.14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C59A5D03-C9B5-473C-B53D-5D9C5735974A}" emma:medium="tactile" emma:mode="ink">
          <msink:context xmlns:msink="http://schemas.microsoft.com/ink/2010/main" type="writingRegion" rotatedBoundingBox="304,8467 3870,8467 3870,10039 304,10039"/>
        </emma:interpretation>
      </emma:emma>
    </inkml:annotationXML>
    <inkml:traceGroup>
      <inkml:annotationXML>
        <emma:emma xmlns:emma="http://www.w3.org/2003/04/emma" version="1.0">
          <emma:interpretation id="{930AF3FB-E70C-487D-B896-7F4FE9EC3811}" emma:medium="tactile" emma:mode="ink">
            <msink:context xmlns:msink="http://schemas.microsoft.com/ink/2010/main" type="paragraph" rotatedBoundingBox="304,8467 3870,8467 3870,10039 304,10039" alignmentLevel="1"/>
          </emma:interpretation>
        </emma:emma>
      </inkml:annotationXML>
      <inkml:traceGroup>
        <inkml:annotationXML>
          <emma:emma xmlns:emma="http://www.w3.org/2003/04/emma" version="1.0">
            <emma:interpretation id="{964DC1DE-4376-4E19-9347-51377EB2FE33}" emma:medium="tactile" emma:mode="ink">
              <msink:context xmlns:msink="http://schemas.microsoft.com/ink/2010/main" type="line" rotatedBoundingBox="304,8467 3870,8467 3870,10039 304,10039"/>
            </emma:interpretation>
          </emma:emma>
        </inkml:annotationXML>
        <inkml:traceGroup>
          <inkml:annotationXML>
            <emma:emma xmlns:emma="http://www.w3.org/2003/04/emma" version="1.0">
              <emma:interpretation id="{B0B42373-A872-4D89-BB2B-67B28962AF0D}" emma:medium="tactile" emma:mode="ink">
                <msink:context xmlns:msink="http://schemas.microsoft.com/ink/2010/main" type="inkWord" rotatedBoundingBox="304,8467 3870,8467 3870,10039 304,10039"/>
              </emma:interpretation>
              <emma:one-of disjunction-type="recognition" id="oneOf0">
                <emma:interpretation id="interp0" emma:lang="en-US" emma:confidence="0.5">
                  <emma:literal>71024</emma:literal>
                </emma:interpretation>
                <emma:interpretation id="interp1" emma:lang="en-US" emma:confidence="0">
                  <emma:literal>1024</emma:literal>
                </emma:interpretation>
                <emma:interpretation id="interp2" emma:lang="en-US" emma:confidence="0">
                  <emma:literal>7/024</emma:literal>
                </emma:interpretation>
                <emma:interpretation id="interp3" emma:lang="en-US" emma:confidence="0">
                  <emma:literal>10242</emma:literal>
                </emma:interpretation>
                <emma:interpretation id="interp4" emma:lang="en-US" emma:confidence="0">
                  <emma:literal>710244</emma:literal>
                </emma:interpretation>
              </emma:one-of>
            </emma:emma>
          </inkml:annotationXML>
          <inkml:trace contextRef="#ctx0" brushRef="#br0">260 0 1812,'0'0'231,"0"0"-231,0 0-62,-94 78 43,66-45 19,0 3 52,1 3 77,4 1 7,4 0-25,3 2 21,5 1-13,3-1-57,3 0-30,5-2-6,0-3-26,4-3-23,6-4 4,0-3 6,6-2 13,0-2-30,4-3 30,2-2 42,1-2-42,6-4 1,0-6 20,2-4 18,1-2-13,0-4 3,-1-8 29,0-4 2,-4-2-24,-1-4-23,-5-1 31,-3-4 11,-1-1-23,-5-3-29,-2 0 42,-6-2-6,-4 0-39,0 3 0,-7 0 31,-6 3-31,-7 1-2,-4 2-40,-6 2-15,-7 0 3,0 5-113,-4 3-13,2 4 22,4 2-36,5 4-143,4 4-20,9 0-92,3 5-138</inkml:trace>
          <inkml:trace contextRef="#ctx0" brushRef="#br0" timeOffset="-401.0573">-253-224 1205,'0'0'618,"0"0"-264,0 0-257,0 0-16,0 0-26,0 0-52,0 0-3,0 0-45,0 0 45,0 0 3,0 0 46,-48 90-23,42-49 77,-2 8-90,-1 6 13,2 7 16,-4 5 12,1 5-37,-2 4-17,-1 0 0,2 1-23,-2-2-48,1-5-32,0-4 25,3-8-87,0-9 6,5-9-136,2-7-47,1-12-35,1-7-239</inkml:trace>
          <inkml:trace contextRef="#ctx0" brushRef="#br0" timeOffset="469.3438">629 270 1699,'0'0'1114,"0"0"-1069,0 0-13,0 0-22,0 0 86,0 0 77,0 0 47,0 0-29,0 0-125,0 0-66,0 0-38,-76 2 0,80-2-12,3-2 24,2-2 25,1-1-12,0 2-15,2-1-17,-1 4-12,2 0-10,0 0 19,4 0 48,-2 6 39,5 4 18,-3 3-9,2 5-13,-3 5-3,-6 7-32,-3 6 0,-5 3-67,-2 8 35,-9 1-13,-5-1-47,-5 1 34,-3-3-3,-5-3 40,-2-3 21,-3-2 2,1-5 1,-3-1 33,4-4 15,3-6-19,5-4 0,5-7 12,8-4 11,5-3-14,2-3-25,2 0-16,0 0-70,6 0-61,7-7 32,9-1 99,7-4 19,4-4-19,4 2-16,5-3-19,3 5 3,1-2 0,1 2 6,1 2 10,-2 2-10,-1 0-73,-2 4-282,-4 0-258,-10 2-77,4-3-366</inkml:trace>
          <inkml:trace contextRef="#ctx0" brushRef="#br0" timeOffset="829.1687">1255 97 1091,'0'0'1760,"0"0"-1536,0 0-198,0 0-26,0 0-13,0 0-6,0 0 16,0 0-45,0 0-56,0 0 104,0 0 54,-3 79 27,1-45-33,-1 4-7,-4 3-15,-1 2 19,-1 0-7,2 3-25,-1-4 22,0-1-10,2-2-15,0-8 3,5-3-13,1-8 22,0-3-22,1-4-11,5-1-5,4-6 16,6-1 45,4-2-42,7-3 23,4 0 21,5-4-9,3-3-38,3-4-1,1-1 1,0 2 0,-1-2-9,-2 2-39,-2 1 7,-2 2-131,-5-1-94,0 1-72,-4 2-111,-8 3-198,0-5-24</inkml:trace>
          <inkml:trace contextRef="#ctx0" brushRef="#br0" timeOffset="1064.9532">1725 163 1463,'0'0'1177,"0"0"-1064,0 0-111,0 0 56,0 0-29,0 0 7,0 0 31,-35 80 20,35-49-46,0 6 4,1 4 22,2 4-3,1 5-43,-4 3-21,0 4 0,0 5 0,0 1 0,-4 2-73,-2 2-29,2-3-33,-2-5-87,0-4-78,0-6-147,0-14-145,-5 4-66</inkml:trace>
          <inkml:trace contextRef="#ctx0" brushRef="#br0" timeOffset="8523.8457">-525 1314 1170,'0'0'771,"0"0"-771,0 0-62,0 0-227,0 0 169,0 0 120,85-7 97,-43 1 14,7-1 29,7-3 32,6 0-72,7-2-38,6 0 68,7-2 9,6 1-39,4 1-65,6-1 27,6 1 22,1-1-68,6 2-13,0 0 13,0 0 21,3 3-37,-6 1-18,0 0 18,-6 2 1,-7 4 3,-4 1-4,-9 0-13,-8 0 10,-8 2-20,-7 2-4,-8 0 27,-8 1 0,-7 1-36,-7 0 3,-9 0 11,-4-1-14,-5-1-57,-5 0-82,-4 0-58,-2-3-14,0 3-42,-9-2 28,-1 0-48,-10-2-651</inkml:trace>
          <inkml:trace contextRef="#ctx0" brushRef="#br0" timeOffset="7031.1124">-1587 508 1088,'0'0'23,"0"0"-23,0 0 68,0 0 173,0 0 19,0 0 36,0 0-79,0 0-49,0 0-41,0 0-73,0 0-54,-51-15-25,57 8-1,8-2 26,8-8 17,6-2 15,9-4 7,2-2-24,1 1-14,5 1-1,-2 1 52,3 0 25,0 2-22,-1-1-55,-3 6-23,-3-1-28,-2 4 9,-4 4 26,-2 2 15,-5 2 1,-5 4-42,-4 0-13,-2 0 55,-4 10 0,1-1-16,-5 7-7,-1 3 23,-3 6 39,-3 4-20,0 7-19,-3 6 36,-3 5-6,-3 3-30,-3 7 0,0 0 13,-4 2 19,0-4-13,-1 1-6,1-5 19,-3-1 10,3-3-41,-2-4 2,2-1-6,-1-2 3,-1-3-41,5-2-11,0-2 0,0 0-25,3-3-114,-1 1-78,2-1-114,-1-1-33,4-7 2,-7 6-231</inkml:trace>
        </inkml:traceGroup>
      </inkml:traceGroup>
    </inkml:traceGroup>
  </inkml:traceGroup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</inkml:channelProperties>
      </inkml:inkSource>
      <inkml:timestamp xml:id="ts0" timeString="2024-03-15T15:00:14.471"/>
    </inkml:context>
    <inkml:brush xml:id="br0">
      <inkml:brushProperty name="width" value="0.14" units="cm"/>
      <inkml:brushProperty name="height" value="0.14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82D3D794-8C25-4C1E-B0F4-DD56B34C0C9B}" emma:medium="tactile" emma:mode="ink">
          <msink:context xmlns:msink="http://schemas.microsoft.com/ink/2010/main" type="writingRegion" rotatedBoundingBox="1178,8680 6932,13761 4691,16299 -1063,11218"/>
        </emma:interpretation>
      </emma:emma>
    </inkml:annotationXML>
    <inkml:traceGroup>
      <inkml:annotationXML>
        <emma:emma xmlns:emma="http://www.w3.org/2003/04/emma" version="1.0">
          <emma:interpretation id="{4477429B-0E20-4AA7-8696-260A33176EF7}" emma:medium="tactile" emma:mode="ink">
            <msink:context xmlns:msink="http://schemas.microsoft.com/ink/2010/main" type="paragraph" rotatedBoundingBox="1178,8680 6932,13761 4691,16299 -1063,11218" alignmentLevel="1"/>
          </emma:interpretation>
        </emma:emma>
      </inkml:annotationXML>
      <inkml:traceGroup>
        <inkml:annotationXML>
          <emma:emma xmlns:emma="http://www.w3.org/2003/04/emma" version="1.0">
            <emma:interpretation id="{DDF25EC3-72D4-4ECD-9E8B-44989C752E4E}" emma:medium="tactile" emma:mode="ink">
              <msink:context xmlns:msink="http://schemas.microsoft.com/ink/2010/main" type="line" rotatedBoundingBox="1178,8680 6932,13761 4691,16299 -1063,11218"/>
            </emma:interpretation>
          </emma:emma>
        </inkml:annotationXML>
        <inkml:traceGroup>
          <inkml:annotationXML>
            <emma:emma xmlns:emma="http://www.w3.org/2003/04/emma" version="1.0">
              <emma:interpretation id="{77FA199D-FC2F-4FD4-868C-91FA5A2437BB}" emma:medium="tactile" emma:mode="ink">
                <msink:context xmlns:msink="http://schemas.microsoft.com/ink/2010/main" type="inkWord" rotatedBoundingBox="1178,8680 6932,13761 4691,16299 -1063,11218"/>
              </emma:interpretation>
              <emma:one-of disjunction-type="recognition" id="oneOf0">
                <emma:interpretation id="interp0" emma:lang="en-US" emma:confidence="0.5">
                  <emma:literal>2584 pt</emma:literal>
                </emma:interpretation>
                <emma:interpretation id="interp1" emma:lang="en-US" emma:confidence="0">
                  <emma:literal>arsenate</emma:literal>
                </emma:interpretation>
                <emma:interpretation id="interp2" emma:lang="en-US" emma:confidence="0">
                  <emma:literal>state</emma:literal>
                </emma:interpretation>
                <emma:interpretation id="interp3" emma:lang="en-US" emma:confidence="0">
                  <emma:literal>onstage</emma:literal>
                </emma:interpretation>
                <emma:interpretation id="interp4" emma:lang="en-US" emma:confidence="0">
                  <emma:literal>ensnare</emma:literal>
                </emma:interpretation>
              </emma:one-of>
            </emma:emma>
          </inkml:annotationXML>
          <inkml:trace contextRef="#ctx0" brushRef="#br0">1782 4421 199,'0'0'1266,"0"0"-869,0 0-273,0 0-121,0 0 19,0 0-9,0 0 117,0 0 6,0 0-29,0 0-55,0 8-52,-1 10-10,-1 7 10,1 11 42,1 11 26,0 6-29,0 3 12,-2 6-2,2 5-11,0 3 4,-1 8-6,-2 6 25,3 4-13,-3 7 29,3-2-32,0-1 6,0-2-51,0-8-3,0-4-16,0-10-23,0-8 7,0-8-26,3-11 3,-2-9-35,2-8-20,-1-7-42,-1-8-143,-1-5-68,0-4 11,0 0 59,0-20-88</inkml:trace>
          <inkml:trace contextRef="#ctx0" brushRef="#br0" timeOffset="854.9148">1763 4352 251,'0'0'1699,"0"0"-1511,0 0-162,0 0-26,0 0-16,0 0 16,0 0 22,0 0 24,0 0 6,0 0 74,0 0 3,77-18 16,-44 10 0,3-3-93,7 0-23,2 2-4,4-2-2,5 1-21,1 1-2,9 0 0,3 1 14,4 1-14,3-2-24,-1 2-12,1 2 34,-4-1-35,1 2 37,-6 0 0,-5 0 7,-2 0-7,-9 0-25,-3-1 25,-9 0 1,-2-2-1,-8 3-20,-2-1 20,-8 1 0,-3-1-3,-3 2 3,-5 2 19,-4-1-16,0 2-3,-2 0 0,1 0 0,-1 0 0,0 0-26,0 0-15,3 0 15,-3 0-6,1 0-23,-1 5 55,3 6 19,0 6 29,0 4-44,0 8-2,1 4 49,1 7-41,-2 2-7,1 7-3,2 4 52,-2 4 25,2 5 16,0 5-13,1 2 13,1 5 38,1 1-61,1 5-13,0 1 22,0 2-9,-1-1-26,2 0-41,0 0 76,-1-2-28,1 2-17,-1-1-15,-1-2 32,4 0-10,-3-3-23,2-4-16,0-5 45,-1-4-3,1-3-44,0-7 2,0-4 14,-1-5 7,-2-7-23,-2-6-30,0-8 30,0-6 0,-4-6 0,-1-7 0,-1-2 6,-1-1 45,0-1-35,-3 0-16,-7-7 0,-4-5-36,-5-5-40,-4-5 13,-6-3 16,0-3 46,-4 1 1,1 0-1,-6 3-2,-1 1-9,-2 2-1,-3 3-8,-3 3 20,0 2-11,-2 4 9,-4 4-75,-2 5 27,-1 0 17,-1 6 33,-2 6-10,2 3 11,-2 0 28,1 3-15,3-1 6,2 1-3,2-1-16,3-2 31,1 1 4,1-2-35,3 1-41,5-4 39,0-1 0,5-1-33,2-2-19,3-2 10,3-2-70,2-1-13,1-2-68,2 0-74,4-7-92,2-1-144,4 0-80,-5-10-197</inkml:trace>
          <inkml:trace contextRef="#ctx0" brushRef="#br0" timeOffset="1335.5354">992 4893 326,'0'0'1115,"0"0"-979,0 0-32,0 0 111,0 0-72,0 0-4,0 0 0,0 0-68,0 0-71,0 0-29,0 0-42,-10-3-62,13 3-58,6 0 38,7 0 153,7 0 62,7 3 29,6 0-13,6 1-46,7-2-19,4 1-26,6-2 29,3 2-29,4-1 13,2 2-32,3 0 32,-1 0-1,-2 2-66,-2 1-245,-5 1-4,-16-2 53,5 4-334</inkml:trace>
          <inkml:trace contextRef="#ctx0" brushRef="#br0" timeOffset="1599.0692">838 5757 1884,'0'0'996,"0"0"-996,0 0-55,0 0 55,0 0 0,0 0-40,0 0-43,0 0-75,0 0 74,0 0 51,49-7 32,-13 0-35,10 1 36,7-1 0,12 0-33,6 0-80,-13 0-520,37-5-185</inkml:trace>
          <inkml:trace contextRef="#ctx0" brushRef="#br0" timeOffset="2162.3854">3262 4639 1867,'0'0'337,"0"0"-204,0 0-98,0 0 30,0 0-30,0 0-35,0 0-168,0 0 168,0 0 46,0 0 99,123-12-74,-63-1-13,5-4 26,8-2-13,3-4-36,4 0-6,0-1 16,-1 4-45,-3 2-9,0 6-24,-9 7-66,-5 5-85,-8 0-214,-7 11-161,-14-3 29</inkml:trace>
          <inkml:trace contextRef="#ctx0" brushRef="#br0" timeOffset="2414.9053">3262 5300 2809,'0'0'324,"0"0"-324,0 0-67,0 0-229,0 0 229,0 0 67,0 0 164,121-40-20,-66 18 13,11-2-13,5-3-58,5 0-51,2 1-35,1 3-2,-1 2-27,-4 3-9,-4 3 38,-5 2-54,-6 5-84,-7 2-86,-7 5-36,-5 1-89,-5 0-157,-11 3 25,-6 2 25,-6 7-161</inkml:trace>
          <inkml:trace contextRef="#ctx0" brushRef="#br0" timeOffset="2655.0291">3366 5666 2433,'0'0'486,"0"0"-486,0 0-202,0 0-205,0 0 384,0 0 23,109-34 175,-54 13-4,10-8-49,7-3-73,4 0-46,5 1-3,0 4-39,1 5 17,-5 5-23,-4 7-88,-5 6-167,-8 4-239,-16 0 35,4 6-142</inkml:trace>
          <inkml:trace contextRef="#ctx0" brushRef="#br0" timeOffset="2901.4924">3598 6053 2606,'0'0'495,"0"0"-479,0 0-16,0 0 0,-78 27 86,78-27-86,9-1-134,9-7 96,9-2 38,11-6 70,10-4-3,11-5-16,7-3-19,6-4-32,3 0-19,3-2 19,-3 1 0,3-1-50,-5 2-78,-2 0-103,-5-2-198,-15 11-356,6-16-485</inkml:trace>
          <inkml:trace contextRef="#ctx0" brushRef="#br0" timeOffset="9826.0901">836 5919 293,'0'0'23,"0"0"417,0 0-290,0 0-91,0 0-33,0 0-3,0 0-23,0 0 0,0 0 0,0 0 26,0 0 55,38 4 24,-19-2 28,7-1 14,6-1-95,5 0 16,6 0 52,5 0 78,7-6-22,2-1-56,5-2-20,0-1-22,2-2 2,-1-1-80,-2 3-13,-2-1 10,-3 3-10,-6-1 11,-1 3 1,-8 1 1,-1 1-1,-7 0 2,-3 2-1,-4-1 13,-5 1-13,-4 1 0,-3-1 0,-2 1 1,-5 1 2,-1-1-3,-3 1 0,0 0 1,-2 0-1,-1 0-2,0 0-24,0 0-6,0 0-65,0 0-94,0 0-43,0 0-52,0 0-42,-3 0-73</inkml:trace>
          <inkml:trace contextRef="#ctx0" brushRef="#br0" timeOffset="-9646.962">-145 3261 1072,'0'0'1281,"0"0"-1281,0 0 6,0 0-6,0 0 78,0 0 41,0 0-51,0 0-3,0 0 44,0 0-12,-86 5-65,72-3 3,-1 1 20,-2 0 22,-1 0 41,-5-1-10,-1 2-3,-2-1 13,-2 0-86,-2-1 25,-3-1 47,-1 0-22,-2 2-57,1-3-3,-1 0 47,-2 0 16,1 0-85,1 0 1,-3-4 8,3-2 16,-3-3-25,-3-2 0,3 0 3,-4-2 0,3-4-3,-2-1 3,3-4-3,-3-2 22,3-3-22,0-6-26,-1 0 23,1-4 2,3-3-19,0-1-17,4-1 37,2 0 6,3-3 20,2 0-24,1-1 29,2-5-22,2 1-9,-2-5-9,3-3-24,-1-3 34,0 0-2,3-4-32,-2 0 1,0-1-15,-1 2-6,3-1 9,3 2 0,-2 3 12,4 3 32,0 2-2,3 2-32,0 1-30,2 5 52,-1 1-7,3 0-12,1 4 30,2-1-33,2 2 5,0-1 27,0-1 0,4 0-29,6-4 8,2 0 4,4-1-12,3-1 28,4 1 0,4-1 1,6 2-17,5-2 17,1 0-20,4 1 3,0 2 3,3 2 0,-1 3 0,-1 3-16,-3 4 16,-2 8-29,-6 4-3,-4 8-13,-6 3 20,-7 6-1,-4 2-6,-4 0 0,-2 3 9,-3 0-44,-2 0-1,-1 2 7,0 2 51,0 2-26,0 4 10,0 1-32,0 2-7,-4 1-152,-1 1-66,-1-1 13,1 0-33,0-3 13,-6 0-183</inkml:trace>
          <inkml:trace contextRef="#ctx0" brushRef="#br0" timeOffset="-12017.8657">-357 2829 1770,'0'0'289,"0"0"-195,0 0-61,0 0 35,0 0 22,-79-34 46,72 29 25,3-2-41,2 2-53,1-1 14,1-1-63,0 0-18,8-5-26,7-4 23,2 1 2,6 1-12,1-1-10,3 2 21,0 5-36,0 2-33,2 5 0,-1 1 44,-1 7 27,-3 4 26,-3 10-26,-1 4 13,-6 11 3,-4 8-16,-4 10-71,-6 5 39,0 0-26,-9-2-23,-6-4 43,-3-6 38,-3-8 36,-4-4-1,2-3 11,0-5 2,-3-4 10,3-5-3,3-4-17,1-6 27,6 0 12,2-4-6,3-3 18,4 1 30,1-2 44,3 0-81,0 0-79,0 0-3,0-4-20,0-4-53,6-1 73,1-3 6,2 3-6,7-1-71,1 2-44,6 1 35,3 1 39,7 1-7,3 0-23,3 4 58,6 0 12,0-1-34,-1 2-14,2 0-21,-1 0-143,-3 0-208,-12-3-193,9-4-11</inkml:trace>
          <inkml:trace contextRef="#ctx0" brushRef="#br0" timeOffset="-11492.5128">520 2669 2625,'0'0'332,"0"0"-332,0 0 6,0 0-6,0 0 35,0 0 10,0 0 3,-93-13 16,76 22-9,-2 1-30,3 1-23,-1 4-1,3 2 21,-2 1-22,6 4-32,0 2 13,3 3 16,1 0-51,4 0 9,2 1-3,0-2 10,8 1-29,4-3 6,3-3 12,5 1 49,3-3 37,5-2-35,0-2-1,4 0 15,0-6 7,3 1-22,-1-4 24,-4 1-12,2 0 6,-6-3-3,0 3 13,-3 0 10,-3 0-10,-6 0-17,1 0-12,-5 3 0,-4 1 55,-2 0-17,-2 1 20,-2 2 15,0 3-22,-6 1-16,-4 0-16,-6 1 6,-3 1-25,-4-1-34,-3-1-39,-3 0-6,-4-4-36,0-1-26,-2-3-17,-1-4-15,-1-2-115,2-4-159,2 0-5,10-6-20,-13-15-502</inkml:trace>
          <inkml:trace contextRef="#ctx0" brushRef="#br0" timeOffset="-11294.785">529 2601 2368,'0'0'785,"0"0"-734,0 0-51,0 0 0,79-43 0,-46 28 103,3 0-103,4 1-13,3 3-29,6 2 10,2 1 0,5 3-12,3-1-72,0 3-150,2 3-138,-2 0-280,-17 0 0</inkml:trace>
          <inkml:trace contextRef="#ctx0" brushRef="#br0" timeOffset="-10920.7005">1616 2501 1079,'0'0'1462,"0"0"-1371,0 0-88,0 0 16,0 0 46,-80 52 96,64-34 2,-3 0-25,-1 5 9,1 3 2,0 2-35,2 4-57,3 2-31,-1 3 12,1 0 3,4 6-40,1 1 2,1 2 41,2 0-1,3 2-43,3 0-26,0-2 26,4-2 0,7-2-10,6 1-14,3-6 24,4-5 10,2-6-10,6-4 0,2-7 0,1-6 28,1-4-15,0-5-10,2-1 44,-2-9-3,-2-6-25,1-3-1,-4-6 17,-2 0 9,-4-4-41,-4-3 11,-2 3 26,-6-2-4,-6 2-36,-3 5 0,-4 1 9,-2 2-9,-11 5-34,-9 0-105,-8 6-66,-8 5-19,-6 5-139,-8 4-48,-6 11-47,-1 8 66,-3 7 24,16-8 30,-26 17-141</inkml:trace>
          <inkml:trace contextRef="#ctx0" brushRef="#br0" timeOffset="10722.8517">701 5027 127,'0'0'78,"0"0"-51,0 0 28,0 0 40,0 0 296,0 0-218,0 0-56,0 0 3,0 0 30,85-47-10,-60 35-23,0-1-55,6 0-62,0 2-10,6 0 10,0 1 2,7 2 1,1-1-3,5 4-4,3 1-12,2 0-55,4 2 71,0-1 3,1 3 0,2 0-3,-3 0-12,0 0 12,-4 5-1,-4-1 1,-4 0 0,-7 1-23,-3-1-3,-9 0-42,-3 0 0,-8-1 41,-4-1-21,-3-1 9,-5-1-10,-2 0 10,-3 0 38,0 0 1,0 2 0,0-1-33,-5 0-42,2-1-212,-10 1-319</inkml:trace>
        </inkml:traceGroup>
      </inkml:traceGroup>
    </inkml:traceGroup>
  </inkml:traceGroup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</inkml:channelProperties>
      </inkml:inkSource>
      <inkml:timestamp xml:id="ts0" timeString="2024-03-15T15:00:09.798"/>
    </inkml:context>
    <inkml:brush xml:id="br0">
      <inkml:brushProperty name="width" value="0.14" units="cm"/>
      <inkml:brushProperty name="height" value="0.14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E8DC74EC-DE09-4B0B-A57B-64F0FC36A09A}" emma:medium="tactile" emma:mode="ink">
          <msink:context xmlns:msink="http://schemas.microsoft.com/ink/2010/main" type="writingRegion" rotatedBoundingBox="1700,8960 11937,12207 11235,14420 998,11174"/>
        </emma:interpretation>
      </emma:emma>
    </inkml:annotationXML>
    <inkml:traceGroup>
      <inkml:annotationXML>
        <emma:emma xmlns:emma="http://www.w3.org/2003/04/emma" version="1.0">
          <emma:interpretation id="{E066CFB0-5C96-424F-A02A-4F7A2A1813ED}" emma:medium="tactile" emma:mode="ink">
            <msink:context xmlns:msink="http://schemas.microsoft.com/ink/2010/main" type="paragraph" rotatedBoundingBox="1700,8960 11937,12207 11235,14420 998,11174" alignmentLevel="1"/>
          </emma:interpretation>
        </emma:emma>
      </inkml:annotationXML>
      <inkml:traceGroup>
        <inkml:annotationXML>
          <emma:emma xmlns:emma="http://www.w3.org/2003/04/emma" version="1.0">
            <emma:interpretation id="{54C1334E-4005-404C-8C96-EE94DF412DDC}" emma:medium="tactile" emma:mode="ink">
              <msink:context xmlns:msink="http://schemas.microsoft.com/ink/2010/main" type="line" rotatedBoundingBox="1700,8960 11937,12207 11235,14420 998,11174"/>
            </emma:interpretation>
          </emma:emma>
        </inkml:annotationXML>
        <inkml:traceGroup>
          <inkml:annotationXML>
            <emma:emma xmlns:emma="http://www.w3.org/2003/04/emma" version="1.0">
              <emma:interpretation id="{D0C4EEBF-38E1-456C-85B1-D8E839AAC225}" emma:medium="tactile" emma:mode="ink">
                <msink:context xmlns:msink="http://schemas.microsoft.com/ink/2010/main" type="inkWord" rotatedBoundingBox="1700,8960 7446,10782 6744,12996 998,11174"/>
              </emma:interpretation>
              <emma:one-of disjunction-type="recognition" id="oneOf0">
                <emma:interpretation id="interp0" emma:lang="en-US" emma:confidence="0.5">
                  <emma:literal>At☺</emma:literal>
                </emma:interpretation>
                <emma:interpretation id="interp1" emma:lang="en-US" emma:confidence="0">
                  <emma:literal>t☺</emma:literal>
                </emma:interpretation>
                <emma:interpretation id="interp2" emma:lang="en-US" emma:confidence="0">
                  <emma:literal>tot☺</emma:literal>
                </emma:interpretation>
                <emma:interpretation id="interp3" emma:lang="en-US" emma:confidence="0">
                  <emma:literal>txt☺</emma:literal>
                </emma:interpretation>
                <emma:interpretation id="interp4" emma:lang="en-US" emma:confidence="0">
                  <emma:literal>thx☺</emma:literal>
                </emma:interpretation>
              </emma:one-of>
            </emma:emma>
          </inkml:annotationXML>
          <inkml:trace contextRef="#ctx0" brushRef="#br0">2380 1101 1148,'0'0'1566,"0"0"-1559,0 0-7,0 0-187,0 0-49,0 0-4,0 0 208,0 0 32,0 0 0,89 48 29,-54-22 42,8 7 20,5 6-43,1 8-25,6 6 3,1 7 23,1 2 2,-3 4 30,4 5 13,-2 2-33,1 5-32,-2 1-26,1 3 33,-4 1-18,0 2-17,0 0-2,-6 0 3,-1-4 21,-5-3-10,-2-4-10,-4-6 16,-2-7 7,-3-7-26,-3-9-9,-5-7 9,-3-7 0,-3-6-16,-2-6-19,-1-2-55,-4-5-111,0-2-126,-2-7-192,-3-1-93</inkml:trace>
          <inkml:trace contextRef="#ctx0" brushRef="#br0" timeOffset="630.2375">4193 2262 2974,'0'0'412,"0"0"-286,0 0-125,0 0 11,0 0 29,0 0 26,0 0-67,0 0-16,0 0 16,0 0 0,-19 2-58,21 8-25,-1 9 83,-1 9 51,0 9-37,0 8-14,0 6 0,0 4 26,-7 4-25,1-2-1,-2 4 0,-2-1 12,-1 2-12,-3 1-2,1-1 2,-1-3 12,1-2-10,0-7 11,1-6 0,2-5-11,4-6 1,-1-6 8,4-7-11,2-4-26,1-5-5,0-7-23,0 0-13,6-3 8,5 1 59,2-2 1,7 0 1,3-2 1,6-4 23,3-3-14,5-2-10,5-4 21,5 2-12,4-3-11,5 0-2,0 1 0,4 1-14,-1 0-3,-2 3-3,-2 1-16,-3 2-131,-5 3-181,-2 3-20,-6 0-152,-7 2-43,-9 0 24</inkml:trace>
          <inkml:trace contextRef="#ctx0" brushRef="#br0" timeOffset="941.9795">4625 2830 3191,'0'0'429,"0"0"-397,0 0-32,-54 80 0,46-46 75,0 8 39,5 4-1,0 4-9,2 7-41,1 4-19,0 4-1,1 3-27,2 6-16,3 2-31,-1 1 18,-2 0 1,-1-1-13,-2-3-13,0-2 16,0-5-19,0-5-66,-3-5-16,-3-7 20,2-6-37,1-9-143,2-7-143,-2-8-206,1-7-187</inkml:trace>
          <inkml:trace contextRef="#ctx0" brushRef="#br0" timeOffset="3459.7671">4496 3117 228,'0'0'0,"0"0"-78</inkml:trace>
          <inkml:trace contextRef="#ctx0" brushRef="#br0" timeOffset="3673.8915">4607 3170 382,'0'0'0,"0"0"-66</inkml:trace>
          <inkml:trace contextRef="#ctx0" brushRef="#br0" timeOffset="3901.1977">4552 3280 440,'0'0'789,"0"0"-324,0 0-338,0 0-104,0 0 29,0 0 13,0 0-10,0 0-28,0 0-27,0 0-36,0 0-25,0 2-190,-1-1-224,-14 5-563</inkml:trace>
          <inkml:trace contextRef="#ctx0" brushRef="#br0" timeOffset="8878.4754">4569 2127 1182,'0'0'700,"0"0"-583,0 0-101,0 0-15,-95-63 0,72 49 56,0 1 154,-1 0 38,0 0-143,-3 0-67,3 1 16,-2 0 16,1 2 19,2 3 25,-3 1-12,0 1-79,-1 3-24,-2 2-38,-1 0 36,-2 7 0,0 4-24,-2 2 0,2 3 26,0 1 0,-1 3-24,4 3-12,-2 2 34,-1 3 1,0 4-28,0 3 4,-1 4 25,3 1-1,1 1-30,3 3 14,0-1 17,3 5 0,4 1-20,2 4-31,4 2 51,2 5-2,4 6-12,2 3-25,5 1 39,0 4 35,5 0-2,5-2 2,1-4-35,4-1 26,2-1 25,3-6 20,3 1-36,6-3-9,3-4-26,5-5 0,3-3 0,2-3 16,2-5-7,2-2 17,0-3-26,4-7 22,1 0-6,1-4 13,1-3 32,2-3-20,2-3 10,-1-6-49,2 0 40,0-7-23,1 0 22,-1-1-28,-4-8 12,-2-6 1,-3 0 15,-3-6 0,-2 0 16,-4-5 0,0-2 0,-4-5-10,-3-1 16,-2-4 28,-3-3 13,-2-3-32,-4-4-9,-2-4-10,-3-4-22,-6 1 0,-3-4-3,-5-2-3,-3-1-25,0-5 0,-9-3-22,-2-1-3,-6-1 3,-5 4 22,0 2 0,-5 5-3,-5 2 3,-4 4-40,-5 5 18,-4 4 20,-4 3-17,-2 7-9,-5 5 3,-3 5 10,0 7-7,0 5-16,1 5 0,1 5 13,5 4 3,1 0-16,5 3-3,7 6 10,6 1-10,3 1-16,7 1-34,4 4-58,3 1-42,6 3-77,4 4-63,5 4-85,1 4-145,1-8 40,11 14-196</inkml:trace>
          <inkml:trace contextRef="#ctx0" brushRef="#br0" timeOffset="-8056.5043">-767 1928 729,'0'0'1238,"0"0"-1108,0 0-49,0 0-10,0 0-35,0 0-1,0 0-12,0 0-23,0 0-15,0 0-63,0 0 78,49-18 4,-15 10-4,12-3 22,6 3-22,9-4 0,9 1 35,7-2 46,8-2-7,7 1-35,7-1 25,11-1-12,4 0-51,7 0 2,6 1 23,5-2 4,5-1-30,4 3-19,2-1 19,1 4 0,0 4-23,-2 2-3,-4 5 25,-7 1-2,-5 0-55,-8 3 19,-5 2 17,-9-3 6,-6 2-13,-7-4-23,-7 0 19,-9 0 30,-9 0-26,-7-4-1,-10 3 30,-7 0 0,-10 0-17,-5 1-35,-7 0-39,-4 0-19,-5 1-66,-3 1-87,-7 3-69,-1-2-137,-6 5-318</inkml:trace>
          <inkml:trace contextRef="#ctx0" brushRef="#br0" timeOffset="-2424.6108">86 1471 935,'0'0'1445,"0"0"-1274,0 0-123,0 0-48,0 0-47,0 0-34,0 0-67,0 0 148,0 0 19,0 0 52,98-7 13,-36 1-6,8-2-17,5 1-32,9-3 3,2-1-12,5 1 25,3-4 26,1 2 9,0-1-26,2-2-2,-1-1 2,-2-1-41,-3 3-12,-6 0 0,-7 4-1,-12 1-13,-5 3-15,-11 3 2,-10 0 7,-9 2 16,-8 1-16,-6 0 3,-7 0 16,-4 0-1,-5 0 1,1 0 13,-2 0 45,0 0 9,0 0-16,0 0-12,0 0-1,0 0-9,0 0-13,0-1-13,0 1 10,-2-2-11,1 2-2,-1 0-2,2 0 0,-1 0-1,-1-1-19,1 0 9,-2 1 13,3 0-1,-3 0 1,3-2 0,0 2 0,0 0-12,0 0-13,0 0-7,0 0 6,0 0 1,0 0-7,0 0 0,0 0 16,0 0 12,0 0-28,0 0 0,0 0-3,0 0-13,0 0-29,0 0-4,-1 0 20,-2 0 16,0 0-42,-3 0 12,2 0-34,-2 0-37,0 2-36,-1-1-42,0 2-42,-2-1-18,2 2-48,-9 1-196,91-22 128</inkml:trace>
        </inkml:traceGroup>
        <inkml:traceGroup>
          <inkml:annotationXML>
            <emma:emma xmlns:emma="http://www.w3.org/2003/04/emma" version="1.0">
              <emma:interpretation id="{5CB86088-0852-479A-96D8-002F5812A8FC}" emma:medium="tactile" emma:mode="ink">
                <msink:context xmlns:msink="http://schemas.microsoft.com/ink/2010/main" type="inkWord" rotatedBoundingBox="7243,11097 11828,12551 11470,13680 6885,12226"/>
              </emma:interpretation>
              <emma:one-of disjunction-type="recognition" id="oneOf1">
                <emma:interpretation id="interp5" emma:lang="en-US" emma:confidence="0.5">
                  <emma:literal>70\slins</emma:literal>
                </emma:interpretation>
                <emma:interpretation id="interp6" emma:lang="en-US" emma:confidence="0">
                  <emma:literal>701 min</emma:literal>
                </emma:interpretation>
                <emma:interpretation id="interp7" emma:lang="en-US" emma:confidence="0">
                  <emma:literal>toplines</emma:literal>
                </emma:interpretation>
                <emma:interpretation id="interp8" emma:lang="en-US" emma:confidence="0">
                  <emma:literal>701 min'</emma:literal>
                </emma:interpretation>
                <emma:interpretation id="interp9" emma:lang="en-US" emma:confidence="0">
                  <emma:literal>Folding</emma:literal>
                </emma:interpretation>
              </emma:one-of>
            </emma:emma>
          </inkml:annotationXML>
          <inkml:trace contextRef="#ctx0" brushRef="#br0" timeOffset="12973.2846">7588 4343 821,'0'0'511,"0"0"-488,0 0-23,0 0-205,0 0 205,0 0 45,0 0 99,0 0-40,90-87-26,-70 53 55,5-5-29,-1-4-19,0-3 22,1-3 55,-2 0 42,0-2-39,-1-2-29,-5 1-11,2 1-38,-6 2-29,-2 2-35,-4 1-23,-1 5-23,-4 4 10,-2 5 13,0 4 0,-5 8 0,1 4-19,-2 7 9,-1 2 10,1 4 4,-1 3-4,0 0-1,-3 7-48,1 4-18,-1 6 9,-3 6 29,3 4 27,0 4-11,-1 4-4,0 2 14,4 2-16,0 2-10,0 3 12,2-1 16,4 3 1,1 0-4,0 0 4,4-2 26,6 0 0,0-3-24,5-1-2,4-5 39,-1-3-20,3-6 17,2-5-36,-2-4 0,3-6 1,1-5 2,1-4 10,0-2 0,4-5 16,-1-6-28,1-6-1,-2-2 2,-1-6-2,0 1-18,-5-1 2,0 0 12,-4 1-18,-2 1-23,-3 3 12,-3-1 33,1 3 11,-4-1-11,-2 2 1,0 3 22,-4 3-1,1 4-20,-2 2-1,1 3 21,-1 1-21,0 1-1,0 0-29,0 0 13,0 3-3,0 3-36,0 4 6,0 4 30,-1 3 18,1 4-2,0 1 3,0 0 55,4 1-13,3 0-30,3 0-8,0-2 28,-1-1 7,4-2-36,-3-3-1,3-2 40,1-5-3,1-1-38,-1-3 15,-1-3 13,3-1 6,-3 0-33,3-5 11,-3-4 32,1-1 0,-1-3-29,0-3-14,-1 0 27,1-4 0,0 1-28,-2-2 0,1 1 20,1-1-2,-2 0-19,2 2 0,0 2 17,-3 3 21,2 3-35,-5 3-1,2 3 33,-2 3-35,0 2-34,-1 0-14,0 4 48,2 7 38,1 4-6,-2 6-13,3 4 19,-2 3-5,1-2-33,-1 3-3,-1-4 3,0 3 17,0-5-17,-1-1-19,1-4 19,-1-4 0,0-4-13,2-4 0,-2-2 13,4-4 45,2 0-19,1-7-1,4-6 23,-1-5-13,4-4-35,-1-2-51,0-5 6,1-1 13,-1 0-15,-2-1-1,0 0 22,-1 1 13,-4 4-3,0 2 5,-4 6 10,-1 4 1,-3 5-2,-1 4-17,-3 1-3,2 4 19,-2 0-17,0 3-9,0 5 17,0 5 12,0 5 19,0 4-18,1 2 0,3-2 12,-1-1 0,4 0-10,1-2 29,4 0 22,-1-1 4,3 0-10,3-4-7,3 1-12,2-3 19,1-5-7,5-5-9,0 0 12,1-2-15,3-3-13,-2-4 0,0-5 3,1-2 0,-1-2-17,-1-2 10,-2-2 7,-1-2 0,-3 0-6,0-1 0,-3 0 15,-1 0-6,-5 1-9,-2-2-10,-2 5 16,-1 0-6,-3 2-13,-4 0-2,1 5 1,-3-1-3,0 2-24,0 6-10,0 0 3,0 2-9,0 2-13,0 1-6,0 0 8,0 0-14,0 0-30,0 0 16,0 1 12,3 5 42,2 1 26,-1 4 3,4 3 10,0 1 3,-1 3 3,0 4-14,3 3 23,-3 3-3,1 1-22,-4 2 0,2-1 15,-5 2-15,-1-2-1,0-3-28,-7-2-19,0-4-52,-3-6-38,-5-3-55,-1-5-159,2-3-258,-18-4-385</inkml:trace>
          <inkml:trace contextRef="#ctx0" brushRef="#br0" timeOffset="13145.2198">8633 3754 813,'0'0'2206,"0"0"-2165,0 0-41,0 0-411,0 0 78,0 0 207,0 0-10,0 0-400,0 0-204</inkml:trace>
          <inkml:trace contextRef="#ctx0" brushRef="#br0" timeOffset="9454.7762">5062 3161 805,'0'0'1060,"0"0"-690,0 0-344,0 0-26,0 0-162,0 0 71,0 0 36,0 0 55,0 0 0,0 0 81,0 0 46,62 18-53,-30-10-54,4-1 28,4 1-9,5-2-39,1 4-6,3-3-20,-3 1 9,2 1 16,-4 0-63,1 1-147,-5 0-153,-9-3-36,6-2-170</inkml:trace>
          <inkml:trace contextRef="#ctx0" brushRef="#br0" timeOffset="9879.5847">5483 3028 2677,'0'0'309,"0"0"-264,0 0-45,0 0-103,0 0 6,0 0 52,0 0 45,0 0 30,0 0 48,0 0-8,0 0-28,76-3-40,-45 4-2,2 1-13,1 3-12,1 1 23,0-1-17,2 2 3,-1 1 16,0 1 0,-1 2 0,-4-1-16,0 0 14,-4 2 1,-3-2-34,-5 0 24,-3 0 11,-3 1 22,-2-2-22,-6 2-9,-2 1 9,-3 1 0,0 4-26,-12 2 15,-1 3 11,-7 2 13,-2 2-13,-5 1 0,1 0 28,-3-3 7,-2 2-12,0-1-10,0-4 6,0 3-19,0-2-23,3-2-9,2-1 30,6 1-20,0-2-59,4 1-63,5-1-86,3 0-129,2-1-181,5-5-23</inkml:trace>
          <inkml:trace contextRef="#ctx0" brushRef="#br0" timeOffset="10302.2718">6284 3308 2538,'0'0'653,"0"0"-653,0 0-48,0 0 48,0 0 76,0 0 71,0 0-96,0 0-26,-84-6 33,73 13-58,-2 2-16,-3 4-51,3 3 35,-5 2 31,2 4-12,-1 2 13,-1 0 29,5 0 19,0 1-37,4-2-10,3-1 0,4-1 12,2-2-13,3-2 16,11-2 32,1-1 15,6-1-31,4-2-17,2-3 27,3-4-1,2-1-10,1-3-9,0-2 19,-1-5 0,0-4-9,-3-1-1,-4-4 10,0 0-4,-5-4 7,-3 1-8,-5-5 4,-2 3-6,-4-3 1,-6-3-32,0 1-3,-6-2-13,-7 0-52,-5 0-64,-6-1-16,-6 0-6,-2 3 18,-5 2-54,0 3-50,-1 5-80,3 4-67,4 4-160,8 4-68,0 4-115</inkml:trace>
          <inkml:trace contextRef="#ctx0" brushRef="#br0" timeOffset="10633.3067">6721 2980 3064,'0'0'344,"0"0"-264,0 0-64,0 0 25,0 0 114,0 0 44,0 0-71,0 0-42,0 0-40,0 0-46,-2-8-41,2 9-15,0 3 11,0 5 26,0 3 19,0 12 28,-7 9 20,0 9-26,0 7-22,-3 3-25,-2 6 24,1 0-2,-1 1-23,2 0 4,1 0 20,-2 2 1,4-2-34,2-1 4,0-1 3,0-4-10,4-5-50,-1-2-32,2-7-23,0-4-57,2-6-120,4-5-56,1-6-174,-1-6-142,3-10-293</inkml:trace>
          <inkml:trace contextRef="#ctx0" brushRef="#br0" timeOffset="11203.7127">7130 3482 1865,'0'0'1575,"0"0"-1426,0 0-149,0 0-95,0 0 38,0 0 57,0 0 105,0 0-23,0 0-63,0 0-19,0 0 0,-9 86 0,-2-48 0,-1 6 0,0 1-27,-1 3 27,-1-2 0,2-1 0,-2 0-19,3-2 19,1-4 0,1-3-7,3-2-27,0-3 33,4-4-1,2-2-28,0-4-21,2-3 13,4-2-13,2-5-32,-1-2-45,3-3 16,0-3 0,0-3 25,-1-5-3,2-8 23,0-8-36,-3-3-65,1-7-95,-5-5 27,2-5 96,-5 0 81,1 0 57,-2-3-1,0 0 3,-5-2 13,-2 1 16,0-3 10,-3 1 29,4-1-16,2 3 46,2 1 77,2 6 9,0 3-22,9 3-1,3 4-42,3 5-22,0 4-17,2 2-13,3 3 23,-1 2 6,1 4 12,2 0-25,-2 1-7,0 4-13,-2 0-2,-3 3-23,-3 0-16,1 0-21,-6 8 0,0 2-1,-4 4 12,-3 7 20,-1 4-7,-11 8-25,-6 4-25,-4 0-3,-6 0 2,-2 0-5,0-3 2,-3-2 7,-3 1-22,-2-2-45,-2-2-54,-1 1-33,-3-3-87,5-4-146,9-6-255,-11 0-130</inkml:trace>
        </inkml:traceGroup>
      </inkml:traceGroup>
    </inkml:traceGroup>
  </inkml:traceGroup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</inkml:channelProperties>
      </inkml:inkSource>
      <inkml:timestamp xml:id="ts0" timeString="2024-03-15T15:00:33.799"/>
    </inkml:context>
    <inkml:brush xml:id="br0">
      <inkml:brushProperty name="width" value="0.14" units="cm"/>
      <inkml:brushProperty name="height" value="0.14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F9D5F767-435C-46D8-AAF7-68A041362116}" emma:medium="tactile" emma:mode="ink">
          <msink:context xmlns:msink="http://schemas.microsoft.com/ink/2010/main" type="writingRegion" rotatedBoundingBox="15588,4814 15456,15850 14082,15834 14214,4798"/>
        </emma:interpretation>
      </emma:emma>
    </inkml:annotationXML>
    <inkml:traceGroup>
      <inkml:annotationXML>
        <emma:emma xmlns:emma="http://www.w3.org/2003/04/emma" version="1.0">
          <emma:interpretation id="{422086FC-8712-4A42-82CB-E12D8926FBD7}" emma:medium="tactile" emma:mode="ink">
            <msink:context xmlns:msink="http://schemas.microsoft.com/ink/2010/main" type="paragraph" rotatedBoundingBox="15588,4814 15456,15850 14082,15834 14214,4798" alignmentLevel="1"/>
          </emma:interpretation>
        </emma:emma>
      </inkml:annotationXML>
      <inkml:traceGroup>
        <inkml:annotationXML>
          <emma:emma xmlns:emma="http://www.w3.org/2003/04/emma" version="1.0">
            <emma:interpretation id="{F8C513F6-BA64-4B80-A096-4C7B60104D17}" emma:medium="tactile" emma:mode="ink">
              <msink:context xmlns:msink="http://schemas.microsoft.com/ink/2010/main" type="line" rotatedBoundingBox="15588,4814 15456,15850 14082,15834 14214,4798"/>
            </emma:interpretation>
          </emma:emma>
        </inkml:annotationXML>
        <inkml:traceGroup>
          <inkml:annotationXML>
            <emma:emma xmlns:emma="http://www.w3.org/2003/04/emma" version="1.0">
              <emma:interpretation id="{780E80E7-D00F-4DC3-95EE-4F060AA9FCB2}" emma:medium="tactile" emma:mode="ink">
                <msink:context xmlns:msink="http://schemas.microsoft.com/ink/2010/main" type="inkWord" rotatedBoundingBox="15301,4811 15297,5210 14448,5200 14453,4801"/>
              </emma:interpretation>
              <emma:one-of disjunction-type="recognition" id="oneOf0">
                <emma:interpretation id="interp0" emma:lang="en-US" emma:confidence="0.5">
                  <emma:literal>b</emma:literal>
                </emma:interpretation>
                <emma:interpretation id="interp1" emma:lang="en-US" emma:confidence="0">
                  <emma:literal>.</emma:literal>
                </emma:interpretation>
                <emma:interpretation id="interp2" emma:lang="en-US" emma:confidence="0">
                  <emma:literal>8</emma:literal>
                </emma:interpretation>
                <emma:interpretation id="interp3" emma:lang="en-US" emma:confidence="0">
                  <emma:literal>?</emma:literal>
                </emma:interpretation>
                <emma:interpretation id="interp4" emma:lang="en-US" emma:confidence="0">
                  <emma:literal>9</emma:literal>
                </emma:interpretation>
              </emma:one-of>
            </emma:emma>
          </inkml:annotationXML>
          <inkml:trace contextRef="#ctx0" brushRef="#br0">38 48 1178,'0'0'23,"0"0"55,0 0 166,0 0 3,0 0-7,0 0 59,0 0-80,0 0-28,0 0-79,0 0-47,-23-41-27,23 41-18,0 0-20,0 0-15,0 0-21,0 3 33,0 3-48,-1 2 51,-2 5 19,0 5 36,0 4-20,1 3-26,1-1-9,1 3-24,0 0 23,4-2-9,6-2 10,1-3 26,6 1-25,1-6 0,3 1 12,2-6 16,0-2-7,0-2-9,1-5 13,2-1 25,-3 0 0,0-5-3,-1-2 6,0-5-6,-2-1-16,-3-2 9,0-2-6,-4-1 0,0-3-3,-3 1-32,-1-3-38,-1-2 16,-2 1-29,-6 1 9,0-1 26,-6 5-12,-8 1-49,-3 1-51,-3 5 38,-3 4 1,-2 3-21,2 5-41,0 1-17,2 9-49,2 3-126,4 5-83,7 3 15,3-5-9,5 10-242</inkml:trace>
          <inkml:trace contextRef="#ctx0" brushRef="#br0" timeOffset="350.0757">662 108 1770,'0'0'208,"0"0"-208,0 0 114,0 0-30,0 0-32,-75-37-7,58 36 16,0 1-22,1 0-38,-1 4-1,0 6-18,0 4-18,3 2-19,0 7 30,3-1 21,3 4-28,2 1-10,4 0 16,2 0 0,2-1 25,9-3-20,4-1 21,9-3 23,2-3 9,3-3 7,3-4 10,1-4 45,0-2-10,0-3 32,-1-4 78,-2-4-14,-4-4-45,-3 0-17,-4-5-3,-2-1-6,-4-3-27,-1-1-25,-6 0 10,-4-2-24,-2-1-43,-4 1-50,-12 0-14,-3-1-57,-9 2-41,-8 5-56,-6 7-55,-4 9-69,-2 4-151,-2 15-11,11 0-30</inkml:trace>
        </inkml:traceGroup>
        <inkml:traceGroup>
          <inkml:annotationXML>
            <emma:emma xmlns:emma="http://www.w3.org/2003/04/emma" version="1.0">
              <emma:interpretation id="{0E3B7511-7F44-4551-AB06-68AE255C8549}" emma:medium="tactile" emma:mode="ink">
                <msink:context xmlns:msink="http://schemas.microsoft.com/ink/2010/main" type="inkWord" rotatedBoundingBox="15013,8491 15007,8992 14164,8982 14170,8481"/>
              </emma:interpretation>
              <emma:one-of disjunction-type="recognition" id="oneOf1">
                <emma:interpretation id="interp5" emma:lang="en-US" emma:confidence="0.5">
                  <emma:literal>5</emma:literal>
                </emma:interpretation>
                <emma:interpretation id="interp6" emma:lang="en-US" emma:confidence="0">
                  <emma:literal>i</emma:literal>
                </emma:interpretation>
                <emma:interpretation id="interp7" emma:lang="en-US" emma:confidence="0">
                  <emma:literal>.</emma:literal>
                </emma:interpretation>
                <emma:interpretation id="interp8" emma:lang="en-US" emma:confidence="0">
                  <emma:literal>S</emma:literal>
                </emma:interpretation>
                <emma:interpretation id="interp9" emma:lang="en-US" emma:confidence="0">
                  <emma:literal>j</emma:literal>
                </emma:interpretation>
              </emma:one-of>
            </emma:emma>
          </inkml:annotationXML>
          <inkml:trace contextRef="#ctx0" brushRef="#br0" timeOffset="1408.018">542 3685 1512,'0'0'1517,"0"0"-1293,0 0-189,0 0-6,0 0-29,0 0-9,0 0-62,0 0-56,0 0-79,0 0-80,0 0 231,16 72 55,-13-26 0,-3 14 0,0 11-3,-6 8-182,-4-14-349,-9 43-218</inkml:trace>
          <inkml:trace contextRef="#ctx0" brushRef="#br0" timeOffset="1203.296">-239 3838 805,'0'0'170,"0"0"263,0 0-277,5-67-32,-2 49 61,-1 1 88,-2 5 34,2 1-42,-2 5-69,0 3-13,0 1-30,0 2-70,0 0-83,0 0-35,0 0 10,0 0-4,0 0-42,0 2-34,-2 6-11,-5 8 104,0 3-14,-3 6-6,1 3 3,-1-1-3,6 0-13,-2-3-36,6-2 81,0 0-13,0-4 13,7-1 0,2-3 11,1-1 7,6-2-18,1 0 0,3-4 13,2-2 39,3-1 2,2-4-5,3 0 18,-1-4 23,1-3-42,1-5-13,-3-3 32,0-2 0,-2-4-25,-5 1-17,-2-2 17,-3 0-1,-5 1-38,-6 2 0,-5-2-3,0 2-13,-10 0-70,-8 0-48,-5 1-35,-4 2-40,-5 3 26,-3 6 25,1 3 25,1 4 11,1 4-60,2 6-55,3 6-65,5 7-88,8-8-1,2 13-346</inkml:trace>
        </inkml:traceGroup>
        <inkml:traceGroup>
          <inkml:annotationXML>
            <emma:emma xmlns:emma="http://www.w3.org/2003/04/emma" version="1.0">
              <emma:interpretation id="{13696587-851E-4EEC-BD04-AC622E94DD02}" emma:medium="tactile" emma:mode="ink">
                <msink:context xmlns:msink="http://schemas.microsoft.com/ink/2010/main" type="inkWord" rotatedBoundingBox="15503,11910 15495,12631 14492,12619 14501,11898"/>
              </emma:interpretation>
              <emma:one-of disjunction-type="recognition" id="oneOf2">
                <emma:interpretation id="interp10" emma:lang="en-US" emma:confidence="0.5">
                  <emma:literal>.</emma:literal>
                </emma:interpretation>
                <emma:interpretation id="interp11" emma:lang="en-US" emma:confidence="0">
                  <emma:literal>!</emma:literal>
                </emma:interpretation>
                <emma:interpretation id="interp12" emma:lang="en-US" emma:confidence="0">
                  <emma:literal>-</emma:literal>
                </emma:interpretation>
                <emma:interpretation id="interp13" emma:lang="en-US" emma:confidence="0">
                  <emma:literal>P</emma:literal>
                </emma:interpretation>
                <emma:interpretation id="interp14" emma:lang="en-US" emma:confidence="0">
                  <emma:literal>:</emma:literal>
                </emma:interpretation>
              </emma:one-of>
            </emma:emma>
          </inkml:annotationXML>
          <inkml:trace contextRef="#ctx0" brushRef="#br0" timeOffset="3372.5379">622 7262 783,'0'0'1585,"0"0"-1404,0 0-133,0 0-28,0 0 51,0 0 96,0 0-35,0 0-62,0 0-44,0 0-26,0 0-10,-28 18-41,22 0 3,0 4 48,1 2-2,-1 2 2,3 3 0,0-1 13,3 0 35,0 0-19,0-2 3,3-2 28,5-1-5,4-4-43,0-5 14,5-2 44,1-3 7,5-5-39,1-4 13,3 0 34,4-8 13,0-6-34,3-6-27,-1-3 17,1-2-10,-2-4-32,-2-2-11,-2-1 26,-4 0 7,-3 0-34,-3-1 1,-5 2 10,-3 1-11,-6 0-10,-4 3-27,0 0 8,-9 2-74,-7 4-90,-7 3-52,-5 3-1,-6 8-59,-4 6-202,9 1-223,-22 14 20</inkml:trace>
          <inkml:trace contextRef="#ctx0" brushRef="#br0" timeOffset="2861.2893">65 7236 192,'0'0'160,"0"0"225,0 0-268,0 0-104,0 0 33,0 0 78,0 0 52,0 0 48,0 0 7,0 0-3,2-29 5,-1 29-51,-1 0-40,0 0 10,0 0 15,0 0-31,0 0-24,0 0 6,0 0 10,0 0-35,0 0-23,0 0 0,0 0-7,0 0-35,0 0-27,0 0-1,0 0-1,0 0-30,0 0-14,0 1 1,0 4 22,0 6 22,0 1 25,0 6-12,0 2 3,-1 3 3,-1 2-18,1 5 1,-1 4 14,-2 4-14,1 5-2,1 2-13,-1 0 10,1 1-10,-1-2-6,2-3 3,1-5 13,0-5-48,0-8-22,0-5-35,0-6-103,1-6-24,4-6-123,-2 0-170,-1-6-9,5-16-160</inkml:trace>
        </inkml:traceGroup>
        <inkml:traceGroup>
          <inkml:annotationXML>
            <emma:emma xmlns:emma="http://www.w3.org/2003/04/emma" version="1.0">
              <emma:interpretation id="{3ABA4438-1064-46C3-9D84-1503636EE51F}" emma:medium="tactile" emma:mode="ink">
                <msink:context xmlns:msink="http://schemas.microsoft.com/ink/2010/main" type="inkWord" rotatedBoundingBox="14856,15231 14848,15843 14343,15837 14350,15225"/>
              </emma:interpretation>
              <emma:one-of disjunction-type="recognition" id="oneOf3">
                <emma:interpretation id="interp15" emma:lang="en-US" emma:confidence="0.5">
                  <emma:literal>=</emma:literal>
                </emma:interpretation>
                <emma:interpretation id="interp16" emma:lang="en-US" emma:confidence="0">
                  <emma:literal>_</emma:literal>
                </emma:interpretation>
                <emma:interpretation id="interp17" emma:lang="en-US" emma:confidence="0">
                  <emma:literal>-</emma:literal>
                </emma:interpretation>
                <emma:interpretation id="interp18" emma:lang="en-US" emma:confidence="0">
                  <emma:literal>1</emma:literal>
                </emma:interpretation>
                <emma:interpretation id="interp19" emma:lang="en-US" emma:confidence="0">
                  <emma:literal>I</emma:literal>
                </emma:interpretation>
              </emma:one-of>
            </emma:emma>
          </inkml:annotationXML>
          <inkml:trace contextRef="#ctx0" brushRef="#br0" timeOffset="4353.9599">381 10425 2481,'0'0'576,"0"0"-576,0 0-93,0 0 29,-23 71 64,20-41 6,2 4 33,1 2-39,0 0-15,4-3-2,3-1 15,2 0-9,-2-3-18,0-1-103,-1-2-97,-3-3-149,1-7-256,-4 1-99</inkml:trace>
          <inkml:trace contextRef="#ctx0" brushRef="#br0" timeOffset="4164.5681">-100 10537 931,'0'0'1090,"0"0"-707,0 0-251,0 0-58,0 0 13,0 0 90,0-76 105,0 68-55,1 3-103,-1 2-35,0 2 2,2 1-18,-2 0-42,0 0-8,0 4 33,0 7-30,0 9-26,1 7 0,1 10 20,0 4-20,0 4-18,-2 1-30,1-3 33,-1 1 13,0-3-35,0-3-14,1 0 29,1-3-28,-1-6-74,2-3-44,0-4 2,2-4-55,-1-5-116,3-5-132,2-6-171,-3-2 139,4-7-86</inkml:trace>
        </inkml:traceGroup>
      </inkml:traceGroup>
    </inkml:traceGroup>
  </inkml:traceGroup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</inkml:channelProperties>
      </inkml:inkSource>
      <inkml:timestamp xml:id="ts0" timeString="2024-03-15T15:01:10.796"/>
    </inkml:context>
    <inkml:brush xml:id="br0">
      <inkml:brushProperty name="width" value="0.14" units="cm"/>
      <inkml:brushProperty name="height" value="0.14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71A63181-7228-4E5C-8203-20ADA434F1C4}" emma:medium="tactile" emma:mode="ink">
          <msink:context xmlns:msink="http://schemas.microsoft.com/ink/2010/main" type="inkDrawing" rotatedBoundingBox="18892,5370 19712,5429 19709,5471 18889,5412" shapeName="Other"/>
        </emma:interpretation>
      </emma:emma>
    </inkml:annotationXML>
    <inkml:trace contextRef="#ctx0" brushRef="#br0">37 43 13,'0'0'192,"0"0"-15,0 0-70,0 0-29,0 0-19,0 0 146,0 0-90,0 0-47,0 0 7,-25-32 19,22 29-32,3 0-13,-3 2-16,2-2 6,-1 2-7,2 1-6,-1-1 7,1 1-1,-1 0-2,1 0-8,0 0-2,-2 0-17,2 0-3,0 0-2,0 0 1,0 0 1,0 0-2,0 0 0,0 0 2,0 0 2,0 0-1,0 0 1,0 0 11,0 0 0,0 0-11,0 0 0,0 0 1,0 0-3,0 0-20,0 0-19,2 0-13,2 0-13,3 0 29,4 2 36,3 2 33,4 2-17,1-4-15,6 2 2,0 1-2,1-2 19,3 0-20,1-1 0,4-1 14,0 2-14,1-2-1,0-1-10,1 1 9,0 0 2,-1 2-1,1-2-1,-4 4-2,0-4 2,-3 1-14,-3 1 0,-2-1 13,-1-1 1,-3 2-11,1-2 13,-1-1 11,-2 2-11,-3-2-19,-1 1 6,-1-1 9,-4 0 2,2 0-24,-2 0-13,-1 0-39,-6 0-114,1 0-183</inkml:trace>
  </inkml:traceGroup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</inkml:channelProperties>
      </inkml:inkSource>
      <inkml:timestamp xml:id="ts0" timeString="2024-03-15T15:01:49.172"/>
    </inkml:context>
    <inkml:brush xml:id="br0">
      <inkml:brushProperty name="width" value="0.14" units="cm"/>
      <inkml:brushProperty name="height" value="0.14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0983CF40-58DC-4B07-8C1C-1D45F13C1F36}" emma:medium="tactile" emma:mode="ink">
          <msink:context xmlns:msink="http://schemas.microsoft.com/ink/2010/main" type="inkDrawing" rotatedBoundingBox="16451,13712 19810,13636 19814,13802 16455,13877" semanticType="underline" shapeName="Other">
            <msink:sourceLink direction="with" ref="{AA4A2E47-89DC-46D1-986E-9B087FD88EE3}"/>
          </msink:context>
        </emma:interpretation>
      </emma:emma>
    </inkml:annotationXML>
    <inkml:trace contextRef="#ctx0" brushRef="#br0">0 94 212,'0'0'603,"0"0"397,0 0-809,0 0-116,0 0 3,0 0-78,0 0-60,0 0-40,0 0 100,0 0 16,0 0 123,33-9-12,-9 8-1,6 0-3,6 0-33,3-1 7,7 1 25,4 1 22,8-1-51,4-1-38,4 1 22,3 0-14,6 1-39,2 0-22,3 2-1,1 5 37,1 0-38,3 4-21,-2 0 21,2 1 13,-1 1-13,-2-2-24,-1 0 24,-1-1 2,-4-1 1,0-1-3,-4-3 1,-1-3 0,0 0 14,-1-2-14,-2 0 2,1-3-1,0-3 1,0-2-2,2-1 0,0-3-1,-1 2 0,-2-1-19,1-1 7,-2 0 10,-1 1-1,-1-2-19,-3 1 20,-5 1-11,-2 0 10,-2 1-29,-4 1-16,-4 2 6,-3 0-6,0 1 0,-5 2-19,-4-2 0,-2 4-40,-6-1-21,-2 3 24,-6 0 8,-5 0-8,-2 0-38,-1 3-63,-4 1-6,0 0 10,-4 0 15,-1 1-19,0 1-59,0-2-130,-5 2-167</inkml:trace>
  </inkml:traceGroup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</inkml:channelProperties>
      </inkml:inkSource>
      <inkml:timestamp xml:id="ts0" timeString="2024-03-15T15:02:49.203"/>
    </inkml:context>
    <inkml:brush xml:id="br0">
      <inkml:brushProperty name="width" value="0.14" units="cm"/>
      <inkml:brushProperty name="height" value="0.14" units="cm"/>
      <inkml:brushProperty name="color" value="#ED1C24"/>
      <inkml:brushProperty name="fitToCurve" value="1"/>
    </inkml:brush>
  </inkml:definitions>
  <inkml:trace contextRef="#ctx0" brushRef="#br0">6-2 310,'0'0'163,"0"0"-72,0 0 4,0 0-4,0 0-29,0 0 10,0 0 136,0 0-94,0 0-52,0 0 0,-6 0 6,6 0-19,0 0-20,0 0-12,0 0-17,0 0-22,0 0-17,0 0 10,0 0-1,0 0-45,0 0-100,0 0-119,-4 0-159,14 0 78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</inkml:channelProperties>
      </inkml:inkSource>
      <inkml:timestamp xml:id="ts0" timeString="2024-03-15T15:01:28.475"/>
    </inkml:context>
    <inkml:brush xml:id="br0">
      <inkml:brushProperty name="width" value="0.14" units="cm"/>
      <inkml:brushProperty name="height" value="0.14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C74261F8-6396-4D47-8309-5C9627A47CCA}" emma:medium="tactile" emma:mode="ink">
          <msink:context xmlns:msink="http://schemas.microsoft.com/ink/2010/main" type="writingRegion" rotatedBoundingBox="4530,12744 24477,12309 24566,16398 4619,16832"/>
        </emma:interpretation>
      </emma:emma>
    </inkml:annotationXML>
    <inkml:traceGroup>
      <inkml:annotationXML>
        <emma:emma xmlns:emma="http://www.w3.org/2003/04/emma" version="1.0">
          <emma:interpretation id="{D92A743B-4F8C-4EE3-8663-B98A8E64C7C9}" emma:medium="tactile" emma:mode="ink">
            <msink:context xmlns:msink="http://schemas.microsoft.com/ink/2010/main" type="paragraph" rotatedBoundingBox="4644,12120 20303,13576 20139,15341 4480,13885" alignmentLevel="1"/>
          </emma:interpretation>
        </emma:emma>
      </inkml:annotationXML>
      <inkml:traceGroup>
        <inkml:annotationXML>
          <emma:emma xmlns:emma="http://www.w3.org/2003/04/emma" version="1.0">
            <emma:interpretation id="{6064B430-EE0B-4CBE-8291-601B0EB39F03}" emma:medium="tactile" emma:mode="ink">
              <msink:context xmlns:msink="http://schemas.microsoft.com/ink/2010/main" type="line" rotatedBoundingBox="4644,12120 20303,13576 20139,15341 4480,13885"/>
            </emma:interpretation>
          </emma:emma>
        </inkml:annotationXML>
        <inkml:traceGroup>
          <inkml:annotationXML>
            <emma:emma xmlns:emma="http://www.w3.org/2003/04/emma" version="1.0">
              <emma:interpretation id="{0607187D-0FF3-4243-BA40-A5F2859B96BF}" emma:medium="tactile" emma:mode="ink">
                <msink:context xmlns:msink="http://schemas.microsoft.com/ink/2010/main" type="inkWord" rotatedBoundingBox="4530,12743 7065,12689 7091,13933 4556,13986"/>
              </emma:interpretation>
              <emma:one-of disjunction-type="recognition" id="oneOf0">
                <emma:interpretation id="interp0" emma:lang="en-US" emma:confidence="0.5">
                  <emma:literal>N's</emma:literal>
                </emma:interpretation>
                <emma:interpretation id="interp1" emma:lang="en-US" emma:confidence="0">
                  <emma:literal>n's</emma:literal>
                </emma:interpretation>
                <emma:interpretation id="interp2" emma:lang="en-US" emma:confidence="0">
                  <emma:literal>AN's</emma:literal>
                </emma:interpretation>
                <emma:interpretation id="interp3" emma:lang="en-US" emma:confidence="0">
                  <emma:literal>N''</emma:literal>
                </emma:interpretation>
                <emma:interpretation id="interp4" emma:lang="en-US" emma:confidence="0">
                  <emma:literal>NT.</emma:literal>
                </emma:interpretation>
              </emma:one-of>
            </emma:emma>
          </inkml:annotationXML>
          <inkml:trace contextRef="#ctx0" brushRef="#br0">81 162 1342,'0'0'432,"0"0"-432,0 0-48,0 0 48,0 0 13,0 0 91,0 0 32,0 0-32,-7-64-30,7 64-22,0 0-28,0 0-22,0 0 15,0 0 42,0 3-59,0 5 26,0 6-10,4 7 65,1 8-36,-1 3-19,0 4-12,2 0-13,-2 4-2,-1 2 2,2-1-3,-2 0-11,-2 2 12,2-3-27,0 1 8,-2-1-5,-1-2 25,0-5-2,0-3 2,0-7-25,-3-5 25,2-5 16,-1-7 16,1-2-9,1-1 15,-1-3 33,1 0 7,0 0 6,-2 0 9,1-4 45,-4-5-112,-1-6-26,-2-4-77,-1-7-7,0-6 58,1 0 23,-2-3 3,1 2-19,-1-1-4,2 2-9,0-2 0,0 3 13,2-4-10,0 6 27,6 1-21,0 2-7,0 5 28,0 0-16,7 3-11,-1 3 16,3-2-12,0 2-4,0 1 26,2 3 1,-1 1-24,1 2-3,-1 1-32,4 4-20,1 1-52,2 2 123,1 0 10,3 5 94,1 3-35,-2 2-37,5 7-6,-1-1 10,2 5 0,-1 0-24,1 5-2,-1 1 36,1 2-4,0 0-29,-1 0-6,-4-1-27,4 1 8,-1-3 22,-1 1 1,1-3 25,-3 2-26,1-3-30,-2-1 30,-1-3-19,-3-1 20,-2-3-1,-1-5 2,-2-1-2,-3-3-11,-1-3 11,-3 0 0,-1-3 46,-3 0-24,0 0 20,2 0 49,0-3 25,1-4 19,3-4 0,0-4-23,0-6-32,0-4-67,2-1-10,-2-3 39,0-3-26,-1-3-16,3-2 0,-1-3 10,-3-3 24,0-4-34,-1 1-19,-1-1 16,-1 3 3,1 3-16,-2 5-77,0 4 36,1 7 22,1 6-62,-1 7-25,-1 5-16,3 3-88,1 3-276,0 1-103,-1 0 103,3 0-130</inkml:trace>
          <inkml:trace contextRef="#ctx0" brushRef="#br0" timeOffset="-868.0108">-53 162 1018,'0'0'684,"0"0"-418,0 0-181,0 0-46,0 0-1,0 0-38,0 0-44,0 0-105,0 0-72,0 0-7,0 0 228,27 18 20,-13-7-1,0 7-15,-1 0 9,2 6 6,-3 2-16,0 2 14,-1 1 9,-2 3-24,0 0-2,-2-3 0,1-1-3,-5-3-10,2-1 13,-2-4 0,-2-2 19,1-4 7,-1-5-26,-1-1-16,0-4 16,0-4 45,0 0 50,0 0 44,1-2 4,1-8-13,-1-1-36,2-9-72,-1-4-18,3-2 18,-2-3-22,1 1-1,2-1 1,-1 2 3,-1 1 10,2 2 1,2 1-14,-2 2-16,0 3 13,1 4-33,0 3-2,-1 6-8,1 2-25,-1 0-69,0 3-6,4 0-3,-1 0 72,1 3 76,1 1-11,2 0 12,1 6 0,0-3-7,0 4 7,3 0 36,-2 1 0,0 2-4,3 3-28,-4-3-1,1 1 16,-1 2-19,1-2 18,0 2-18,-2-2-26,2 3 25,-2-2 1,1 2-13,-2-1 26,-1-2-4,1 1-9,-4-3-1,1-3-1,-2-1 1,0-1-27,-1-2 15,-1-1 13,-3-1 0,1-3-26,0 2 25,-1-3 0,-2 0 1,0 0-29,0 0 11,0 0 16,0 0-22,0 0-100,0 0-90,0-8-275</inkml:trace>
          <inkml:trace contextRef="#ctx0" brushRef="#br0" timeOffset="-1489.6165">211 119 1137,'0'0'563,"0"0"-401,0 0-120,0 0 30,0 0 58,0 0 28,0 0-31,0 0-24,0 0-6,0 0-26,-36-62-3,36 62 6,0 0-55,0 2-3,0 8-16,0 5 116,0 9 57,0 2-173,0 2-138,0 1 138,-2-4 77,-2 3-77,-2 4-35,-5 4 35,-1 7-1,-2 2-3,0 0-41,0 1 7,-1-9 15,3-3-18,-1-6-8,5-5 24,0-5-36,2-4-75,1-4-38,1-3-50,1-4-103,0-3-31,1 0 29,-6-7-770</inkml:trace>
          <inkml:trace contextRef="#ctx0" brushRef="#br0" timeOffset="347.0258">1373-356 303,'0'0'65,"0"0"646,0 0-268,0 0-63,0 0-68,0 0-63,0 0-49,0 0-17,0 0-35,0 0-64,0 0-81,1-3-3,-1 10-90,0 5 42,-4 6 16,-3 7 9,-1 2-41,1 3 16,-2 4 22,-2 1-22,2 1-33,-2 1-74,-1 2-94,4-9-264,-7 16-102</inkml:trace>
          <inkml:trace contextRef="#ctx0" brushRef="#br0" timeOffset="1256.9408">1916 126 362,'0'0'1038,"0"0"-794,0 0-36,0 0 10,0 0 93,0 0-43,0 0-68,0 0-8,0 0-32,0 0-13,-37-25-33,37 25-34,0 0-39,0 0-16,0 0-3,0 0-22,0 0-26,0 0-40,0 0-20,0 0-38,4 1-36,6 4-13,3 4 171,7 2 2,5 3-2,5 4 2,7-2 2,2 2 30,2-2-32,2 2 1,-3-4 18,2 3-2,0-5-17,-3 5-3,-3-3 0,-2-2-16,-3 1-7,-7-4-9,-4 1-4,-4-3 11,-6-1 5,-1-2 11,-6-4 12,-3 1 45,0-1 32,0 3 3,0-3 7,-7 5-30,-3 1-56,-5 5 0,-4 3 15,-4-3 7,0 6-7,-3-2-15,-3 3 12,-4 3-13,-2 4-13,-2-2 11,0 4 2,-2 1 0,-2 2 0,3 0-18,2-1 18,1-1 22,3 1-22,3-4-35,5-2 6,4 0-3,1-4-38,6-4-7,2-2-26,3-4-135,5-1-188,3-4-230,0-1 15</inkml:trace>
        </inkml:traceGroup>
        <inkml:traceGroup>
          <inkml:annotationXML>
            <emma:emma xmlns:emma="http://www.w3.org/2003/04/emma" version="1.0">
              <emma:interpretation id="{77A98A2D-1972-40BD-84DB-50FE834D5305}" emma:medium="tactile" emma:mode="ink">
                <msink:context xmlns:msink="http://schemas.microsoft.com/ink/2010/main" type="inkWord" rotatedBoundingBox="7398,13278 8304,12925 8539,13531 7634,13884"/>
              </emma:interpretation>
              <emma:one-of disjunction-type="recognition" id="oneOf1">
                <emma:interpretation id="interp5" emma:lang="en-US" emma:confidence="0.5">
                  <emma:literal>N</emma:literal>
                </emma:interpretation>
                <emma:interpretation id="interp6" emma:lang="en-US" emma:confidence="0">
                  <emma:literal>n</emma:literal>
                </emma:interpretation>
                <emma:interpretation id="interp7" emma:lang="en-US" emma:confidence="0">
                  <emma:literal>w</emma:literal>
                </emma:interpretation>
                <emma:interpretation id="interp8" emma:lang="en-US" emma:confidence="0">
                  <emma:literal>~</emma:literal>
                </emma:interpretation>
                <emma:interpretation id="interp9" emma:lang="en-US" emma:confidence="0">
                  <emma:literal>W</emma:literal>
                </emma:interpretation>
              </emma:one-of>
            </emma:emma>
          </inkml:annotationXML>
          <inkml:trace contextRef="#ctx0" brushRef="#br0" timeOffset="2090.6895">3024 162 1197,'0'0'1134,"0"0"-1038,0 0-95,0 0 18,0 0 36,0 0 83,0 0 20,0 0-81,0 0-57,0 0-20,0 0-23,-24-7-51,24 7-13,0 6 87,0 6 7,0 3 44,1 6-9,1 4 0,-2 3-16,0-2-4,0 5-9,0-1 16,0-2-13,0 2-15,-3 0 0,0-4 2,2 3-2,-2-3-1,0 1 0,1-7-11,-1 1 11,2-4 1,-2-3-1,-1-4-1,3-3 1,1-4 16,-2 0-15,2-3 2,0 0-3,0 0 0,-1 0-7,-1-5-9,-1-5 16,0-6-41,0-3-11,-1-4 7,3-3 43,-2-4-1,1 0-23,2-1 24,0 0 1,0-3 1,5 2-23,0 2 23,4 1 52,2 4 25,1 4-22,1 3-10,-1 3-20,-1 5-25,0 2-51,0 2-23,-1 3-3,1 3 19,2 0 10,0 3 28,5 4 20,0 4 42,1 3 0,4 1-19,0 6 12,0 0-34,3 4 0,0 0 1,-1 4-1,-1 1 21,1 1-22,-1-1-20,-2-2 20,1-2 17,-4-3-17,2-5-12,-2-4 12,0-3 13,-1 0-13,1-4 2,-3-2 17,3-3 20,-3-2-23,-1 0 9,0-8 43,-3 1 18,0-5 1,0-2-14,-1-4 42,-2-7-14,1 0-66,-2-6-22,1-5 19,-3-3 3,0-4-35,-2-3 0,-1 0 12,0-4 7,-3-1-19,0 0-22,-3-1 6,-1 9 4,-2 1-68,3 9-34,0 7 6,0 7 2,3 7-92,0 6-79,0 5-98,6 1-231,-1 2 46,6 14-63</inkml:trace>
        </inkml:traceGroup>
        <inkml:traceGroup>
          <inkml:annotationXML>
            <emma:emma xmlns:emma="http://www.w3.org/2003/04/emma" version="1.0">
              <emma:interpretation id="{FB0E1B53-97B9-452B-BE1F-CCCD5C4C7136}" emma:medium="tactile" emma:mode="ink">
                <msink:context xmlns:msink="http://schemas.microsoft.com/ink/2010/main" type="inkWord" rotatedBoundingBox="10196,12710 13225,12807 13186,14010 10158,13913"/>
              </emma:interpretation>
              <emma:one-of disjunction-type="recognition" id="oneOf2">
                <emma:interpretation id="interp10" emma:lang="en-US" emma:confidence="0.5">
                  <emma:literal>W,</emma:literal>
                </emma:interpretation>
                <emma:interpretation id="interp11" emma:lang="en-US" emma:confidence="0">
                  <emma:literal>w,</emma:literal>
                </emma:interpretation>
                <emma:interpretation id="interp12" emma:lang="en-US" emma:confidence="0">
                  <emma:literal>w',</emma:literal>
                </emma:interpretation>
                <emma:interpretation id="interp13" emma:lang="en-US" emma:confidence="0">
                  <emma:literal>w;</emma:literal>
                </emma:interpretation>
                <emma:interpretation id="interp14" emma:lang="en-US" emma:confidence="0">
                  <emma:literal>Ws</emma:literal>
                </emma:interpretation>
              </emma:one-of>
            </emma:emma>
          </inkml:annotationXML>
          <inkml:trace contextRef="#ctx0" brushRef="#br0" timeOffset="3200.3869">6811-323 2985,'0'0'491,"0"0"-354,0 0-52,0 0 19,0 0 41,0 0-22,0 0-123,0 0-10,0 0 0,0 0 10,0 0 39,27 74-25,-17-41-14,-1 4-12,-1 3-33,-2 1-65,2 1-75,-3 1-94,-1 0-145,-1-11-230,-3 15-551</inkml:trace>
          <inkml:trace contextRef="#ctx0" brushRef="#br0" timeOffset="4860.0213">7031 269 851,'0'0'1358,"0"0"-1170,0 0-162,0 0-10,0 0 23,0 0 61,0 0 45,0 0-10,0 0-45,0 0-29,0 0-26,-6-38-13,6 38-22,0 0-23,3 2-12,3 2 35,3 4 96,2 2 10,4 4-33,2 4-9,4 0-29,1 0-34,3 3-1,4-3 22,-1 0-20,4 0-2,-2 0 0,1-4 0,-3-1 7,-2 0-7,0-3 0,-4-1 0,-3 0 3,-3-2-3,-4-2 0,-4-1 0,-4-2 22,-2-2-19,-2 0-3,0 0 64,0 0 12,0 0-6,-2 3 31,-7 1 15,-5 3-113,-5 1-3,-5 4-3,-4 1 3,-5 1 10,-3 3-10,-3 1-27,-4 1 27,0 3 0,-2 1-9,0 0-18,1 3 26,-1 0-17,2-1-127,1 0-49,6-1 13,4-2-98,5-3-207,11-6-589,-8 2-361</inkml:trace>
          <inkml:trace contextRef="#ctx0" brushRef="#br0" timeOffset="2962.0177">5588 98 2149,'0'0'482,"0"0"-367,0 0-115,0 0 0,0 0 29,0 0 25,0 0-40,0 0-12,0 0 28,0 0 10,5-54-40,-5 54 0,0 9 0,1 4 32,1 8-16,-2 8 13,0 10 6,0 3 1,0 5-35,0-3 11,0 5 1,0-4 19,0-2-28,1-2 8,3-7 30,4-2-4,3-6-37,-1-7 1,3-3 15,6-9-13,1-3-4,2-4-4,5-9 4,1-8 0,2-5-12,0-6-55,0-4 31,1-3-5,-1-2-30,-3 0 4,-1-1 44,-4 5 23,-2 2-32,-1 5 2,-6 5 29,-3 6 1,-2 5-42,-3 6 3,-4 0 39,-1 4 13,0 0-13,0 6-139,0 6 139,0 9 8,-1 1-8,-1 3 0,2 3 13,0-2 25,6 0-35,3 1 23,4-4 29,1 4 16,5-5-1,1-1-9,5-3 16,2-7 26,2-3-49,1-7-6,2-1 35,-1-2 9,3-9-54,-3-3-19,-2-4 35,-2-4 3,1-3-48,-5-3-5,-3-4 24,0 0 26,-7-1-32,0 1-21,-4-4 37,-5 1-16,-2-1-22,-2 0-57,-3 4 32,-9-2-7,-5 3-104,-2 1-102,-4 5-28,-1 4-16,-1 6-106,5 7-43,1 8 6,8 0-74</inkml:trace>
        </inkml:traceGroup>
        <inkml:traceGroup>
          <inkml:annotationXML>
            <emma:emma xmlns:emma="http://www.w3.org/2003/04/emma" version="1.0">
              <emma:interpretation id="{662159F6-CC4D-466E-BA17-436C4D61A744}" emma:medium="tactile" emma:mode="ink">
                <msink:context xmlns:msink="http://schemas.microsoft.com/ink/2010/main" type="inkWord" rotatedBoundingBox="12186,13225 13116,12978 13278,13589 12348,13836"/>
              </emma:interpretation>
              <emma:one-of disjunction-type="recognition" id="oneOf3">
                <emma:interpretation id="interp15" emma:lang="en-US" emma:confidence="0.5">
                  <emma:literal>w</emma:literal>
                </emma:interpretation>
                <emma:interpretation id="interp16" emma:lang="en-US" emma:confidence="0">
                  <emma:literal>W</emma:literal>
                </emma:interpretation>
                <emma:interpretation id="interp17" emma:lang="en-US" emma:confidence="0">
                  <emma:literal>,</emma:literal>
                </emma:interpretation>
                <emma:interpretation id="interp18" emma:lang="en-US" emma:confidence="0">
                  <emma:literal>.</emma:literal>
                </emma:interpretation>
                <emma:interpretation id="interp19" emma:lang="en-US" emma:confidence="0">
                  <emma:literal>o</emma:literal>
                </emma:interpretation>
              </emma:one-of>
            </emma:emma>
          </inkml:annotationXML>
          <inkml:trace contextRef="#ctx0" brushRef="#br0" timeOffset="4191.8557">7782 173 414,'0'0'779,"0"0"-183,0 0-314,0 0-94,0 0-23,0 0 16,0 0-1,0 0-16,0 0-39,0 0-19,0 0-1,-11-18 4,11 18-20,0 0-35,0 0-29,0 2 13,-2 3-25,-1 10-13,0 6-10,-3 4 10,-2 4 13,2 6-11,0-3 14,-1 1 15,3-1 7,-2 0-35,3-3 16,0 1-3,2 1-4,1-1-12,0-2 0,0 1 12,3-4-10,5 0-2,-2-5-19,4-2 16,-1-2-25,2-5-19,1-4-4,-2-3 16,4-4 7,-3 0 2,3-6 26,-1-7 29,4-7-19,1-5-10,2-4-44,-3-4-10,3-2-19,-3 0-13,1 3 25,-1-4 36,-2 2 9,2 0-7,-3 2 8,2 0 15,-3 7 11,1 4-11,-5 6-29,-2 5 4,-1 7-20,-3 3-13,3 0 49,-2 3 9,0 8 80,4 6-23,-3 1-15,5 3-4,-2 4-22,2-2-16,3 1-9,-2 4 9,6-5 25,-2 1-25,4 1 0,0-5 35,2 1 35,-1-4-12,3-3-20,0-2 22,3-6 16,-1-2-51,1-4-2,-2 0 40,2-7 3,-1-6-56,-1-2-7,-2-4 35,-2-3 2,-3-1-40,-2-3 0,-1 0 36,-5-5 10,-2 1-46,-3-2-3,-4 0 3,0 0 0,0 0-28,-10-1-35,-5-2 12,-3-1-40,-8-3-102,-3 1-58,-5 1-34,-5 4-163,10 8-264,-20 5-66</inkml:trace>
        </inkml:traceGroup>
        <inkml:traceGroup>
          <inkml:annotationXML>
            <emma:emma xmlns:emma="http://www.w3.org/2003/04/emma" version="1.0">
              <emma:interpretation id="{D267DE95-A9B4-4899-9490-FF62C1E1EF62}" emma:medium="tactile" emma:mode="ink">
                <msink:context xmlns:msink="http://schemas.microsoft.com/ink/2010/main" type="inkWord" rotatedBoundingBox="13702,13478 16564,14071 16343,15133 13482,14540"/>
              </emma:interpretation>
              <emma:one-of disjunction-type="recognition" id="oneOf4">
                <emma:interpretation id="interp20" emma:lang="en-US" emma:confidence="0.5">
                  <emma:literal>Nonfelines</emma:literal>
                </emma:interpretation>
                <emma:interpretation id="interp21" emma:lang="en-US" emma:confidence="0">
                  <emma:literal>No-quips</emma:literal>
                </emma:interpretation>
                <emma:interpretation id="interp22" emma:lang="en-US" emma:confidence="0">
                  <emma:literal>No-flips</emma:literal>
                </emma:interpretation>
                <emma:interpretation id="interp23" emma:lang="en-US" emma:confidence="0">
                  <emma:literal>Nonlife's</emma:literal>
                </emma:interpretation>
                <emma:interpretation id="interp24" emma:lang="en-US" emma:confidence="0">
                  <emma:literal>No-qumix's</emma:literal>
                </emma:interpretation>
              </emma:one-of>
            </emma:emma>
          </inkml:annotationXML>
          <inkml:trace contextRef="#ctx0" brushRef="#br0" timeOffset="19364.0816">11723 1466 1045,'0'0'1120,"0"0"-858,0 0-197,0 0 70,0 0 123,0 0-101,0 0-64,0 0-45,0 0-26,0 0 1,0 0 25,-27-67-13,32 56-34,1-1 0,-2-1 31,4 0 9,0 1-38,1-4 0,1 0 39,0-2-1,1 0-39,3-2-2,-3 0 2,0-4 20,1 1-22,-2-1-16,-1-1 15,-3 2-15,-2 2 0,-3 3-10,-1 3 26,0 3-2,-3 5 0,-5 1-42,-1 4-30,-2 2-28,-2 2-48,0 9 25,0 3 15,-2 3 36,5 3 17,-1 2 2,2 1-7,3-1 14,3 0 3,3 0 9,0-3 14,0 1 5,8-4 15,2 1-17,1-3-14,2-1 30,2 0 3,-2-3 0,2 1 29,-1-1 10,-2-1 0,-2-2 26,1 1 6,-2 0 25,-3 0 7,-1-1-32,-1 1-23,-2 0 17,-2 1-8,0 1-12,0-1-3,-6 1-42,-2 1-7,-4-1-82,1 0-56,-2-1-41,-2 0-47,-1-1-78,4-4-218,-7 0-122</inkml:trace>
          <inkml:trace contextRef="#ctx0" brushRef="#br0" timeOffset="15561.1382">9149 648 336,'0'0'1145,"0"0"-999,0 0-61,0 0 132,0 0 33,0 0-56,0 0-19,0 0 12,0 0-33,0 0-89,-46-36-65,46 36-13,0 0-42,0 0-61,0 7-25,0 5 128,0 7 13,0 7 16,-3 3 3,-1 4 4,-2 2 9,-3 1-32,1 0-30,-3 1 30,-1-1 0,0 0 0,0 0-45,-2-3 29,2-2-1,0-3-70,4-4-61,0-5-11,2-7-81,0-5-69,3-5 20,3-2 15,0-7-300</inkml:trace>
          <inkml:trace contextRef="#ctx0" brushRef="#br0" timeOffset="15923.142">9107 626 395,'0'0'1372,"0"0"-856,0 0-358,0 0-158,0 0-19,0 0-81,0 0-30,0 0-29,0 0 159,0 0 182,0 0-43,64 70-52,-46-40-22,4 2-46,-3 3-3,2-1 5,-1 0-20,-2 0-2,-1-3 0,-4-2 1,1-3-1,-2-3-3,-3-6-5,-1-3 9,-2-5 0,-2-4-20,-2-1 4,-1-4 16,-1 0 55,2 0 42,-1-1 32,1-8 22,3-6-58,-2-4-58,4-4-33,-1-4-2,-2 0 0,2-3-1,0 2 1,-1-3 11,0 0-8,-1-2-2,-4 0-1,2 4-13,-2 3-22,0 4-23,0 6-38,0 4-46,0 4-28,1 6-125,2 2-263,2 0-1,3 1-207</inkml:trace>
          <inkml:trace contextRef="#ctx0" brushRef="#br0" timeOffset="16252.546">9668 738 745,'0'0'221,"0"0"108,0 0-205,0 0-33,-94 73 91,75-53 75,2 2-37,4-1-64,3 1-33,6 0 12,2 1 14,2 0-59,9 2-42,4-2 19,4 0-9,0-4-16,6-1-29,0-5 35,1-4-3,0-4-29,1-3-4,0-2 23,1-2 36,-4-7-49,1-1-20,-3-6 49,-1 0-13,-3-5-38,-4-1 1,-1-2 29,-5-2-24,-5 1-6,-1-3-35,-1 0-19,-11 1-51,-4 1-96,-7 0-11,-2 1 38,-6 0 22,0 3-97,-3 4-118,1 3-10,4 6 32,10 4-59,-1 5-88</inkml:trace>
          <inkml:trace contextRef="#ctx0" brushRef="#br0" timeOffset="16456.7343">9968 876 2531,'0'0'540,"0"0"-431,0 0-80,0 0 35,0 0 34,0 0-98,0 0-20,0 0-76,0 0-66,0 0-34,0 0-33,-39-25-133,47 21-420,0 0-741</inkml:trace>
          <inkml:trace contextRef="#ctx0" brushRef="#br0" timeOffset="17286.5752">10238 745 851,'0'0'1120,"0"0"-1016,0 0-104,0 0-19,0 0 19,0 0 58,0 0 14,-39 68-1,36-50 13,-2 4-3,4 3 9,-2 2-9,1 3-39,1 3-26,-1 1 23,2 0 6,-1-1-42,1-4 10,0-3 48,0-6-6,1-4-55,5-3 16,1-4-16,0-4 0,2-3-34,3-2 34,2-1 38,1-8 17,3-5-55,1-4-1,-2-4-15,3-2-13,-4-2-55,-1 0 17,-4 0 38,-1 1 3,0 0-32,-7 1 0,0 1 19,-3 0 23,0 2-36,-4-1-3,-4 1 55,0 2-1,1 4-22,1 4 23,2 4 33,1 2 28,1 4-61,2 1-64,0 0-14,0 1-71,5 6 100,2 5 49,2 2 62,2 1 3,-1 2-65,3 2 1,-1-1 8,-1 3 21,3 0-27,-3 3 0,-3 2 55,2 6 49,-4 3-29,-3 6 15,-3 3 1,0 5-46,-4 2-48,-5 2-1,-2 2 1,0-1 38,-1-1-12,1-3 6,0-5 20,-1-3 18,2-6-6,1-7-28,1-2-36,4-4 0,-1-4-16,2-2-23,3-5 4,0-2 22,0-2-16,0-2 16,6 0 13,4-3 26,3 1 16,0-3-13,4-1-1,0 0 11,1-1-1,2-6-16,-1-3-18,0-1 24,-2-2-12,0-1-13,-4 0 12,2-3-2,-5 1 6,-3-2-18,-1 2-1,-5-3 29,-1 0-27,-1 0-2,-8-3-3,-4 1-19,-3-4-17,-3-1-18,-5 0 3,-3-2-1,-4-1-6,-2 0-19,-1 0 13,0 3 65,4 3 2,4 4 23,5 4-21,8 6 9,5 4-11,5 2-32,3 1-32,0 0-68,6-4-7,10-3-39,4-1-156,8 0-94,-5 0-103</inkml:trace>
          <inkml:trace contextRef="#ctx0" brushRef="#br0" timeOffset="17675.5367">10819 895 1398,'0'0'1226,"0"0"-1042,0 0-165,0 0-6,0 0-10,0 0 94,0 0 8,0 0-105,0 0-48,0 0-3,-55-1-26,47 19 6,-2 5 39,0 5 32,-2 3 6,-1 2-6,3 2-29,-2 1 29,3 0 17,1 1-17,2 1-13,3-3 13,3-4 0,2-2-10,5-7-48,6-4-29,3-5-10,4-7-61,1-3 6,4-3-27,1-8-68,-6-1-159,9-13-161</inkml:trace>
          <inkml:trace contextRef="#ctx0" brushRef="#br0" timeOffset="18661.1061">11012 801 729,'0'0'720,"0"0"-80,0 0-397,0 0-97,0 0 6,0 0-123,0 0-29,0 0-30,0 0 30,-27 66 103,27-36 61,0 1-33,3 1-47,-2 2-14,2-2-13,1 1-28,-2 0 0,1-2-10,0-2 3,-2-2 1,3-5-23,1-5 0,-1-3-2,1-5-30,1-4-16,0-2-10,-1-2 4,4-1 38,0-1 16,3-7 19,1-3-19,3-4-19,-2-2-64,3-1-33,-3 2 4,1 0 15,-3 3 4,-1 2 32,-1 3 3,-2 3 3,-2 1-10,-3 3 7,0 0 19,-3 1 23,0 1 0,0 5 16,0 6 68,2 2-13,-2 4-13,0 0 16,1 2 6,-1-1-35,3-1-29,2-1 0,-1-1 25,3 0 1,2-4-7,1 1-18,2-4 28,0-1-6,2-3-23,0-4-3,0-1 3,0 0 0,0-2-31,-3-4-15,-1-4 21,0-1-5,-2-2-24,-4 0-27,0 0 29,0 1 20,-2-2-20,-2 3 16,0 1 36,0 2 23,0 3 3,0 1-10,0 3 36,0 0-42,0 1-10,0 1-46,0 4-18,0 5 64,0 4-20,1 3 20,2 1 3,2 1 14,1 1-17,-1-2 0,2-2 20,1 0 3,-1-4-23,0 0 0,0-3 3,3-1-3,-4-4-19,1-2-40,1-2 59,0 0 29,-1-2-13,-1-4-15,0-4 20,1-1-11,-3-1-10,1-2-29,-1 2 29,0 1 7,-2-1-7,-1 2-3,-1 0 3,0 2 45,0 3-28,0 2 8,0 2 21,0 1 5,0 0-51,-1 1 0,-1 8-29,-2 3 10,1 4 19,0 4 3,0 2 65,-1 2 19,-1 2-64,0 2-22,2 5 21,0 3 17,0 3-20,-1 4-19,0 2-1,1 2-2,-1-2 2,2-2-21,-1-4 18,3-7-34,0-8-4,0-5 6,0-7 17,0-6-20,0-3-42,0-3-61,3-5 77,-1-8 49,2-6-16,-1-6-33,-1-4-59,1-3-106,0-3 25,2-1 101,-4 0 62,2-2 28,0 1-2,-3-3-10,2 0 3,-2 2-87,1-1-56,1 4 166,1 6 9,0 4 112,2 7 38,-1 4 17,0 7 16,-1 1-10,0 5-101,-1 1-81,-1 1 0,3 8 110,-2 4 36,-1 5-45,1 3-50,-2 2-51,0 0-16,0 0-68,-5-1-45,-2 0-63,-1-1-51,-1-3-18,1-6-32,-6 1-173</inkml:trace>
          <inkml:trace contextRef="#ctx0" brushRef="#br0" timeOffset="18828.6208">11262 1064 1186,'0'0'445,"0"0"-445,0 0-286,0 0 91,0 0-86,0 0-491</inkml:trace>
        </inkml:traceGroup>
        <inkml:traceGroup>
          <inkml:annotationXML>
            <emma:emma xmlns:emma="http://www.w3.org/2003/04/emma" version="1.0">
              <emma:interpretation id="{BBC3AC34-FF7D-40C6-835E-F9B5CEEFDBB2}" emma:medium="tactile" emma:mode="ink">
                <msink:context xmlns:msink="http://schemas.microsoft.com/ink/2010/main" type="inkWord" rotatedBoundingBox="17464,13929 20246,14188 20147,15258 17364,14999"/>
              </emma:interpretation>
              <emma:one-of disjunction-type="recognition" id="oneOf5">
                <emma:interpretation id="interp25" emma:lang="en-US" emma:confidence="0.5">
                  <emma:literal>12848</emma:literal>
                </emma:interpretation>
                <emma:interpretation id="interp26" emma:lang="en-US" emma:confidence="0">
                  <emma:literal>12848,</emma:literal>
                </emma:interpretation>
                <emma:interpretation id="interp27" emma:lang="en-US" emma:confidence="0">
                  <emma:literal>118482</emma:literal>
                </emma:interpretation>
                <emma:interpretation id="interp28" emma:lang="en-US" emma:confidence="0">
                  <emma:literal>1284×8</emma:literal>
                </emma:interpretation>
                <emma:interpretation id="interp29" emma:lang="en-US" emma:confidence="0">
                  <emma:literal>118.</emma:literal>
                </emma:interpretation>
              </emma:one-of>
            </emma:emma>
          </inkml:annotationXML>
          <inkml:trace contextRef="#ctx0" brushRef="#br0" timeOffset="36163.7728">12867 1223 375,'0'0'1046,"0"0"-730,0 0-92,0 0 29,0 0 35,0 0 2,0 0-75,0 0-49,0 0-6,0 0-33,0 0-69,-29-16-58,29 16 0,0 0-1,0 0-50,0 2-3,2 8 54,3 9 82,0 10 7,1 8-70,-2 8 9,-3 2-2,-1 2-26,0 1-35,-3-4 35,-1 0-1,-2-1-35,-2 0-49,1-1 11,-1-2 11,2-3-46,1-3-25,-1-8 3,3-6-20,0-6-52,3-10-98,0-6-201,8-4-48,-1-4 159,7-21-160</inkml:trace>
          <inkml:trace contextRef="#ctx0" brushRef="#br0" timeOffset="36572.0196">13168 1266 749,'0'0'1884,"0"0"-1543,0 0-181,0 0-160,0 0-51,0 0 3,0 0 48,0 0 131,0 0 61,0 0-21,93 37-54,-57-26-72,1 3-30,0 3 1,1 1-14,-5 1 0,-3 4-1,-4-1 18,-7 3-12,-3 0-7,-9 0 0,-4 4-1,-3-1-29,-4 1-27,-9 2-19,-7 0 10,-3-1-7,-2-3-19,-1-3 18,-1-5 39,-1 0 22,2-7-25,0-1 18,2-4 20,4-1 16,3-2-13,3-3 13,6-1 13,4 0 31,4 0-60,0 0 0,1 0-28,10 0 15,4 0 13,6 0 3,5 1 61,8 2-23,3 0-41,7 3-23,1-1 23,2 1 0,2-2-42,-1-4-146,-3 0-94,0-1-60,-5-7-202,-10 0-6,9-7-108</inkml:trace>
          <inkml:trace contextRef="#ctx0" brushRef="#br0" timeOffset="38622.1495">14599 1378 170,'0'0'583,"0"0"-228,0 0-143,0 0 35,0 0 65,0 0 0,0 0-82,0 0-40,0 0 13,-95-54-42,62 64-52,-4 1-20,-4 4 39,-5 5-45,-3 2-19,-6 3-48,-5 4 25,-6 2-16,-8 1-25,-4 2-9,-5 2 9,-6-1 16,-4 0-14,0 0-1,-3-3 11,1-2-9,4-2-3,5-2-9,5-3 9,9-3 0,7-2-25,12-2-4,7-3-3,8-4 13,7-1-57,8-2-93,7-4-17,4 1-16,7-1-56,2-2-85,3 0-183,0 0-170</inkml:trace>
          <inkml:trace contextRef="#ctx0" brushRef="#br0" timeOffset="37154.2095">13976 1541 375,'0'0'1467,"0"0"-1123,0 0-137,0 0-78,0 0 68,0 0 9,0 0-133,0 0-73,0 0-77,0 0 68,0 0 9,-2 3 93,21-1 6,4-2-6,-2 0-55,7-2-35,-1-7 39,0-2 38,-1-2-56,2-3-23,-5-2 33,0-2 17,-3 1-51,-4-2 2,-2 2 4,-3 1 33,-3 0-38,-4 0 0,-2 1 26,-2 0 14,-2-1-41,-8 0-19,-3-1 18,-4 1 0,-3 1-21,-5 0-10,-2 3-6,-5 4 6,-1 4 1,-2 4-1,-2 2 9,1 7 4,0 6 18,1 3 0,2 2 1,4 3 23,7 2 21,4-1-25,7 3-19,6-1-35,5 2-3,8 0-7,9 1 7,4-1 19,8 2 18,4-3-23,3 0 24,5-1 32,3 0 10,-2 0-39,0-1 23,-3 0-14,-5 0-12,-5-2-1,-8 0-21,-4-2 3,-8 0-4,-7-1-2,-2-1 23,-5 1-11,-10-1-25,-5-1-17,-3-1-2,-4-5 42,-1-1 15,1-5 0,-4-3 0,3-1 13,0 0 3,2-4-14,2-4 23,4-2 49,4-3-13,4-1-61,5-3-10,4 1-9,3-5 6,10 0-32,6 1-19,10 1 16,6 0 16,5 1 3,9-1-9,1 4 25,4 1 10,-1-1-26,1 4 0,-2-1-209,-1 0-186,-2 1-196,-14 2 5,8-4-366</inkml:trace>
          <inkml:trace contextRef="#ctx0" brushRef="#br0" timeOffset="37381.978">14691 1394 691,'0'0'1601,"0"0"-1210,0 0-146,0 0-46,0 0-122,0 0-77,0 0 0,0 0 163,0 0 43,0 0-101,109 80-92,-73-56 9,1 2-22,3 2 0,-3 1-35,-1-1 34,-2 0-28,-1-1-56,-5 0-26,-2-1 19,-5-3-30,-2-2-53,-2-3-44,-4-5-6,-1-3-50,-4-5-179,-2-3-33,-1-2-90,-2-7-85</inkml:trace>
          <inkml:trace contextRef="#ctx0" brushRef="#br0" timeOffset="37593.3918">15110 1341 892,'0'0'1494,"0"0"-1052,0 0-153,-87 16-94,60-3-84,1 6 29,-2 5-13,1 5-55,0 3-40,-1 3 15,4 1 3,1 0-43,2 1-7,1 0-23,4-1 1,2 0-3,2-1-41,1-3-57,4-2 12,3-4-26,1-6-73,3-3-91,0-6-89,3-5-232,1-3-26,7-4-360</inkml:trace>
          <inkml:trace contextRef="#ctx0" brushRef="#br0" timeOffset="38169.0608">15223 1426 1858,'0'0'570,"0"0"-505,0 0-65,0 0-10,0 0 10,0 0 133,0 0-8,48 72-18,-28-65-21,3-5 7,1-2-19,1-1-45,1-7-16,0-5 25,-1-2-9,-1-3-27,-4-2-2,2 0 25,-4-2 1,-4-1-23,-1 1 13,-2-1 26,-4 0 5,-4-1-28,-1 1 4,-2 2 24,-5-3 1,-8 2-48,-4 1 1,-4 0 9,-4 3-10,-3 3-7,-5 4 7,1 5 24,-3 5 17,2 1-7,1 5-11,3 6 62,4 5-28,5 2-57,3 2-54,8 1 35,4 2 0,5 2-44,0 0 3,7 3 38,8-2 9,2 2-35,6-2 20,-1 3 28,3-2 0,0 1 0,1-1 0,-2 1 19,-1-2 41,-3 0-38,0-1-18,-6-2 21,-2-1 3,-3-1-28,-5-3 0,-1 0 27,-3-4 20,0 1-45,-5-3 0,-6-4 30,-4 1-32,-1-2-19,-4-2-51,-3-1 48,-1-3 21,-2-1-43,0 0 2,-1-5 42,1-3 38,3-5-38,1-1 1,4-4 2,2-4 44,2-5-47,6-4-38,5-5 35,3-6-22,3-3-58,10-3-25,7-1-3,5 3-27,2 5-51,5 3 9,0 6 9,-1 6-146,-9 10-323,3-4-337</inkml:trace>
          <inkml:trace contextRef="#ctx0" brushRef="#br0" timeOffset="42024.2385">15621 1459 101,'0'0'382,"0"0"116,0 0-315,0 0-180,0 0 17,0 0-4,0 0 13,0 0 33,0 0 88,0 0 74,-6-28 13,9 27-19,-1 1 15,1 0 26,-3 0-76,0 0-32,0 0 48,-8 5-20,-5 4-154,-7 4-25,-7 4-32,-7 6-41,-3 1-100,-5 4-26,-3-2-13,-5 0-56,-4 0-254,-4-1-60,13-7-80</inkml:trace>
        </inkml:traceGroup>
      </inkml:traceGroup>
    </inkml:traceGroup>
    <inkml:traceGroup>
      <inkml:annotationXML>
        <emma:emma xmlns:emma="http://www.w3.org/2003/04/emma" version="1.0">
          <emma:interpretation id="{43457484-A2CE-49CC-BFCB-E94A6350C10E}" emma:medium="tactile" emma:mode="ink">
            <msink:context xmlns:msink="http://schemas.microsoft.com/ink/2010/main" type="paragraph" rotatedBoundingBox="4886,14240 12669,14020 12709,15430 4926,15650" alignmentLevel="1"/>
          </emma:interpretation>
        </emma:emma>
      </inkml:annotationXML>
      <inkml:traceGroup>
        <inkml:annotationXML>
          <emma:emma xmlns:emma="http://www.w3.org/2003/04/emma" version="1.0">
            <emma:interpretation id="{FDBC8183-B4E6-48A9-BC90-3A6E920BE315}" emma:medium="tactile" emma:mode="ink">
              <msink:context xmlns:msink="http://schemas.microsoft.com/ink/2010/main" type="inkBullet" rotatedBoundingBox="4887,14280 7209,14214 7246,15548 4925,15614"/>
            </emma:interpretation>
            <emma:one-of disjunction-type="recognition" id="oneOf6">
              <emma:interpretation id="interp30" emma:lang="en-US" emma:confidence="0">
                <emma:literal>652.6</emma:literal>
              </emma:interpretation>
              <emma:interpretation id="interp31" emma:lang="en-US" emma:confidence="0">
                <emma:literal>852.6</emma:literal>
              </emma:interpretation>
              <emma:interpretation id="interp32" emma:lang="en-US" emma:confidence="0">
                <emma:literal>6522.6</emma:literal>
              </emma:interpretation>
              <emma:interpretation id="interp33" emma:lang="en-US" emma:confidence="0">
                <emma:literal>580.6</emma:literal>
              </emma:interpretation>
              <emma:interpretation id="interp34" emma:lang="en-US" emma:confidence="0">
                <emma:literal>506</emma:literal>
              </emma:interpretation>
            </emma:one-of>
          </emma:emma>
        </inkml:annotationXML>
        <inkml:trace contextRef="#ctx0" brushRef="#br0" timeOffset="64253.2255">502 2358 924,'0'0'638,"0"0"-505,0 0-133,0 0-55,0 0-43,0 0-28,0 0 54,0 0 72,0 0 107,0 0-45,0 0-6,85 18 15,-60-14 1,5 0 41,7 0-48,2 0-16,3-1 0,4 0 64,3 1-97,3 0-12,3 0-4,1 1-26,2 1 19,2 1 7,-1-1 18,3 2-17,0-2-1,-3 2 29,0-1-26,-1-3-3,-3 2 2,-5-2 20,-1-2-22,-3 1 0,-4-1 7,-1-1-3,-4 2-4,0-2 0,-1 1-12,-2-1 12,-3 0 41,1-1-41,0 0-2,-2 0 2,-1 0 29,-2-5-29,0 0 0,-2-3 22,-2 0 17,2 0-39,-2-4 0,-3 0 46,0 0 2,2-1-19,-2 0 0,-1 0 26,-1-1-6,1 1-49,-2 0 3,1-1 20,0 0-14,-1 0-9,1-2-16,-1 2 16,-1 0 21,1-1-21,-2 3-20,-1-1 20,1 1 0,-1 1 0,-4-1-26,0 3 26,2-1 14,-4 1-14,0-1-3,-1 0 3,1-1 18,-3-1-15,-1-1 13,-1-2 3,0-2-16,-2-2-3,-1-2-10,0 1 10,0-2 1,-1 0-1,-4-3-11,1 1-15,-2-1 10,-2 0 14,2-1 0,-1 3-10,2 0 12,-2 1 12,0 1-12,1 3 0,1 0 0,-1 0 13,1 1-10,-3-1-1,1 2 11,1-1 6,-3-1 4,-1 1 6,0-1 10,1 1-11,-2-1-2,1 0 6,0 0 13,-3 0-16,0-1-12,-3 1-15,3-1-2,-4 1 0,1-1 2,-3 2 1,0 0 13,-2 1-15,-1 1 0,2 1 1,-3 0 14,0 0 3,-2-1-18,2 1 10,-3 2 6,-1 0 2,1 0 0,-3 4 7,0-2-24,-1 2 40,-2 1-20,-2 0-3,1 2 23,-5 1 2,3 3 8,-5 0 85,1 1-93,-1 0-2,-2 0-42,2 1-12,-1 3 12,0 0 3,0 1-1,2 0-1,2 1 21,0-2-2,2 0-20,2 0 0,1-1 17,2 0 17,1-1-32,0-1 2,0 0 40,-2 1-41,-1 0-3,2-1-3,-2 2 3,2 0 0,-2 1-16,2-1-25,1 2 41,-3 4-1,2-2-23,0 1 8,-2 1 16,3 1 3,-3-1-2,2 0-1,0 0 16,-2 2-16,0 0-19,2 0 0,-3 3-4,1-1 23,1 2-38,-1 0-13,5 0 39,2 2 11,3 1-28,4-1-16,0 2 26,2 1 0,5 2-26,-2 0-9,4 0 51,2 5-13,3-2-29,1 2 3,3 3 30,0 1 8,0 1-44,1 0 13,4 0 35,-1-1 0,0-1 0,1-3-16,1 0-7,-2 1 23,4-1 0,-3 2 0,2 0-3,0-1 3,0 1-16,2-1 3,0-1 13,1-1 0,3-2-42,1 1 25,-1-2 17,3-1 132,3 0-129,1-1 33,-1 0-36,2-2 3,1 1-3,0-3-3,0-2 3,4-1 21,0-1-21,3-3 13,1-1 12,3-1 27,5-4-30,1-1-19,7-3-3,0 0 0,3 0-3,0-6-26,2 0-16,0-2-60,-3 0-43,1 0-68,-4-2-124,-4 3-192,-10 0-28,3-3-582</inkml:trace>
        <inkml:trace contextRef="#ctx0" brushRef="#br0" timeOffset="59195.3147">538 1617 72,'0'0'208,"0"0"-45,0 0 105,0 0-7,0 0-76,0 0-22,-21-70-3,18 60-86,1 0 70,-1 0-50,2 3 13,-1-2-10,-1 1 14,2 2 5,1-2-2,0 3 9,0-2 22,0 2-64,7 0-24,2 1-28,4-1-16,1 0 3,5 0-16,5 1-2,-2 1 0,6 2-43,-1 1 3,3 2-3,-1 7 33,3 2 11,-2 4-11,-3 3-39,-4 4 32,-4 3 18,-3 5-59,-7 0 2,-5 6 22,-4 3 4,0 1-10,-10 1-49,-7 2 62,-1-5-29,-3-1-4,-2-4 36,1-5 26,-3-5 22,1-3-21,0-5 0,-1-4 32,2-1 9,0-7-20,0 0-2,0-3 67,4 0-29,3-5 7,0-2-45,2-1 41,2 2-13,4-2-12,1 2-23,2 0-10,2 0-3,2 2-42,1 2 0,0 1-32,7 1-33,6 0 16,2 0 46,6 1 26,5 5 18,1 2-58,2 0 1,3 2 38,-1-1 20,3 0 0,0 0 0,-1 0 30,2-1-30,-2 0 0,-1-1-65,1 0-59,-4-1-35,3-2-176,-2-2 91,-7-2-62,10-1-154</inkml:trace>
        <inkml:trace contextRef="#ctx0" brushRef="#br0" timeOffset="59617.1367">1286 1550 935,'0'0'1448,"0"0"-1448,0 0-13,0 0-16,0 0 12,0 0 15,0 0 2,-79 12-17,67-5-9,2 4 1,1 0-21,0 3 4,1 2-7,2 2-2,2 1-8,0 0 20,2 0 36,1-1-59,1 0 20,0-2-3,1-2-27,5-2-16,4-1 36,-1 0 43,5-1 9,2 0 45,4 1 40,3-3 158,2 2-175,0-3 26,-1 0-13,3-1-55,-4 0-3,0 1-20,-4-1 20,-2 1-23,-4 1-26,0-1 23,-7 3 3,1-2 1,-5 3 34,-2 2 21,0-1 18,-2 2-32,-5 2-13,-4-2 7,-1 0-11,-3 0-25,-2-1-2,-3 2-24,-3-1-25,-3-1-59,-1-3 26,-1-1-36,0-1 0,0-5-81,2-2-105,7-1-52,-8-2-287</inkml:trace>
        <inkml:trace contextRef="#ctx0" brushRef="#br0" timeOffset="59833.4962">1283 1618 886,'0'0'1184,"0"0"-1184,0 0-120,0 0 120,0 0 73,0 0 54,101-9-27,-67 1-80,4-1 19,4 0-39,2-1-13,0 2-16,-1-1-7,3 3-94,-4 1-269,-9 2-86,9 0-307</inkml:trace>
        <inkml:trace contextRef="#ctx0" brushRef="#br0" timeOffset="64445.7115">1305 2201 661,'0'0'1696,"0"0"-1696,0 0-3,0 0-292,0 0-176,0 0 217,0 0-81,0 0-99,0 0-130</inkml:trace>
        <inkml:trace contextRef="#ctx0" brushRef="#br0" timeOffset="64620.732">1542 2146 410,'0'0'133,"0"0"-266,0 0 107</inkml:trace>
        <inkml:trace contextRef="#ctx0" brushRef="#br0" timeOffset="61214.2456">2214 1555 346,'0'0'345,"0"0"392,0 0-526,0 0-156,0 0 49,0 0 78,0 0-13,0 0 32,0 0-79,0 0-15,-33-59 32,33 58 28,-1-1 3,1 2-29,0 0-23,0-1-13,-2 1-19,2 0-23,0 0-3,0 0-3,0 0-6,0 0-26,-1 0-3,1 0 13,-5 0 18,-2 5-53,-3 3-125,-3 4 53,-3 4 34,-4 3 6,3 4 22,-1 6 7,-2 2 2,0 3-27,1 2 10,2 2 18,1 0 0,2 2 0,2 2-19,5-3 18,0 0 1,4-3-13,3-1 1,0-2 12,2-2 0,6-2 0,1-1-29,1-2 28,6-3-12,-2-3-47,3-2 12,-1-3 12,4-4 34,-1-3-25,0-3-11,1-2 38,3-3 13,-3 0 0,5-6-10,-1-2 26,1-4-3,-2-2-26,0-3 0,0-1 0,-2-1 17,-5-2-17,0 1 0,-3 0 13,-4 1 32,-1 2-45,-5 3 0,-3 0 29,0 2 3,-8 2-32,-1-2-35,-5 2 19,-4 0 3,-2-1-9,-1 3-90,-7 0 55,-1 1-7,-2 5-61,-1 2 9,0 0 71,2 6 7,4 5-52,2 1-43,3 2 14,4 3-7,4 0-78,3-1-39,7 0-30,3 0 3,0-2-59,5-3-98,13 1-167</inkml:trace>
        <inkml:trace contextRef="#ctx0" brushRef="#br0" timeOffset="60391.9333">2175 1274 466,'0'0'623,"0"0"142,0 0-558,0 0-152,0 0 33,0 0 61,0 0-7,0 0 7,0 0-40,0 0-19,0 0 35,-29-59-6,27 59 6,-4-1-42,1 1-7,-4 0 29,-2 0-82,1 4-21,-4 3-2,-1 2-32,0 5 13,0 0 18,1 2-1,-1 4-21,0 2 4,1 2 18,3 2-18,-1 2-3,5 1-29,1 4 32,3 0 0,0 1-13,3-1-29,0-1 45,8-1-10,-1 0 1,3-4 25,3 0 1,0-3 12,3 0 12,-2-4-25,4-2-13,-4-2-6,3-3 7,-2-4 8,1-2 1,-2-1 5,0-4-2,-2-1 1,-2 1 19,-1-2 0,-4 0-18,1 0-2,-4 0 25,-1 0 11,-1 0-8,0 0 20,0 0 19,0 0 6,0 0-35,0 0-3,0 0 19,0 0-3,0 0-29,0 0-21,0 0 28,0 0-29,0 0-22,0 0-54,0 0 3,0 0-48,0 0-160,0 0-134,0 5-105,0 2 0,0 1 129,0 2-182,0-40-88</inkml:trace>
      </inkml:traceGroup>
      <inkml:traceGroup>
        <inkml:annotationXML>
          <emma:emma xmlns:emma="http://www.w3.org/2003/04/emma" version="1.0">
            <emma:interpretation id="{43B24E66-E398-4C5B-A257-2C87EDC45B92}" emma:medium="tactile" emma:mode="ink">
              <msink:context xmlns:msink="http://schemas.microsoft.com/ink/2010/main" type="line" rotatedBoundingBox="7231,14174 12669,14020 12709,15430 7271,15583"/>
            </emma:interpretation>
          </emma:emma>
        </inkml:annotationXML>
        <inkml:traceGroup>
          <inkml:annotationXML>
            <emma:emma xmlns:emma="http://www.w3.org/2003/04/emma" version="1.0">
              <emma:interpretation id="{5507DF81-BBBC-4E00-8E3A-75267EE7E50A}" emma:medium="tactile" emma:mode="ink">
                <msink:context xmlns:msink="http://schemas.microsoft.com/ink/2010/main" type="inkWord" rotatedBoundingBox="7171,15555 7259,14887 7922,14974 7834,15642"/>
              </emma:interpretation>
              <emma:one-of disjunction-type="recognition" id="oneOf7">
                <emma:interpretation id="interp35" emma:lang="en-US" emma:confidence="0.5">
                  <emma:literal>x</emma:literal>
                </emma:interpretation>
                <emma:interpretation id="interp36" emma:lang="en-US" emma:confidence="0">
                  <emma:literal>X</emma:literal>
                </emma:interpretation>
                <emma:interpretation id="interp37" emma:lang="en-US" emma:confidence="0">
                  <emma:literal>+</emma:literal>
                </emma:interpretation>
                <emma:interpretation id="interp38" emma:lang="en-US" emma:confidence="0">
                  <emma:literal>&gt;</emma:literal>
                </emma:interpretation>
                <emma:interpretation id="interp39" emma:lang="en-US" emma:confidence="0">
                  <emma:literal>?</emma:literal>
                </emma:interpretation>
              </emma:one-of>
            </emma:emma>
          </inkml:annotationXML>
          <inkml:trace contextRef="#ctx0" brushRef="#br0" timeOffset="61576.9963">2659 1868 650,'0'0'1681,"0"0"-1484,0 0-80,0 0 18,0 0 13,0 0-42,0 0-106,0 0-13,0 0-83,0 0-81,0 0 154,35-6 23,-8 14 23,2 4-7,4 2 6,3 3 40,2 2-59,2 3-3,-1 0 16,0 4-16,-1-1 0,2 5-2,-4 1-14,-3-1-13,-1 2-13,-4-3-58,-2-2-107,-4-3-116,-5-8-103,-2-4 56,-4-6-70,-3-6-212</inkml:trace>
          <inkml:trace contextRef="#ctx0" brushRef="#br0" timeOffset="61821.5272">3034 1864 437,'0'0'1940,"0"0"-1750,0 0-190,0 0 0,-86 55 13,70-34 84,0 2-7,4 0-26,0 1 1,1 4-17,1 0-29,-3 5 7,3 3-26,0 3 0,0 4-28,0-1 28,1 2 0,-2-3-22,4-1-36,1-6 16,0-3-6,2-6-46,2-7-48,2-7-35,0-5-157,3-6-228,6-4 138,-2-5 125,9-17-350</inkml:trace>
        </inkml:traceGroup>
        <inkml:traceGroup>
          <inkml:annotationXML>
            <emma:emma xmlns:emma="http://www.w3.org/2003/04/emma" version="1.0">
              <emma:interpretation id="{1B03C167-8980-4FBD-8177-1E8AE93E5564}" emma:medium="tactile" emma:mode="ink">
                <msink:context xmlns:msink="http://schemas.microsoft.com/ink/2010/main" type="inkWord" rotatedBoundingBox="8117,14472 8820,14712 8568,15449 7866,15210"/>
              </emma:interpretation>
              <emma:one-of disjunction-type="recognition" id="oneOf8">
                <emma:interpretation id="interp40" emma:lang="en-US" emma:confidence="0.5">
                  <emma:literal>16</emma:literal>
                </emma:interpretation>
                <emma:interpretation id="interp41" emma:lang="en-US" emma:confidence="0">
                  <emma:literal>(6</emma:literal>
                </emma:interpretation>
                <emma:interpretation id="interp42" emma:lang="en-US" emma:confidence="0">
                  <emma:literal>66</emma:literal>
                </emma:interpretation>
                <emma:interpretation id="interp43" emma:lang="en-US" emma:confidence="0">
                  <emma:literal>6</emma:literal>
                </emma:interpretation>
                <emma:interpretation id="interp44" emma:lang="en-US" emma:confidence="0">
                  <emma:literal>(6S</emma:literal>
                </emma:interpretation>
              </emma:one-of>
            </emma:emma>
          </inkml:annotationXML>
          <inkml:trace contextRef="#ctx0" brushRef="#br0" timeOffset="62107.7712">3468 1592 1406,'0'0'1308,"0"0"-1169,0 0-120,0 0-16,0 0 135,0 0 48,0 0-61,0 0-81,0 0-6,0 0 0,0 0-38,-23 40 0,16-15 4,-1 5 34,0 6-38,-2 4 2,1 4 24,2 1-25,1 3-1,1-2-31,0-2-4,4-3 35,1-5-32,0-3-16,4-4-15,4-6-110,3-4-48,0-6-66,6-5-33,-1-7-241,0-1 27,9-14-542</inkml:trace>
          <inkml:trace contextRef="#ctx0" brushRef="#br0" timeOffset="62482.6193">3923 1537 1380,'0'0'1837,"0"0"-1706,0 0-131,0 0 0,0 0 95,0 0-12,-85 48-83,77-33-29,0 4-21,1 4 46,3 6 4,3 5 28,-1 4-28,2 3-2,0 3 2,0-1 0,0 0 2,3-3-1,4-3 21,0-2 7,2-6-10,0-4-19,2-5 19,4-3-19,0-4-16,-2-1 16,6-4 10,-1-3 27,0-3-33,1-2 15,0 0 22,-2 0 6,-3-6-18,1 0-1,-4-4 29,-2 2-1,-2-3-15,-3 2-9,-2 0 24,-2 2 8,0-2-42,-2 2-22,-9-2-1,-4 1-91,-3-1-113,-8 3-76,-4 1-44,-6 5-28,-6 0-53,-6 7-174,11 3 30,-28 9-431</inkml:trace>
        </inkml:traceGroup>
        <inkml:traceGroup>
          <inkml:annotationXML>
            <emma:emma xmlns:emma="http://www.w3.org/2003/04/emma" version="1.0">
              <emma:interpretation id="{E10C203C-03C1-417D-8A7C-545DE81A0896}" emma:medium="tactile" emma:mode="ink">
                <msink:context xmlns:msink="http://schemas.microsoft.com/ink/2010/main" type="inkWord" rotatedBoundingBox="9829,14100 12669,14020 12706,15339 9867,15419"/>
              </emma:interpretation>
              <emma:one-of disjunction-type="recognition" id="oneOf9">
                <emma:interpretation id="interp45" emma:lang="en-US" emma:confidence="0.5">
                  <emma:literal>-28...</emma:literal>
                </emma:interpretation>
                <emma:interpretation id="interp46" emma:lang="en-US" emma:confidence="0">
                  <emma:literal>--28...</emma:literal>
                </emma:interpretation>
                <emma:interpretation id="interp47" emma:lang="en-US" emma:confidence="0">
                  <emma:literal>--28☺</emma:literal>
                </emma:interpretation>
                <emma:interpretation id="interp48" emma:lang="en-US" emma:confidence="0">
                  <emma:literal>-28☺</emma:literal>
                </emma:interpretation>
                <emma:interpretation id="interp49" emma:lang="en-US" emma:confidence="0">
                  <emma:literal>--28☹</emma:literal>
                </emma:interpretation>
              </emma:one-of>
            </emma:emma>
          </inkml:annotationXML>
          <inkml:trace contextRef="#ctx0" brushRef="#br0" timeOffset="120260.7859">7464 1795 342,'0'0'69,"0"0"-43,0 0 65,0 0-91,0 0-10,0 0-81,0 0-46,0 0-58</inkml:trace>
          <inkml:trace contextRef="#ctx0" brushRef="#br0" timeOffset="120568.603">7551 1741 78,'0'0'0,"0"0"-41,0 0 5</inkml:trace>
          <inkml:trace contextRef="#ctx0" brushRef="#br0" timeOffset="65420.5429">5268 2163 1102,'0'0'1149,"0"0"-925,0 0-76,0 0-87,0 0-61,0 0-19,0 0 19,0 0 3,0 0 33,0 0 35,82-63-71,-52 56-20,5 1-51,2 0 7,2 3 32,3 1-10,4 0-10,0-1 20,0 2-65,-1-2-231,-12 0-175,10 2-168</inkml:trace>
          <inkml:trace contextRef="#ctx0" brushRef="#br0" timeOffset="65607.5352">5755 2289 1277,'0'0'1234,"0"0"-1063,0 0-171,0 0-3,0 0-103,0 0-36,0 0 22,0 0 98,0 0 22,0 0 0,115-22 0,-69 11-136,2 1-299,-10 1-105,19-4-533</inkml:trace>
          <inkml:trace contextRef="#ctx0" brushRef="#br0" timeOffset="66068.3774">6555 1860 2214,'0'0'355,"0"0"-267,0 0-66,0 0 94,0 0-3,0 0-40,0 0-41,1-76 17,15 66 5,-1-2-19,3 3-22,2 3-10,-1 2-3,1 3-13,0 1-25,-1 1 16,1 6 21,-4 5-19,2 4 20,-4 3 45,0 4 0,-6 4-23,-5 3-6,-3 0 35,0 5-22,-11 0-28,-4 1-1,-6 0 13,-2 2-4,-4-4-9,-3 1-19,-2-4 19,0-3 2,-4-2-1,2-4 15,0-5 7,0-3 37,6-4-41,4-4 35,5-2 45,5-2 18,4-2-63,7 0-29,3 0-25,2-2-16,10-4-88,4-4 28,10-2 74,7-1 2,5-1-38,6 1 22,3 2 16,3-1 0,5 2-23,2 1-11,-2 0 34,4 1-13,-2 0-51,-3 0-67,-4 0-16,-2-2-100,-2 0-111,-4-3-247,-10 3-53,5-12-472</inkml:trace>
          <inkml:trace contextRef="#ctx0" brushRef="#br0" timeOffset="67369.6732">7494 1010 1205,'0'0'816,"0"0"-621,0 0-163,0 0 26,-95-28 78,75 24 16,0 0-29,0 2-14,0 1 48,-2 1-22,0 0-45,-1 2-4,-4 5-26,-2 4-48,-4 2-11,0 4 27,-5 3 35,2 3-25,-2 3 16,0 3 13,2 1-4,1 4-22,1 1-9,3 2 2,6 2-15,3 1-17,6 1-1,6 1 18,4 2 16,6 1-13,0 0-22,6 2-13,10-3 12,1 2 0,8-2-11,2 2 12,5-3 10,1 1 3,3-2-13,3 0-1,0-3 1,1-5 0,2-1-13,1-6 0,1-2 13,3-4 23,-1-3-21,3-5-2,1-3 12,0-4 10,1-2-22,0-4 0,-1 0 18,1-4-16,-4-6 11,2-3-1,-1-4 13,-5-3-9,-2-3-14,-4-5 10,-1 1 20,-5-6 3,-3 0-19,-5-4 3,-1-2 3,-5-4 6,-6 0-26,-2-3 10,-4 0 1,-5-2-13,-2-3-7,-8 0-21,-9-3 28,-3-2-22,-8-1-2,-8 2-40,-4-2 8,-6 5-26,-5 1 0,-3 8 32,-4 6 49,1 7 0,0 11-1,3 7 2,1 8 18,0 4-18,4 5-25,4 8-31,0 5-1,7 1 9,3 5-37,4 1-46,9 2-25,4 3-81,7 1-142,4 3-217,6-8-47,3 17-156</inkml:trace>
          <inkml:trace contextRef="#ctx0" brushRef="#br0" timeOffset="66719.9086">7385 1578 1064,'0'0'1538,"0"0"-1374,0 0-161,0 0-3,0 0 0,0 0-3,0 0-36,0 0-54,0 0 93,0 0 138,0 0-6,33 18-71,-13-15-35,3-3 28,-4 0 7,3-1-32,-1-6-6,-2-1 18,1-2 7,-3 0-22,-3-3-14,-1 0 11,-1-3 12,-3 1-4,0-3-5,-1 0-1,-2-2 7,-3 0 3,0 1-9,-3 0-14,0-1 14,-4 1 5,-5 1-31,-5-1 0,-2 2 0,-3 2 0,-4 1 0,-2 6 1,-4 0 1,-1 5-2,-2 3 13,-3 1 19,0 9-30,0 1-2,2 4-14,2 3 1,0 2 13,5-1-1,2 2-18,5 1-19,6-2 4,5 2-17,5 0-3,3 0-13,5 0 16,10 1 16,4-1 6,4-1 29,5-2 1,3-1 12,3-1 3,2-2-3,4-1 22,-2-2 12,0 0-18,-1-1-3,-1-1 28,-4 0-19,-2 1-7,-4-1-3,-3-1-9,-4 0-5,-6 1-11,-2-1 0,-4 2 0,-5-1 25,-2 3 10,0 1-10,-9 3 7,-1-1-8,-4 1-24,-5-2 0,-1-2 10,-2-1 2,-1-4-10,-1-2 11,-1-3 18,2-3-5,-3 0-11,3-6-12,0-1 23,4-4-1,2-1-25,5-3-16,3-3 16,4-3 0,5-5-39,2-1-21,10-3 42,6-2-1,3 0-32,7 1-6,1 0 35,1 3-3,1 1-77,3 3-95,0 4-117,-2 1-153,-6 6-308,7-5-304</inkml:trace>
          <inkml:trace contextRef="#ctx0" brushRef="#br0" timeOffset="71737.5134">7626 1762 225,'0'0'218,"0"0"161,0 0-379,0 0-85,0 0-107,0 0-14,0 0 33,0 0 69</inkml:trace>
        </inkml:traceGroup>
      </inkml:traceGroup>
    </inkml:traceGroup>
    <inkml:traceGroup>
      <inkml:annotationXML>
        <emma:emma xmlns:emma="http://www.w3.org/2003/04/emma" version="1.0">
          <emma:interpretation id="{C1B42351-4C24-4E4C-B277-6F0DC1CA0F9A}" emma:medium="tactile" emma:mode="ink">
            <msink:context xmlns:msink="http://schemas.microsoft.com/ink/2010/main" type="paragraph" rotatedBoundingBox="6117,15198 24531,14797 24566,16398 6152,16799" alignmentLevel="2"/>
          </emma:interpretation>
        </emma:emma>
      </inkml:annotationXML>
      <inkml:traceGroup>
        <inkml:annotationXML>
          <emma:emma xmlns:emma="http://www.w3.org/2003/04/emma" version="1.0">
            <emma:interpretation id="{8AD1F097-6E23-4482-9368-316C98D11004}" emma:medium="tactile" emma:mode="ink">
              <msink:context xmlns:msink="http://schemas.microsoft.com/ink/2010/main" type="line" rotatedBoundingBox="6117,15198 24531,14797 24566,16398 6152,16799"/>
            </emma:interpretation>
          </emma:emma>
        </inkml:annotationXML>
        <inkml:traceGroup>
          <inkml:annotationXML>
            <emma:emma xmlns:emma="http://www.w3.org/2003/04/emma" version="1.0">
              <emma:interpretation id="{E1AD9241-19FE-4D1F-AC8E-0DEF88415372}" emma:medium="tactile" emma:mode="ink">
                <msink:context xmlns:msink="http://schemas.microsoft.com/ink/2010/main" type="inkWord" rotatedBoundingBox="6127,15686 14827,15484 14852,16530 6151,16731"/>
              </emma:interpretation>
              <emma:one-of disjunction-type="recognition" id="oneOf10">
                <emma:interpretation id="interp50" emma:lang="en-US" emma:confidence="0.5">
                  <emma:literal>256/128=20-59</emma:literal>
                </emma:interpretation>
                <emma:interpretation id="interp51" emma:lang="en-US" emma:confidence="0">
                  <emma:literal>256/128=20-599</emma:literal>
                </emma:interpretation>
                <emma:interpretation id="interp52" emma:lang="en-US" emma:confidence="0">
                  <emma:literal>2569128=20-599</emma:literal>
                </emma:interpretation>
                <emma:interpretation id="interp53" emma:lang="en-US" emma:confidence="0">
                  <emma:literal>256/128=20-5999</emma:literal>
                </emma:interpretation>
                <emma:interpretation id="interp54" emma:lang="en-US" emma:confidence="0">
                  <emma:literal>2569128=20-5999</emma:literal>
                </emma:interpretation>
              </emma:one-of>
            </emma:emma>
          </inkml:annotationXML>
          <inkml:trace contextRef="#ctx0" brushRef="#br0" timeOffset="92251.6539">1760 2803 212,'0'0'156,"0"0"34,0 0-31,0 0-67,0 0 15,0 0 209,0 0-117,0 0-59,0 0-4,0 0 24,-44-31 60,39 26-32,2 1-20,0 0-51,-1 1-17,4 0 12,-3 2-5,3-1-75,0 2-32,0-1 0,0 1-2,0-2-59,6 0-7,3-2 45,6 1 23,1-1-51,4 3 9,-2 0 10,5 1 19,-2 0-26,2 1 14,-4 4 24,1 3 0,-2 1-57,-1 4 37,-4 4 19,-2 3 2,-3 6-25,-7 2 25,-1 6 22,-3 0-22,-7 2 0,-6 0-48,-4 0 25,0-1 7,-5-3-42,1 0 25,-2-4 33,-1-1-13,-1-4 0,1-2 10,-2-3 3,2-4 42,2-4-19,2-2-10,3-4 32,1-2 17,5-2-24,2-1-38,5-7 55,3-1-16,2-2-39,2-5-39,3 0 26,7-2 10,3 2-26,3-1-6,3 3 31,0 3 4,1 3-25,1 2-11,-2 5 4,3 1 2,-2 1 1,0 6-6,0 1 18,0 2 15,1 0-8,-1 1 10,1-3 2,-2 3 11,1-4-13,2 3 1,-3-4-1,2 1 2,2-3-2,-2-2-26,2-2-204,1 0-147,-6 0-89,7-11-130</inkml:trace>
          <inkml:trace contextRef="#ctx0" brushRef="#br0" timeOffset="92647.6244">2349 2922 277,'0'0'1031,"0"0"-61,0 0-876,0 0-52,0 0-40,0 0 21,0 0-23,0 0-35,0 0-27,0 0-32,-20 2-35,19 3 67,1 4 23,-1 1 37,1 2 2,-2 0 0,2-1 13,0 0-13,0 1 0,4-3-13,2 2 0,4-3 13,0 0 13,1 0 10,4 0-4,1-2-3,1 0 4,-2 0 2,4-1-22,-2 0 1,-3 0 1,-2 0-2,1 1-24,-6 1 22,0 1 2,-2-1-52,-1 3 52,-4 0 22,0 2 27,-6 2-47,-3 1 0,-2-1 37,-3 2-11,-1-3-28,-5 2-9,4-1 9,-4-2 0,0-1-4,1-2-25,0-1-42,1-3-65,2-2-50,0-3-22,4 0-33,4-4-78,-4-12-385</inkml:trace>
          <inkml:trace contextRef="#ctx0" brushRef="#br0" timeOffset="92851.2914">2426 2911 72,'0'0'1942,"0"0"-1444,0 0-456,0 0-22,0 0-20,0 0 48,0 0 20,0 0-7,81-31-45,-50 18-16,3 1-48,2 4 6,0-2 6,4 4-38,-3 1-23,2 0-90,-3 1-147,-7 1-203,9 2-108</inkml:trace>
          <inkml:trace contextRef="#ctx0" brushRef="#br0" timeOffset="95261.1862">3730 3003 434,'0'0'127,"0"0"531,0 0-423,0 0-157,0 0-23,0 0 39,0 0 10,0 0 7,0 0-7,0 0-36,0-5-7,0 5-9,0 0 3,0 0-29,0 0-23,0 0 30,0 0-4,0 0-27,-1 0-2,-2 0 0,0 1-2,-1 3-63,-5 2 10,0 2-10,-2 3 36,-1 3 10,-5 0-27,1 3-84,-2 0 27,-3 1 57,-2 1 7,-3 2 3,0 1 33,-2 2 2,-1-1 0,-3 2 1,0-1 3,-1-1 17,0 0 1,-2 0-21,1 0-3,-1-2-8,-1 1 10,-1-3 1,-1 2 0,2-3 0,0 0-1,1-1 1,2-2 0,3 1 0,0-3-24,1-2-5,3-1 27,2 0 2,2-3-1,5 0-1,1-2-18,4-3 4,5 1-30,4-2-38,3 0-79,0 1-127,0-1-170,10 0-110</inkml:trace>
          <inkml:trace contextRef="#ctx0" brushRef="#br0" timeOffset="93242.7016">3131 2756 673,'0'0'749,"0"0"-349,0 0-244,0 0-10,0 0 19,0 0-26,0 0-51,0 0-43,0 0-23,0 0 11,-52 27 12,46-16-7,-3 3 11,2 1 12,-3 3 3,3 1-9,0 2 6,1 1-32,0 2 6,2 1-33,3 1-2,1 1 0,0-2-16,1 1 16,7-2-13,1-3 12,3-3-21,2-1 7,2-4 15,3-3 16,1-1-13,0-5 26,0-2-27,2-2 1,-3 0 26,1-2-3,0-7-7,-3 0 16,0-4-3,-2 0-19,-2-1 3,-5 0 22,0 0-3,-5 1-19,-2 2 7,-1 1-4,0 3 0,-4 2-19,-5 0-23,-4 3-53,-1 2-46,-6 0-160,-2 5 25,-6 7-5,-3 4-117,-4 6-80,9-4 39,-18 14-82</inkml:trace>
          <inkml:trace contextRef="#ctx0" brushRef="#br0" timeOffset="95943.9287">3680 3220 817,'0'0'577,"0"0"-145,0 0-321,0 0-43,0 0 46,0 0 28,0 0-38,0 0-40,0 0-5,0 0-21,0 0-9,-16-67 10,16 64 32,-1 2-6,1 0-24,0 1 1,0 0 29,0-1 9,0 1-38,0 0-39,0 0 16,0-2-19,0 1-10,0-1-22,0-2 9,0 1 20,0-2-45,0-2 6,4 1 42,-1-1-1,1 1-10,0-2-17,-1 2 28,2-2 0,-1 0 0,0 0-19,3 1 17,-2 0 2,-1 0-19,3 0-7,-2 1 23,-1 1 3,1 1-16,-2 1-7,0 3-3,-3-1-9,2 1-20,-2 0 0,1 0-10,-1 0-14,2 4 79,1 2 158,0 6-100,0 0-22,-2 5 2,3 0-22,-4 2-16,0-1 3,0 2-3,0-2-2,0 0 2,0 1 17,0-1-16,0 2 0,0-1 0,-1-1-2,-1 1 0,1-2-12,1 0 12,0-2 0,0-1-11,0-1-11,0-3 4,3-1-52,1-1-61,-1-3-40,0-1-29,1-3-81,0-1-4,2 0-14,0-6-211</inkml:trace>
          <inkml:trace contextRef="#ctx0" brushRef="#br0" timeOffset="96443.4681">4076 3035 225,'0'0'711,"0"0"-395,0 0-199,0 0-29,0 0 88,0 0 35,0 0-55,0 0-62,0 0-7,0 0-19,-1-1-39,1 0-25,0 0 31,4-2 11,0 1-30,2-1-3,0 1 29,2 0-4,1 1-36,1 1 0,0 0 1,3 0-3,-1 4-13,1 2-26,0 0 39,-2 5 0,-1 1-9,-1 2 9,-2 1 16,-3 3 26,-1 1-23,-3 4-18,0-2 41,-4 2-22,-4 1-4,-1-1-14,0-1 33,-2-3 1,1-3-36,1 0 0,-1-4 34,1-2 2,3-2-33,-1-2 13,3-2 23,1-2-9,0 0-30,3-1-13,0-1 0,0 0-6,0 0-39,0 0-13,9 0 46,-1 0 24,6-1-17,1-2-8,1 0 26,4 1 0,2 0-10,2-1-19,0-1 13,0 0-36,5 0-77,-2-1-69,-1-1-100,3-1-15,-3 0 4,-9 0-147,8-4-222</inkml:trace>
          <inkml:trace contextRef="#ctx0" brushRef="#br0" timeOffset="97061.9521">4601 3189 166,'0'0'183,"0"0"368,0 0 51,0 0-218,0 0-147,0 0-56,0 0-16,0 0-32,0 0-62,0 0-71,0-5-24,0 5-41,0 0 1,0 0 32,3 0 32,1 1 12,0 2 18,2-1 24,1 0 5,0 0-8,1-1 17,-1-1-20,1 0 16,0 0 10,-1 0 6,0-3-12,2-1-8,-1-1-2,0-4-17,0 1-9,1-3 4,-2-2-14,0 1-20,-1-4 27,1 1-14,-3-2 5,-1 0-8,0 0 14,-3 2-7,0-1 3,0 1-12,-7 1-7,0 1-6,-2 3 3,1 0-4,-3 3-34,2 3 38,-2 2-16,1 2-22,-1 0-70,-1 3 3,-2 7 2,-1 1 17,1 4 25,0 5 29,0 1 3,-1 1 3,3-1-9,2 0 12,4-2 1,1-1-1,5 0-22,0-3 42,1 1 2,6-2-3,5-1-26,-1 0 30,6-1 10,-2-1-7,5-1 7,-1 1-7,4-1 4,-2 0-7,1-1 0,1 1 3,0 1 13,-3-1-16,-1 1-14,-2-1 14,-2 1 0,-2 2 0,-4 0 0,-4 1 6,-2 0 14,-3 2-7,0 1 3,-3-1 35,-7 2-15,-3-2-33,0 0 19,-2-2 26,-1-3-6,-2-2-19,2 0-4,-1-4 48,1-1 16,-1-4-41,2 0 9,1 0 10,4-7-7,1-2-45,6-5-9,-1-4-16,4-3-38,7-5-29,4-2-41,7-1 21,4-1 7,8 4-49,2 0-32,3 1-79,5 2-263,-12 8-17,17-6-484</inkml:trace>
          <inkml:trace contextRef="#ctx0" brushRef="#br0" timeOffset="97624.9883">5327 3056 271,'0'0'1243,"0"0"-901,0 0-196,0 0-62,0 0 10,0 0 23,0 0-20,0 0-23,0 0 33,91-30 15,-67 30 1,-1 0-85,3 0-38,-1 1 0,-2 2-3,3 4-58,-5 0-23,-1 1-93,-4 3-114,-1 0-199,-7-1 11,-5 4-237</inkml:trace>
          <inkml:trace contextRef="#ctx0" brushRef="#br0" timeOffset="97816.1021">5411 3255 1007,'0'0'1256,"0"0"-949,0 0-255,0 0-52,0 0-110,0 0 36,0 0 74,0 0 87,0 0-6,0 0-23,99 6-29,-66-10-29,3 0-54,2-1-85,-1 1-161,-8 0-311,13-5-476</inkml:trace>
          <inkml:trace contextRef="#ctx0" brushRef="#br0" timeOffset="100132.0892">6628 2698 313,'0'0'1357,"0"0"-1248,0 0-109,0 0 0,0 0 91,0 0 81,0 0-94,0 0-49,0 0 0,0 0 33,0 0-20,-49-73 0,45 63 16,0 1 13,-1 0-55,-2 0-14,0 1 34,-2-1 12,1 1-47,-4 0 12,-1 1 13,-1-1 13,-1 2-38,0-1 0,0 2 17,-2 1 18,2 1-36,0 0-7,2 0 7,-2 2 29,-1-1-29,3 2 0,-1 0 0,2 0 33,-3 0-33,3 0-12,-2 0 12,-1 0 14,1 0-14,-1 2-23,2 0 1,-2 1 21,1 1-2,-3 1-16,3 0 6,-2 2 11,1 0-21,1 1 11,-2 0-8,2 0 18,-1 0-11,1 2 0,1-2 0,0 2 11,-1 0-11,0-1 10,0 0 0,1 0 3,1 0 1,0 0 0,-1 0 0,1 1-1,-1 0 0,-1 1-16,1 2 6,-3 0 10,3-1 26,-1 1 3,1 2-3,-3-3 26,3 2-11,3 1-18,-3 0-4,4-1 13,-1 2-12,0-2-18,4 1 20,-1 1 4,1-1-3,3 1-4,-1 0-18,1 2 15,2 0 7,1 3-20,0-1 26,0 1-13,0 1-15,4 0 21,0 1-21,2 0 12,0 1-10,1 0 10,2 1-10,2-1 36,-2-1-20,1 0-16,3-1 13,-1-2 10,2 0 6,-1-1-32,1-1 1,2-1-1,0-1 30,3 2-28,0-1-2,2-1 13,1-1 4,2 0-17,4-4 0,-2 1 10,2-3-10,0 0 0,1-1 0,-2-2 0,4-2 19,-3-1-19,1-1-6,1-1 6,-2-1 0,-1 0-14,0-1-5,2-3 19,-1-2 3,-3-1-3,2 1-22,-1-3 22,-2-2 6,0 1-6,2-1-16,-4-1 16,1-1 7,0-1-7,-1 0-3,-2-2 3,2 2 6,-2-2-6,-1 0-22,2 0 22,-1 0 22,-2-2-22,2 0 0,-3 0 3,0-3 7,2-1-10,-5 1 0,1-4 14,-1 1 21,-2-1-35,-2-1 0,-3 1 26,-3-4-23,-1 2-3,-1-2-11,-2-1 11,0-2 0,-5 1 0,-5-2-51,-4 0 38,-5 1 0,-4 1-12,-4 2-7,-5-1 12,-3 1-53,-4 4 15,-2 2-34,-3 1 92,0 4 0,2 2 0,0 6-10,4 3 9,1 5-28,6 2-6,3 1-39,1 9 26,7 0-1,0 2-28,5 3-36,2 3-17,7 1-93,5 3-154,1 1 10,1-5-14,11 8-151</inkml:trace>
          <inkml:trace contextRef="#ctx0" brushRef="#br0" timeOffset="98358.1661">6000 2945 2493,'0'0'229,"0"0"-229,0 0-54,0 0 54,0 0 45,0 0 29,0 0-3,0 0-19,-10-74-14,19 61 4,3 0 28,0 2-5,2 0-18,-2 2 5,1 1 21,1 2-3,-3 2-10,1 0-25,1 3 4,-2 1-20,3 0-19,-2 0 1,2 1-1,0 5 25,-2 1-25,4 2-3,-5 3 0,1 1 3,-4 2 2,-2 3 0,-3 3 11,-3 3 5,-1 2-18,-8 3-3,-3-3 3,-5 3-2,-1-1-9,-1-1 11,-4 0 12,-2-1-8,-1-2 11,3-2 1,-3-2 16,2-2 12,1-4-22,5-3-19,1-2 16,5-2 10,1-2-14,7-4 4,1 0 22,1-1-31,2 0-10,0 0-16,5 0 15,6-2-12,4-2-15,3-1 9,6 0 18,4-1-1,3 3-23,2-1 15,4 1 10,2 1 0,1 0-3,2-1-6,-2 2 9,-1 1 0,-1 0-33,-1 0-18,-4 0 10,-2 6-47,-7-1-122,1 2-104,-5 0-75,-7-1-633,-2 1-542</inkml:trace>
          <inkml:trace contextRef="#ctx0" brushRef="#br0" timeOffset="100499.7594">6855 3012 150,'0'0'665,"0"0"-39,0 0-487,0 0-64,0 0 91,0 0-91,0 0-43,0 0 7,0 0 58,0 0 46,88-18 0,-52 12-59,3 1 0,5-2-4,2 0-18,5-1-11,3-2-2,-3-1-26,4 1-23,-4 0-32,-1 1-3,-3 1-27,-3 3-57,-4 2-146,-6 2-170,-8 0-128,3-1-673</inkml:trace>
          <inkml:trace contextRef="#ctx0" brushRef="#br0" timeOffset="103597.8306">8820 2518 680,'0'0'333,"0"0"282,0 0-413,0 0-128,0 0 63,0 0 2,0 0-6,0 0-68,-36-66-10,28 64-7,-1-1-16,0 3-28,-5 0-4,0 2-3,-4 5 1,-1 4 0,-4 2-17,2 4 16,1 2-23,0 1-7,-2 2 14,3 3 17,-1-1 0,5-1 0,-2 0-1,7-1 2,3-1-12,7-3-22,0-1-7,9-2 16,4-1 23,5-1 0,3-1 3,5-3 14,2 0-14,6-3 17,0 1-17,3-4 3,-1 2 32,-2 1-35,-1-1 0,-4 2 0,-4 1 0,-6 1 0,-3 2 0,-4-1 10,-6 0 13,-5 3-4,-1-1 65,-1 2 42,-7 1-7,-6 1-35,-2-1-19,-1 1 15,-5-1-16,1-2-47,0-2-15,-3 1 9,-1-2-2,2-2-9,-3-2 0,3 1 15,-1-3-8,1-1-7,1-2-19,5-1 15,0 0 3,3 0-114,3-4-33,2-1-3,5-3-33,3-3-108,1 0-256,0 2-3,10-9-491</inkml:trace>
          <inkml:trace contextRef="#ctx0" brushRef="#br0" timeOffset="103840.675">9087 2774 1246,'0'0'1458,"0"0"-1137,0 0-321,0 0-48,0 0 48,0 0 16,0 0 71,0 0-20,0 0-64,1 75 0,-1-59 29,3 2 9,2 0-41,-1 2-26,0 1 25,-1-1 0,0-2-78,0-1-55,1-4-8,-4-3 20,3-3-72,-2-5-68,-1-2-124,3 0 22,-1-5 49,-1-8-230,1 1-109</inkml:trace>
          <inkml:trace contextRef="#ctx0" brushRef="#br0" timeOffset="103971.6676">9138 2559 1539,'0'0'1079,"0"0"-838,0 0-148,0 0-93,0 0-80,0 0-74,0 0-46,0 0 129,0 0 22,0 0-100,0 0-276,102 22-222</inkml:trace>
          <inkml:trace contextRef="#ctx0" brushRef="#br0" timeOffset="104771.0157">9462 2724 287,'0'0'1936,"0"0"-1522,0 0-337,0 0-64,0 0 39,0 0-30,0 0-22,0 0 84,0 0 73,0 0-6,0 0-62,93 31-44,-65-26-23,-4 3 3,2 0 0,-4 3-25,-4 2 0,-2 1 0,-3 3 0,-3 2 0,-7 2 31,-3 2-12,0 2-16,-6 1 0,-8 2 22,1-2-12,-5 1-13,1-3-22,-1-1 19,2-2-23,0-3-37,3-3 2,0-1 33,5-3 15,2-4-19,1-1-16,2-4 6,3-1-12,0 1-39,0-2-32,3 0 90,3 0 35,3 0 32,1 0-16,1 0 22,3-2-6,0 1-32,0-1 0,3 2 16,-2 0 23,2 0-18,-1 1-20,1 4 0,-2 2 15,-1 3-16,-1 1-2,-3 0 2,-3 3 32,-1 0-31,-4 0 15,-1 0 29,-1 0 16,0-1-48,-4 0 6,-5 0 32,1-2-16,-3 0-35,1-1-13,-1-2 13,1-1 0,0-2-6,-2 1-39,6-2 45,1-2 17,2-2-16,1 0 0,2 0 19,0 0-20,0-2-42,0-5-35,6-2 50,3-3 26,2 0-24,2-1-20,3-2 32,1 0 13,3 1-16,1-3-3,3 1 19,2-2 25,2 0-25,0-2 0,5 1 22,-1-2 52,4 0-4,0-3-12,-2 1 2,0 0-16,-4 0-44,-4-1-32,-3 1 32,-3 2 16,-5-1-16,-2 0-25,-5 1 25,-2 1 0,-6 0-11,0 2-21,-3 3 32,-5-1-1,-7 2-24,-1 1-13,-2 3 35,-1 4 3,-3 0 2,1 4 49,-1 2 13,2 0 44,-2 2 3,5 5-16,0 1-4,4 2-31,1 1-44,4 5-14,2 1 0,4 1 20,2 2-19,0 2 22,9-1-21,1 1-4,7-3-4,-1 0 1,4-1-22,3 0-19,-1-2-47,3-2-77,1-1-73,-1-2-47,1-1-134,-7-4-387,7-5-574</inkml:trace>
        </inkml:traceGroup>
        <inkml:traceGroup>
          <inkml:annotationXML>
            <emma:emma xmlns:emma="http://www.w3.org/2003/04/emma" version="1.0">
              <emma:interpretation id="{7CECD98B-8145-4166-8906-A1239168FBB2}" emma:medium="tactile" emma:mode="ink">
                <msink:context xmlns:msink="http://schemas.microsoft.com/ink/2010/main" type="inkWord" rotatedBoundingBox="15991,15365 16586,16210 15928,16675 15332,15830"/>
              </emma:interpretation>
              <emma:one-of disjunction-type="recognition" id="oneOf11">
                <emma:interpretation id="interp55" emma:lang="en-US" emma:confidence="0.5">
                  <emma:literal>of</emma:literal>
                </emma:interpretation>
                <emma:interpretation id="interp56" emma:lang="en-US" emma:confidence="0">
                  <emma:literal>off</emma:literal>
                </emma:interpretation>
                <emma:interpretation id="interp57" emma:lang="en-US" emma:confidence="0">
                  <emma:literal>oof</emma:literal>
                </emma:interpretation>
                <emma:interpretation id="interp58" emma:lang="en-US" emma:confidence="0">
                  <emma:literal>oaf</emma:literal>
                </emma:interpretation>
                <emma:interpretation id="interp59" emma:lang="en-US" emma:confidence="0">
                  <emma:literal>oft</emma:literal>
                </emma:interpretation>
              </emma:one-of>
            </emma:emma>
          </inkml:annotationXML>
          <inkml:trace contextRef="#ctx0" brushRef="#br0" timeOffset="106216.9163">11130 2651 980,'0'0'690,"0"0"-319,0 0-293,0 0-36,0 0 6,0 0 11,0 0 41,0 0 20,0 0 18,0 0 11,-51-21-5,43 21 10,-2 0-39,0 5-79,-3 2-35,-1 2 24,1 2 10,-2 4-33,-3 0 18,1 3 21,1 1 16,1 2-28,-1 1-13,5 1 16,-1 1 3,4-1-35,0 1 0,4-1 26,4-3 1,0 1-27,4-2-9,7-1 9,2-2 22,5-3-19,2-3-3,4-1 22,2-5 13,2-1-24,0-3-9,2-2 24,-1-6 15,-2-3-41,-3-2-5,0-3 5,-3-1 30,-4-3-30,-3 1 0,-4 0 14,-3-2 21,-4 2-35,-3-2-18,0 1 18,-9-1-1,-1 2-81,-3-2 19,-4 1 2,-2 2 20,-4-1-48,-2 1-41,-2 1 18,-2 1-35,2 2-7,0 2-26,3 4-30,4 3-55,7 4-95,3 1-4,7 0-7,3 4-236</inkml:trace>
          <inkml:trace contextRef="#ctx0" brushRef="#br0" timeOffset="106725.1389">11558 2522 1137,'0'0'1811,"0"0"-1650,0 0-161,0 0 0,0 0 22,0 0 115,-59 84-38,52-61-16,2 1 12,0 2 3,5 1-19,0 4-25,0 2 2,0 3-18,0 3-22,0 4 9,-1-1 0,-1 3 7,-2 2-17,-2 0-12,0 1 22,-3 0-10,0-3-15,-1 0-13,0-3 13,1-4-1,0-3-36,3-3-13,-1-3 31,3-6 16,3-5-51,1-4-2,0-4 15,3-3 3,6-2-6,0-3 44,3 0 15,3-2 11,0 0-23,5-9-2,0-2 24,-1-3-22,3-2-3,-4-2-21,0-2 21,-3 1 0,-4-1-28,-4 0-26,-3 1 29,-4-2 6,0 1-41,-3-1-4,-7-1 26,-4-1 22,-2-1-64,-6-3-9,-2-3 28,-4-2 33,-5-3-36,0 2 12,-1-1 52,3 4 16,1 8 23,10 5 18,4 6 36,7 5-39,5 2-54,4 3-48,0-2-19,6 0-41,8 0 11,9-2 37,6-1 48,9 4 11,6-1-69,4 3-33,4 0-210,-13 0-384,20 4-356</inkml:trace>
        </inkml:traceGroup>
        <inkml:traceGroup>
          <inkml:annotationXML>
            <emma:emma xmlns:emma="http://www.w3.org/2003/04/emma" version="1.0">
              <emma:interpretation id="{44AFFE30-65A9-44E9-8130-76EF493B0BC6}" emma:medium="tactile" emma:mode="ink">
                <msink:context xmlns:msink="http://schemas.microsoft.com/ink/2010/main" type="inkWord" rotatedBoundingBox="16781,15265 18099,15510 17936,16384 16618,16139"/>
              </emma:interpretation>
              <emma:one-of disjunction-type="recognition" id="oneOf12">
                <emma:interpretation id="interp60" emma:lang="en-US" emma:confidence="0.5">
                  <emma:literal>dee</emma:literal>
                </emma:interpretation>
                <emma:interpretation id="interp61" emma:lang="en-US" emma:confidence="0">
                  <emma:literal>de</emma:literal>
                </emma:interpretation>
                <emma:interpretation id="interp62" emma:lang="en-US" emma:confidence="0">
                  <emma:literal>die</emma:literal>
                </emma:interpretation>
                <emma:interpretation id="interp63" emma:lang="en-US" emma:confidence="0">
                  <emma:literal>due</emma:literal>
                </emma:interpretation>
                <emma:interpretation id="interp64" emma:lang="en-US" emma:confidence="0">
                  <emma:literal>del</emma:literal>
                </emma:interpretation>
              </emma:one-of>
            </emma:emma>
          </inkml:annotationXML>
          <inkml:trace contextRef="#ctx0" brushRef="#br0" timeOffset="108107.6272">12524 2776 150,'0'0'1103,"0"0"-709,0 0-173,0 0-43,0 0-13,0 0 7,0 0-14,-9-66-12,4 55 2,-2 4-4,-2-2 0,-1 1 29,-3 2-33,-2-1-4,-2 4-50,0 0-20,-3 2-3,-2 1-19,0 1-6,-4 5-16,1 5-22,-4 0-2,1 4-15,-3 3 17,2 5 13,-1 0-11,2 1 17,6 3 3,-1 1-22,6 1-10,6-1-18,3-1 26,4-1-11,4-2-21,0-1-1,9-2 16,4-3 16,4-1-16,3-3-6,0-2 24,3-3-1,3-4 0,-3-2-17,2-3 19,1-2-2,-2-6 2,2-3-3,-1-6 1,-2-1-11,0-4 0,-2-4 3,-2-1 10,2-2 11,-4-2-10,-1-3 0,-1 1 12,-2-3 9,0 0-20,-1 0 0,-2-3 27,1-1-28,-5-1-1,0-1-30,-2-2 28,-1 0 2,-3-1-41,0 3 3,0 3 10,-3 7 2,-1 5-15,0 9 41,1 6 0,1 5 45,1 6-34,-1 1-10,-2 0 27,2 3-28,-4 6-26,0 5-31,-1 7 57,-1 3 17,1 6-15,1 1 39,-1 0 23,3 1-26,-1 1-36,1 2-1,2 1 45,0 0-24,1 0-22,1 0 0,0-1 3,5-2 0,4 2-3,0-1-15,4-2 15,2-2 12,1-2-12,3-2-19,1-5 16,0-1 2,1-4-49,1-4-10,-1-2 57,2-5 3,-2 0-35,2-4-16,-1-1 41,1 0 7,2-6-39,-2-3-6,-2-1 29,1-2 19,-1-4-31,-2 0-11,-1-2 41,-4-1 1,2 0-76,-5-2-17,-1 0 52,-2 1 9,-4-1-42,-3 2-6,-1 0 38,0 1 39,-4 2-33,-3 3 36,-2 6 51,-1 1 13,1 4-32,0 2 3,-2 2 20,1 6-11,-3 3-44,3 2 0,1 4 20,0 3 21,1 0-41,2 2-3,4 1 3,-1 2 48,3-1-23,0 1 4,0-2 6,1 0 19,6-2-54,1-3 1,2-3 25,0-3 31,3-2-44,0-2-13,1-3 19,0-1 3,2-4-21,2 0 11,-1-3 1,3-3-3,-1-3-10,0-3-16,1 1 13,1-2-13,0-3 14,0 1 1,1-2 1,-2 0 22,2 1 3,-1-1-12,0 2-10,-1 2 22,-2 1-25,-2 3-17,0 2-14,-6 4 12,0 0 3,-4 3-13,0 0-18,-3 0 12,1 0 13,-1 1 18,-2 3 4,2 0 0,-1 0 13,-2 0 0,1-2-10,-1 0 0,0-2 10,0 1-10,0-1 23,0 0 21,0 0 7,0 0 0,0-4 9,0-1-16,-4-3-47,1-2-34,-2-3-11,-2-1 17,-1 0 3,-2-2-13,-1 1-7,-3 1 10,1 0-12,-3 2 31,3 4 16,-2 3 35,1 4-13,0 1-21,-2 3 1,2 5 17,-4 5-8,1 3-11,3 3 0,-2 3 19,1 2 16,4 3-20,0 2-2,2 0 9,4 1 13,1 1-16,3-2-6,1-2 25,0-1-20,5-2-18,3-3-16,3-2 16,2-2 0,3-2 0,1-2-26,3-4 25,-1 0-24,3-3-41,-1-3-13,1 0 6,3-3-13,-2 0-102,-1 0-123,2-1-115,-7-2-384,6-5-357</inkml:trace>
        </inkml:traceGroup>
        <inkml:traceGroup>
          <inkml:annotationXML>
            <emma:emma xmlns:emma="http://www.w3.org/2003/04/emma" version="1.0">
              <emma:interpretation id="{0231D392-41D0-4623-9EC7-17BCB280CE3D}" emma:medium="tactile" emma:mode="ink">
                <msink:context xmlns:msink="http://schemas.microsoft.com/ink/2010/main" type="inkWord" rotatedBoundingBox="18747,15686 20428,15534 20487,16189 18806,16342"/>
              </emma:interpretation>
              <emma:one-of disjunction-type="recognition" id="oneOf13">
                <emma:interpretation id="interp65" emma:lang="en-US" emma:confidence="0.5">
                  <emma:literal>#</emma:literal>
                </emma:interpretation>
                <emma:interpretation id="interp66" emma:lang="en-US" emma:confidence="0">
                  <emma:literal>;</emma:literal>
                </emma:interpretation>
                <emma:interpretation id="interp67" emma:lang="en-US" emma:confidence="0">
                  <emma:literal>¥</emma:literal>
                </emma:interpretation>
                <emma:interpretation id="interp68" emma:lang="en-US" emma:confidence="0">
                  <emma:literal>.</emma:literal>
                </emma:interpretation>
                <emma:interpretation id="interp69" emma:lang="en-US" emma:confidence="0">
                  <emma:literal>%</emma:literal>
                </emma:interpretation>
              </emma:one-of>
            </emma:emma>
          </inkml:annotationXML>
          <inkml:trace contextRef="#ctx0" brushRef="#br0" timeOffset="122565.8871">15771 2893 68,'-104'-9'56,"104"9"-56</inkml:trace>
          <inkml:trace contextRef="#ctx0" brushRef="#br0" timeOffset="122545.9401">15771 2893 68</inkml:trace>
          <inkml:trace contextRef="#ctx0" brushRef="#br0" timeOffset="109483.8549">15836 2482 457,'0'0'1685,"0"0"-1309,0 0-163,0 0-59,0 0 6,0 0 20,0 0-5,0 0 3,0 0-36,0 0-54,0 0-50,-5-19-25,5 28-10,0 6 50,2 10 13,-1 7-28,1 5 22,-2 3-22,0 0-35,0-2-3,0 0 2,0-2 10,0 0-12,-2 0-15,-1 0 14,1-2 1,-1-2-16,0-1-12,2-4 12,-1-3-25,1-2-35,1-1-40,0-5 6,0-3-14,0-2-18,0-4-21,0-3-38,3-3-107,2-1-105,2-1-178,-2-4 35,6-11-269</inkml:trace>
          <inkml:trace contextRef="#ctx0" brushRef="#br0" timeOffset="108819.5189">14184 2951 1307,'0'0'1325,"0"0"-1077,0 0-158,0 0-90,0 0-7,0 0 7,0 0 32,0 0 13,0 0 38,0 0 20,104-17-11,-58 17-31,4 5-14,1 3-47,5 1 0,0 0-35,3 0 7,1-2 2,-3 2-60,0-3-67,-3-1-65,0 0-43,-7-3-134,-10-1-267,7-1-149</inkml:trace>
        </inkml:traceGroup>
        <inkml:traceGroup>
          <inkml:annotationXML>
            <emma:emma xmlns:emma="http://www.w3.org/2003/04/emma" version="1.0">
              <emma:interpretation id="{898C9F47-811D-45BB-BD33-D7AE3E623592}" emma:medium="tactile" emma:mode="ink">
                <msink:context xmlns:msink="http://schemas.microsoft.com/ink/2010/main" type="inkWord" rotatedBoundingBox="21017,14758 24648,15071 24514,16623 20883,16310"/>
              </emma:interpretation>
              <emma:one-of disjunction-type="recognition" id="oneOf14">
                <emma:interpretation id="interp70" emma:lang="en-US" emma:confidence="0.5">
                  <emma:literal>towline</emma:literal>
                </emma:interpretation>
                <emma:interpretation id="interp71" emma:lang="en-US" emma:confidence="0">
                  <emma:literal>topline</emma:literal>
                </emma:interpretation>
                <emma:interpretation id="interp72" emma:lang="en-US" emma:confidence="0">
                  <emma:literal>Hotline</emma:literal>
                </emma:interpretation>
                <emma:interpretation id="interp73" emma:lang="en-US" emma:confidence="0">
                  <emma:literal>Nordine</emma:literal>
                </emma:interpretation>
                <emma:interpretation id="interp74" emma:lang="en-US" emma:confidence="0">
                  <emma:literal>toddling</emma:literal>
                </emma:interpretation>
              </emma:one-of>
            </emma:emma>
          </inkml:annotationXML>
          <inkml:trace contextRef="#ctx0" brushRef="#br0" timeOffset="110282.9064">16336 2703 957,'0'0'1987,"0"0"-1737,0 0-212,0 0-38,0 0-67,0 0 25,0 0 42,0 0 41,0 0 42,97 2-80,-55-5 10,2-1-13,2-1 0,0 0-13,-2 1-54,-3 0 42,-5 1 12,-6 0-32,-4 2-13,-7 1 26,-4 0 32,-7 0-16,-3 0 3,-2 0 13,-3 4 36,0 2 31,-2 3 7,-4 1-23,-4 3-3,-3 1-13,0 1 9,-1-1-9,1 0 16,-1 0 10,3 0-7,0 0 3,2-1-7,4 1-24,2 0-23,3 1 0,0 0 13,3 2-15,9 0 0,1-1 11,5 0-9,2-2-1,2-1-2,2-3-2,0-1 2,1-4 2,0-4 0,0-1-1,-2 0 15,0-4-14,-1-3-1,-2-5 1,-1-1 11,-5-3 16,1-2-27,-4-2 14,-2-2 9,-4 1-25,-3-1-22,-2-3-32,0 1 4,-7-2 9,-3-2-67,-4-1 16,-2 0-35,-3 1-49,-1-2-96,-3 3-73,0 5-154,0 4-109,2 9 45,-2 7 35</inkml:trace>
          <inkml:trace contextRef="#ctx0" brushRef="#br0" timeOffset="109793.703">16571 2390 2940,'0'0'584,"0"0"-486,0 0-54,0 0 7,0 0 28,0 0-7,0 0-22,0 0-18,0 0 27,-28 87-34,25-56 8,0 2 42,1 1-29,1-1-46,-1 1-3,1 1 3,-2 1 3,-2 0-3,-1 0-22,1 0 22,-2-3 0,1-1-44,0-1-32,0-1 13,0-3-3,1-3-78,-1 0-24,2-4 19,1-4-16,1-5-85,-1-4-97,3-5-34,0-2-158,0 0-7,0-8-187</inkml:trace>
          <inkml:trace contextRef="#ctx0" brushRef="#br0" timeOffset="110837.5671">17283 2567 280,'0'0'124,"0"0"-111,0 0 157,0 0 189,0 0-63,0 0 29,0 0-25,0 0-18,79-36-4,-62 34-52,1-3-20,2 3 16,0-1-15,-1 2-57,2 1-36,-1 0 32,-2 3-26,1 3-67,-6 2-28,2 2 23,-4 2-14,-3 1-34,-2 2 2,-6 2 20,0 2 9,-6 1-31,-5 0-9,-5 3 9,-2 1 0,-2 0-13,-2-1 13,0 0 10,-6 0 9,2-1-19,0-1 0,-1-2 3,4-2 39,1-3-42,1-1 2,5-3 1,3-2 25,3-2-28,4-2-30,1-1 30,5-2 0,0 0-52,0 1-38,9-1 90,4 0 0,5 0 12,7 1-10,3-2-2,3 0 0,4 0-6,1-2-25,5-1 31,0-1 2,3-1-2,-1-1-22,1 3-3,-5-1-35,-2 0-155,-4 1-93,-4 3-2,-2 0-57,-4 0-99,-9 0-180,4 0-139</inkml:trace>
          <inkml:trace contextRef="#ctx0" brushRef="#br0" timeOffset="112597.4492">18280 2420 691,'0'0'2170,"0"0"-1875,0 0-263,0 0-32,0 0-70,0 0 22,0 0 22,0 0 26,0 0 108,0 0-28,2 78-26,1-47-12,-1 2-1,-2 0-38,0 3-2,0 0 0,-2 0-1,-6 3 2,-1 0-2,-2-1 1,1 2 11,-2-2 4,2-1-16,2-2-22,0-3 9,3-3-19,-1-1 10,5-4-26,1-4 13,0 0-3,7-4-20,1-2-3,5-4 4,5-2 9,1-5-13,2-2-26,5-1 6,1-1-12,6-5-10,-1-6-4,4 1 7,-1-5 3,0 0-43,-1-4-2,-1 1-31,-3-2 34,0-1 48,-5 1 35,-2-1 30,-1-2 11,-5 0 15,0-2 26,-3 1 7,-2 2 2,-3 0 4,-3 7 43,-2 2 74,-2 6 9,-2 2 24,0 4-8,0 2 9,0 0 1,-5 4-50,1 5-125,-3 4-16,-1 2 0,-3 5 23,2 0 28,1 1 10,-1 0-13,6-1-48,0-1-19,3 1 19,0-2 0,0-2 0,6 0-26,3-3 26,1-2 0,1-1-3,4-4 3,-1-2 11,0-2-2,3-2-9,0 0-12,-1-4 8,2-3 2,1-3-17,-2-2-13,3-1 32,0-3 0,-1-2 0,1 2 1,-1-4 53,1 1 4,0 2-23,1 1-3,-3 1 35,3 5-22,-7 1-45,0 5 0,-3 3 16,-3 1-10,-2 1 10,0 8-6,-4 2 95,1 4 19,-1 2-80,-2 1-28,0 0 57,0 0 9,0-2-48,0-1-33,0-4 34,0 0-29,1-4-6,2-1-41,0-2 41,5-3 0,1-1-9,2 0 9,0-4 6,6-5-6,1-3-44,2-3-35,0 0 25,0-3-6,0 1-32,-1-1 10,-1 1 66,-1 3 16,-4 1-29,-1 4-3,-3 1 29,-1 4 1,-3 2-40,2 2-2,-4 0 44,0 1 20,-1 5-20,0 3 2,1 3 43,-3 1 5,3 0-50,0 1 0,-1-3 0,2 2 21,2-2-21,-1 0 0,3-1 0,0-1 25,2-1-25,2 0-6,0-4 6,3 0 35,1-4-35,1 0-1,0 0 1,1-5 34,1-3-34,0-1 0,-1-2 1,0 1 31,0-1-16,-1-2 3,-2-2 12,1 0 23,-3 0-19,0-2-13,0 0 26,-2-2-14,1 1 13,-2-3-43,-1-1-3,-1-1-1,2 1-2,-4 3-14,-2 4-12,-4 4 28,0 5 11,0 2 8,-4 1-19,-5 3-25,-5 0-45,-3 0-9,-3 4-3,-3 5 37,1 3 30,-1 2 15,1 1 1,2 2 30,3 1 1,3 3-31,3 1 0,4 0 1,3-2-2,4 1 0,0-1-15,5 0 12,6-1 3,4-1-3,1-3 3,7-1 0,0-1-12,2-3-8,0-2-2,0-1 9,1-2-6,0-1-16,-1-3-25,-6-1-29,1 0-49,0 0-77,-7-3-129,-2-3-106,-2-2-181,-5 4-164,-4-11 143</inkml:trace>
          <inkml:trace contextRef="#ctx0" brushRef="#br0" timeOffset="112804.7719">18842 2720 2854,'0'0'1091,"0"0"-929,0 0-162,-78 6-85,72-6-34,6 1-45,0 1 34,9 3 45,4 1-20,7 0-19,-1-2-193,-4-1-454,2-3-751</inkml:trace>
          <inkml:trace contextRef="#ctx0" brushRef="#br0" timeOffset="114199.9336">18051 2203 274,'0'0'776,"0"0"-424,0 0-235,0 0-75,0 0 10,0 0 16,0 0 49,0 0 7,0 0-50,0 0 20,0 0 17,-73-53 12,64 48 0,-1 0-17,-3-2-28,0 2 2,-3-3-35,-1 1-6,-4 0 25,0-1 20,-2 1-71,-2-1-10,-1 2 35,-2 1 4,0-1-23,-1 2 10,1 3 16,-1 0 15,-1 1-60,-1 0-27,0 1 27,0 4 10,4 2-10,1 0 0,1 3 12,2-2 33,2 4-45,3 0 2,0 2 46,3 1-35,-1 3-13,3 3-22,-1 1 22,2 2 0,2 2-13,-2 0-10,3 1 23,-2 1 0,2 1-3,-2 0 3,1 2 16,0 1 12,0 1-27,1 0-1,1 2 45,1-2-7,1 2-35,2-2 26,-2 0 31,0-1-25,3-1-24,-1-3-9,1 0 21,0-2 5,2 1-25,1 0-2,0 1 36,0-1 1,3 1-38,2 0-34,1-2 34,4 1 0,0-3-3,-1 0-29,4-2 32,-1-1 0,2-1-3,2-2-35,-1 0 27,4-1 9,-1-1-21,2-1-22,-1-1 26,1-1 16,-3 0-26,3-3 1,0 0 28,1 0 16,2-3-16,0-1-19,2-4 7,0-1 11,1-1-33,3 0-24,-2-6 7,1-3 19,0-2 10,-2-1-9,2-2 31,-5-2 13,1-2 12,-1-1 7,0-3 4,-1-2 18,1-1-6,-1-4-1,-2 0-5,-1-3 2,-1-4 4,-2-2-13,1 0-10,-3-2 13,-2-1-13,-1 1-25,-3 0-3,1-1 3,-6 0 1,-1-2 1,-2-1 0,0-1 10,-1 0 10,-6-1-9,0-1 6,-2 1 0,-3 0 3,0-1-22,-2 4-2,-4-3-1,-2 3 1,-1 0-27,-4 1-15,-1 0 41,-2 1 1,-3 4-27,-3 0-6,0 2 33,-4 2-33,1 4 1,-2 4-8,2 7 23,-2 4-25,4 8 18,0 6-28,5 2 0,1 9-13,2 6-29,2 5-48,1 6-81,4 7-179,4-8-215,-4 18-97</inkml:trace>
        </inkml:traceGroup>
      </inkml:traceGroup>
    </inkml:traceGroup>
  </inkml:traceGroup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</inkml:channelProperties>
      </inkml:inkSource>
      <inkml:timestamp xml:id="ts0" timeString="2024-03-15T15:02:25.951"/>
    </inkml:context>
    <inkml:brush xml:id="br0">
      <inkml:brushProperty name="width" value="0.14" units="cm"/>
      <inkml:brushProperty name="height" value="0.14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4BBD2A4C-B709-4121-8692-365911741100}" emma:medium="tactile" emma:mode="ink">
          <msink:context xmlns:msink="http://schemas.microsoft.com/ink/2010/main" type="writingRegion" rotatedBoundingBox="6845,8550 25774,10154 25353,15118 6424,13513"/>
        </emma:interpretation>
      </emma:emma>
    </inkml:annotationXML>
    <inkml:traceGroup>
      <inkml:annotationXML>
        <emma:emma xmlns:emma="http://www.w3.org/2003/04/emma" version="1.0">
          <emma:interpretation id="{E6C3E2FD-799F-4C8C-96B3-B1F233A4B07A}" emma:medium="tactile" emma:mode="ink">
            <msink:context xmlns:msink="http://schemas.microsoft.com/ink/2010/main" type="paragraph" rotatedBoundingBox="7056,7864 17479,10853 17048,12355 6625,9366" alignmentLevel="1"/>
          </emma:interpretation>
        </emma:emma>
      </inkml:annotationXML>
      <inkml:traceGroup>
        <inkml:annotationXML>
          <emma:emma xmlns:emma="http://www.w3.org/2003/04/emma" version="1.0">
            <emma:interpretation id="{BD73959C-A9B1-4AEA-8608-E52DE5B3245F}" emma:medium="tactile" emma:mode="ink">
              <msink:context xmlns:msink="http://schemas.microsoft.com/ink/2010/main" type="inkBullet" rotatedBoundingBox="6908,8381 7918,8671 7802,9075 6792,8785"/>
            </emma:interpretation>
            <emma:one-of disjunction-type="recognition" id="oneOf0">
              <emma:interpretation id="interp0" emma:lang="en-US" emma:confidence="0">
                <emma:literal>↳</emma:literal>
              </emma:interpretation>
            </emma:one-of>
          </emma:emma>
        </inkml:annotationXML>
        <inkml:trace contextRef="#ctx0" brushRef="#br0">2276-4343 303,'0'0'124,"0"0"-111,0 0 170,0 0-14,0 0 40,0 0-49,0 0-50,0 0-32,0 0 14,-31-67 21,31 61-25,0-1 29,0 2 10,0-1-17,0 1 1,0 1-24,0 1-6,0-1-13,1 3-6,-1 0-1,4-2-13,3 2 4,2-2 0,10 1 48,4-1-65,4 1-35,1 0-676,3 2 423,1 0 179,10 2 74,1 1 16,10 3 26,2 0 7,0-1-23,1 2-10,0-2 36,-1 0-13,-4-1-10,-3 0-16,-3-3 3,-5 0-15,-4-1 12,-4 0-12,-7 0 12,-5 0 0,-6-2 4,-5 0 12,-2-2 16,-1 3 20,-3-3-10,-3 2-26,1-1-22,-1 1-7,0 0-33,0 1 4,0 0 6,0 1-28,0 0-128,0 1-214,-3 2-33,-8 3-171</inkml:trace>
        <inkml:trace contextRef="#ctx0" brushRef="#br0" timeOffset="313.4149">2345-4244 359,'0'0'593,"0"0"-414,0 0-58,0 0 6,0 0-20,0 0-52,0 0-29,0 0 36,0 0 16,0 0-64,0 0-14,97-33 0,-58 25 1,4 2 25,7-1-13,5 1 10,4-2 19,2 3 10,2 1-52,1 0-6,-2 3-40,-3 1 4,-2 0-29,-5 5-37,-4 6 30,-8 3-13,-4 4-36,-11-4-81,-2 13-376</inkml:trace>
      </inkml:traceGroup>
      <inkml:traceGroup>
        <inkml:annotationXML>
          <emma:emma xmlns:emma="http://www.w3.org/2003/04/emma" version="1.0">
            <emma:interpretation id="{74DB0AD9-9925-404C-A462-904F448CD96A}" emma:medium="tactile" emma:mode="ink">
              <msink:context xmlns:msink="http://schemas.microsoft.com/ink/2010/main" type="line" rotatedBoundingBox="14215,9917 17479,10853 17048,12355 13784,11419"/>
            </emma:interpretation>
          </emma:emma>
        </inkml:annotationXML>
        <inkml:traceGroup>
          <inkml:annotationXML>
            <emma:emma xmlns:emma="http://www.w3.org/2003/04/emma" version="1.0">
              <emma:interpretation id="{008E7CFB-DB88-406A-A6A9-AC6132F72A09}" emma:medium="tactile" emma:mode="ink">
                <msink:context xmlns:msink="http://schemas.microsoft.com/ink/2010/main" type="inkWord" rotatedBoundingBox="14059,10221 17477,10850 17213,12284 13795,11655"/>
              </emma:interpretation>
              <emma:one-of disjunction-type="recognition" id="oneOf1">
                <emma:interpretation id="interp1" emma:lang="en-US" emma:confidence="0.5">
                  <emma:literal>I</emma:literal>
                </emma:interpretation>
                <emma:interpretation id="interp2" emma:lang="en-US" emma:confidence="0.5">
                  <emma:literal>- =</emma:literal>
                </emma:interpretation>
                <emma:interpretation id="interp3" emma:lang="en-US" emma:confidence="0">
                  <emma:literal>- j</emma:literal>
                </emma:interpretation>
                <emma:interpretation id="interp4" emma:lang="en-US" emma:confidence="0">
                  <emma:literal>i</emma:literal>
                </emma:interpretation>
                <emma:interpretation id="interp5" emma:lang="en-US" emma:confidence="0">
                  <emma:literal>#</emma:literal>
                </emma:interpretation>
              </emma:one-of>
            </emma:emma>
          </inkml:annotationXML>
          <inkml:trace contextRef="#ctx0" brushRef="#br0" timeOffset="-7628.4702">11471-999 942,'0'0'1029,"0"0"-853,0 0-147,0 0-29,0 0-59,0 0-181,0 0 240,0 0 20,0 0 61,99 8-13,-49-8-13,4-1-32,4-5-23,2 0 0,1 0-29,-4 0-72,-1 3-45,-5 0-101,-5 3-62,-14 0-33,5 0-212</inkml:trace>
          <inkml:trace contextRef="#ctx0" brushRef="#br0" timeOffset="-7896.4539">11675-1210 450,'0'0'831,"0"0"-613,0 0-143,0 0-7,0 0-9,0 0-59,0 0-13,0 0-85,0 0 56,0 0 42,0 0 72,61-23-14,-24 16-3,5-1 7,8-2-29,3 0-32,4 0 12,2-2 35,0 1 30,-1-1-78,-3 5-16,-6-1-23,-5 5 3,-5 3-9,-6 0-10,-7 0 6,-6 7-36,-6 0-103,-9 4-76,-3-3-101,-7 9-114</inkml:trace>
          <inkml:trace contextRef="#ctx0" brushRef="#br0" timeOffset="-8834.4484">12132-1980 228,'0'0'229,"0"0"312,0 0-398,0 0-115,0 0-28,0 0-16,0 0 16,0 0 0,0 0 26,0 0 3,0 0 4,4 2-10,-4-2-23,5 0 2,3 0-2,3 0 205,7 0 104,5-2-66,7-5-113,2-6-33,6-3-32,2-3-23,5-3-13,0 1 4,2-2-16,-1 0-17,2 3-2,-4-1 2,1 3-3,-6 5-56,-4 1 14,-4 5 13,-3 2-7,-5 1-36,-6 2-38,-1 2-1,-6 0-126,-3 3-66,0 5 6,-2-3-97,-5 8-180</inkml:trace>
          <inkml:trace contextRef="#ctx0" brushRef="#br0" timeOffset="-10346.6022">9349-2167 391,'0'0'229,"0"0"-31,0 0-97,0 0-48,0 0 35,0 0-4,0 0-15,0 0-4,0 0-3,0 0 13,-6-16 25,6 16-12,0 0-36,0 0-52,0 0-13,0 0-29,0 0-10,0 0 10,3 0 42,3 0 45,4 0 76,6 4-37,4-3-16,4 0-22,4-1 9,9-1 10,2-8 32,6-4-35,7-3-46,3-6-14,2-2 31,1-1-33,5-3-11,-1 2-86,0 0-147,-1 2-94,-16 7-128,9-6-228</inkml:trace>
          <inkml:trace contextRef="#ctx0" brushRef="#br0" timeOffset="-9822.7864">10639-1848 1099,'0'0'342,"0"0"-235,0 0 20,0 0 32,0 0-32,0 0-95,0 0 7,0 0 10,0 0-30,0 0-16,0 0 62,22-47 0,2 30-33,5-2-28,8-1 28,1-3 4,4-3-23,4-2-11,0-2 27,4-1 3,-2-1-19,2 0-10,-2 2 15,-5 3-18,-4 4-46,-3 2-18,-7 7 2,-4 2-3,-7 5-9,-5 2-33,-2 3-17,-5 2-103,-3 0-193,-3 7 72,0-1 38,-6 8-289</inkml:trace>
        </inkml:traceGroup>
      </inkml:traceGroup>
    </inkml:traceGroup>
    <inkml:traceGroup>
      <inkml:annotationXML>
        <emma:emma xmlns:emma="http://www.w3.org/2003/04/emma" version="1.0">
          <emma:interpretation id="{C3595EF9-CB2F-4199-87AC-93A9B2F9076C}" emma:medium="tactile" emma:mode="ink">
            <msink:context xmlns:msink="http://schemas.microsoft.com/ink/2010/main" type="paragraph" rotatedBoundingBox="10495,11530 25549,12806 25353,15118 10299,13842" alignmentLevel="2"/>
          </emma:interpretation>
        </emma:emma>
      </inkml:annotationXML>
      <inkml:traceGroup>
        <inkml:annotationXML>
          <emma:emma xmlns:emma="http://www.w3.org/2003/04/emma" version="1.0">
            <emma:interpretation id="{21881AF4-941C-4462-B4C8-730E5E1580E6}" emma:medium="tactile" emma:mode="ink">
              <msink:context xmlns:msink="http://schemas.microsoft.com/ink/2010/main" type="inkBullet" rotatedBoundingBox="10495,11530 10511,11532 10510,11545 10494,11543"/>
            </emma:interpretation>
            <emma:one-of disjunction-type="recognition" id="oneOf2">
              <emma:interpretation id="interp6" emma:lang="en-US" emma:confidence="0">
                <emma:literal>•</emma:literal>
              </emma:interpretation>
            </emma:one-of>
          </emma:emma>
        </inkml:annotationXML>
        <inkml:trace contextRef="#ctx0" brushRef="#br0" timeOffset="24755.9616">5916-1538 212,'0'0'101,"0"0"43,0 0 19,0 0-36,0 0-49,0 0-23,0 0-12,0 0 19,0 0-17,0 0-41,0-2-3,0 2 15,0 0 22,0 0-38,0 0-26,0 0 23,0 0-1,0 0-15,0 0-4,0 0 21,0 0-1,0 0-24,0 0 8,0 0 18,0 0 1,0 0-16,0 0-7,0 0 21,0 0-1,0 0-10,0 0 11,0 0 2,0 0 2,0 0-2,0 0-13,0 0 12,0 0 1,0 0-13,0 0-3,0 0 15,0 0 1,0 0-3,0 0-17,0 0 17,0 0-1,0 0-12,0 0-3,0 0-4,0 0-7,0 0 30,0 1-1,0 0-18,0 1-33,0-2-56,0 2-3,0 0 43,0-2 32,0 1 10,0 0-7,0 0-48,0 1-86</inkml:trace>
      </inkml:traceGroup>
      <inkml:traceGroup>
        <inkml:annotationXML>
          <emma:emma xmlns:emma="http://www.w3.org/2003/04/emma" version="1.0">
            <emma:interpretation id="{AB34D223-FFD8-4780-BDD2-C56034E8192F}" emma:medium="tactile" emma:mode="ink">
              <msink:context xmlns:msink="http://schemas.microsoft.com/ink/2010/main" type="line" rotatedBoundingBox="10522,11591 25544,12864 25418,14351 10396,13078"/>
            </emma:interpretation>
          </emma:emma>
        </inkml:annotationXML>
        <inkml:traceGroup>
          <inkml:annotationXML>
            <emma:emma xmlns:emma="http://www.w3.org/2003/04/emma" version="1.0">
              <emma:interpretation id="{E47F063B-A9DB-46C7-A3E0-3F5300A70E17}" emma:medium="tactile" emma:mode="ink">
                <msink:context xmlns:msink="http://schemas.microsoft.com/ink/2010/main" type="inkWord" rotatedBoundingBox="10505,11791 12576,11736 12579,11831 10508,11885"/>
              </emma:interpretation>
              <emma:one-of disjunction-type="recognition" id="oneOf3">
                <emma:interpretation id="interp7" emma:lang="en-US" emma:confidence="0.5">
                  <emma:literal>-</emma:literal>
                </emma:interpretation>
                <emma:interpretation id="interp8" emma:lang="en-US" emma:confidence="0">
                  <emma:literal>m</emma:literal>
                </emma:interpretation>
                <emma:interpretation id="interp9" emma:lang="en-US" emma:confidence="0">
                  <emma:literal>r</emma:literal>
                </emma:interpretation>
                <emma:interpretation id="interp10" emma:lang="en-US" emma:confidence="0">
                  <emma:literal>F</emma:literal>
                </emma:interpretation>
                <emma:interpretation id="interp11" emma:lang="en-US" emma:confidence="0">
                  <emma:literal>a</emma:literal>
                </emma:interpretation>
              </emma:one-of>
            </emma:emma>
          </inkml:annotationXML>
          <inkml:trace contextRef="#ctx0" brushRef="#br0" timeOffset="-49411.7578">5960-1188 65,'0'0'59,"0"0"-4,0 0 30,0 0-29,0 0-27,0 0 271,0 0-23,0 0-153,0 0-20,-28-45 13,25 40 40,0 1 12,2-1 0,-2 0 0,0-1 9,2 1-19,-1 0-23,1 1-4,-2 0-41,3 2-20,0 0-20,0 1 1,0 1-11,0 0-28,0 0-9,0 0 18,0 0-6,0 0-16,4 0 19,2 0 26,1 0 7,2 3-33,2-1 3,3 1 10,3 1 7,0 0-39,3-1 0,3 1 3,2-2 11,2 2-14,4-4-1,3 1 1,0-1 9,4 0-9,1 0 0,2 0 4,2-2 11,-1-3-15,-1 1-12,4 1 12,-2-1 0,0-1-7,-4 2-18,2-1 25,-1 2 6,-3 1-6,-2-2-35,0 2 35,-4 1 3,1-2-3,-2 2-16,-1-1 16,-1 0 16,-1 1-16,-1 0-22,-3-2 22,2 1 9,-3 1-9,3 0-6,-3 0 6,1 0 0,0 0 0,0 0-6,-1 0 6,1 0 0,-2 0 0,2 0 0,-3 0 0,3 0 0,-3-3 0,1 2 0,0-1 0,-1-1 9,1 1-9,0-2-3,-1 1 3,-1 0 0,0 2 0,-2 0-10,1 0 10,-1 0 4,-1-1-4,1 2-21,-3 0 21,2 0 7,-1 0-7,0 0-23,-2 0 23,3 2 27,-3-1-27,0 0-27,-1 0 27,-1-1 24,1 1-24,-4 1-22,3-1 22,-3 0 13,1 1-13,-2-2-18,0 1 18,1 0 20,-1 1-20,-2-1-19,1-1 19,-1 1 3,-1 1-3,0-2-3,3 1 0,-4-1 2,2 1-1,-3-1-11,4 0 10,-3 1 3,0-1 0,-1 0-4,2 0-15,-3 0 16,1 0-20,-2 0-9,0 0-6,0 0 9,0 0 6,0 0-6,0 0 1,0 0 8,0 0-6,0 0-22,0 0-20,0 0-9,0 0-13,0 0-33,0 0-85,0 0-71,0 0-62,-2 0-17,-5 0-265,16 0 96</inkml:trace>
          <inkml:trace contextRef="#ctx0" brushRef="#br0" timeOffset="-48427.2486">7984-1286 10,'0'0'358,"0"0"-354,0 0 563,0 0-280,0 0-144,0 0-65,0 0-29,0 0 19,0 0 30,0 0 3,0 0-7,0 0-20,0 0-28,0 0-46,0 0 0,0 0 3,0-2-3,-1-4-276,-3 1-232,-11-4-687,35 31 1195</inkml:trace>
        </inkml:traceGroup>
        <inkml:traceGroup>
          <inkml:annotationXML>
            <emma:emma xmlns:emma="http://www.w3.org/2003/04/emma" version="1.0">
              <emma:interpretation id="{AA4A2E47-89DC-46D1-986E-9B087FD88EE3}" emma:medium="tactile" emma:mode="ink">
                <msink:context xmlns:msink="http://schemas.microsoft.com/ink/2010/main" type="inkWord" rotatedBoundingBox="15747,12373 20320,12318 20337,13688 15764,13743">
                  <msink:destinationLink direction="with" ref="{0983CF40-58DC-4B07-8C1C-1D45F13C1F36}"/>
                </msink:context>
              </emma:interpretation>
              <emma:one-of disjunction-type="recognition" id="oneOf4">
                <emma:interpretation id="interp12" emma:lang="en-US" emma:confidence="0.5">
                  <emma:literal>2564162</emma:literal>
                </emma:interpretation>
                <emma:interpretation id="interp13" emma:lang="en-US" emma:confidence="0">
                  <emma:literal>216*</emma:literal>
                </emma:interpretation>
                <emma:interpretation id="interp14" emma:lang="en-US" emma:confidence="0">
                  <emma:literal>2-16*</emma:literal>
                </emma:interpretation>
                <emma:interpretation id="interp15" emma:lang="en-US" emma:confidence="0">
                  <emma:literal>2536+162</emma:literal>
                </emma:interpretation>
                <emma:interpretation id="interp16" emma:lang="en-US" emma:confidence="0">
                  <emma:literal>256+162</emma:literal>
                </emma:interpretation>
              </emma:one-of>
            </emma:emma>
          </inkml:annotationXML>
          <inkml:trace contextRef="#ctx0" brushRef="#br0" timeOffset="-43852.2432">14310-291 2149,'0'0'614,"0"0"-611,0 0-2,0 0-1,0 0 183,-18 71-10,18-44-58,0 4 3,0 1 13,0 3-27,-1 2-56,-2 3 18,0 2-15,-1 1-23,0 3-25,-2-2 10,1 0 12,0-3-25,-2-2-10,2-4-25,2-6-12,3-3-35,0-8-26,0-4-32,0-7-61,5-3-77,2-2-51,4-2-20,1-9-235,-1 0 21</inkml:trace>
          <inkml:trace contextRef="#ctx0" brushRef="#br0" timeOffset="-43464.8834">14800-195 1406,'0'0'1474,"0"0"-1266,0 0-121,0 0 24,0 0 58,0 0-1,0 0-95,0 0-32,0 0 12,-51 68 20,41-45-4,-1 5-13,-2 4-18,-2 4-9,0 3-16,-2 3 2,0 2 23,3 0-1,1-2-35,3 0-1,4-3 31,3 0-29,3-3 9,0-4-9,7-2 13,5-6-16,4-2-28,1-7 3,3-1 25,2-5 0,1-5-10,0-3-6,1-1 16,-1-3 19,2-6-19,-5-4 0,2-1 6,-4-2 9,-3-4-15,-5 2-6,-1 0 6,-7 2 0,-2-1-70,-4 0-44,-9 2 17,-3-1-51,-7 4-77,-7 4-39,-6 5 18,-8 3-60,-4 9-46,-7 9 103,-5 4 126,-4 5-17,-2 1-214,13-6-158</inkml:trace>
          <inkml:trace contextRef="#ctx0" brushRef="#br0" timeOffset="-18020.3613">13374 258 843,'0'0'1287,"0"0"-1108,0 0-92,0 0-38,0 0-33,-79-21 19,62 18 10,-3 1-32,-3 0-13,-5 2 0,-3 0 37,-5 0 11,-3 4-22,-6 4-24,-1 1 63,-5 3 2,-1-1-22,-5 3-29,-2 2 45,-6 0-61,-6 2-12,-1 0 12,-4-1 12,-3 0 15,0-3-27,0-1-12,0-2 12,1 1 0,-1-3-38,-2 0 6,4-3 19,2-1 13,3-1-23,8-2 4,4-1 19,8-1-2,6 0 2,8 0-42,8 2 23,6-2-36,7 1-42,5-1-64,7 0-50,5 0-74,0 0-144,2 0 6,9-9-164</inkml:trace>
          <inkml:trace contextRef="#ctx0" brushRef="#br0" timeOffset="-16373.5497">12379-493 101,'0'0'108,"0"0"-14,0 0-9,0 0-23,0 0-26,0 0 375,0 0-252,0 0-67,0 0-27,-2-72 0,2 64 3,0 1 1,0-1 48,0 0-10,0 0-19,0-1 13,0 2 2,0-1 18,0-1-60,6 1-32,0-1 10,1 0 7,2-1-27,3 2-16,2-2 33,3 2 6,0 2-26,6 1 7,0 2 9,0 1 1,3 2-33,-1 0 0,1 7-3,-3 4-13,-2 4-10,-1 3 7,-1 4-7,-6 2 7,-3 4-4,-6 2-19,-2 1 13,-2 0 6,-8 2-19,-6-1-36,-1-1-10,-4-1 24,-1-4 8,-3-2 17,2-3 26,-2-4 13,3-3 23,1-3-23,-1-1 16,4-4 23,1-3-6,1 1 15,3-2-2,4-2 12,2 0 10,1 0-29,3 0-3,-1 0 9,2 0-38,0 0-7,0-2-46,6-2-22,4 1 20,7-3 9,2 0-3,9 2-10,3 3 3,7 1-19,6 0 68,4 6-16,7 2 3,2 2 12,5 1-22,3 1-13,2-3-143,-1 2-156,-17-5-128,17 2-303</inkml:trace>
          <inkml:trace contextRef="#ctx0" brushRef="#br0" timeOffset="-14951.1453">15130-24 696,'0'0'1275,"0"0"-1073,0 0-173,0 0-28,0 0 12,0 0 45,0 0-26,0 0-19,-90 9-9,70 0 22,-4 2 45,-2 3-7,-5 3-9,-4 4-27,-6 3-28,-5 4-26,-9 5 7,-5 3 3,-8 2-16,-5 2-7,-5 2 6,-2-2-9,2 0-16,2-2-20,4-3 17,7-5 25,8-5-12,6-4-21,14-7-15,6-5-140,11-4-95,7-5-147,10-2-225</inkml:trace>
          <inkml:trace contextRef="#ctx0" brushRef="#br0" timeOffset="-13967.2856">15179-508 293,'0'0'320,"0"0"244,0 0-369,0 0-142,0 0-50,0 0-2,0 0 15,0 0-15,0 0 0,0 0 54,47-34-3,-25 30-22,1 1 15,4 0 14,2 3-1,-3 0-25,1 0 3,-1 3 3,-4 2 25,-2 1-61,-3 3-2,-6 1 24,-3 3 4,-5 4 26,-3 1 7,-6 5 15,-8 3-21,-8 4-56,-6 0 1,-3 1 5,0 0 19,-3 0-25,3-4 0,0-2 35,4-5 21,3-2-1,5-4 12,5-3 11,3-4-23,5-1-55,6-4-35,3 1 35,12-2 0,9 0 23,12 0 35,9-1 13,7 0-55,7-5-16,3 0-84,2-1-38,-2 3-4,-3 2-94,-3 1-212,-17 0-177</inkml:trace>
          <inkml:trace contextRef="#ctx0" brushRef="#br0" timeOffset="-45635.371">11285-127 42,'0'0'137,"0"0"-39,0 0-52,0 0-1,0 0 467,0 0-261,0 0-137,0 0-32,0 0 22,0 0 39,0 0 59,-6-49-1,6 39-62,0 4-3,0-1-19,3-1-36,1 0-17,3 0-12,2 1-33,5 0-19,0 2-1,4 0-2,2 3-26,4 0-10,1 2 39,3 0 0,2 7 0,0 4 4,-2 3 28,0 4-30,-3 3 34,-5 3-24,-3 5-12,-6 0 2,-6 4-4,-5 5-32,-7 2-21,-9 2-3,-8 1-36,-4 0-42,-6-3 36,-2-4 38,-2 0 26,-1-5 17,0-3 19,3-4 13,-1-4 6,1-4-15,6-3 12,5-3 29,3-3-3,8-5-16,7 1 17,3-3 54,4 0 52,0 0-149,10-3-78,5-2 78,8-2 1,5 0-1,6-1-32,5 2 6,3-1 13,4 5-7,1-1-15,4 3 34,0 0-2,-1 0-74,1 0-115,-5 0-139,-13 0-92,12 0-180</inkml:trace>
          <inkml:trace contextRef="#ctx0" brushRef="#br0" timeOffset="-45245.5398">12295-122 1304,'0'0'822,"0"0"-608,0 0-185,0 0-27,0 0 21,0 0 61,0 0 48,0 0-122,0 0-10,0 0-3,0 0-17,-84-5-25,67 23-13,1 4 46,-1 0 11,3 5-14,-4-2-23,7 1 38,0-2 17,2 2-17,4-4-39,2 1 16,3-4 10,3 1-19,6-2 32,5-2 29,5 0 16,1-1 23,5-1-23,1-3 4,2 0-4,0-1-3,0 0-13,-1-2 13,-3-1 0,-1-1-25,-4 3-17,-5-3-26,-2-1 26,-4 2 0,-3-4 0,-4 4 0,-1-1 0,-3 2 55,-11 2-55,-3 3-55,-8 0-71,-2-1-13,-5-1-25,-3-2-89,-1-4-124,0-1 42,7-2-66,-18-2-208</inkml:trace>
          <inkml:trace contextRef="#ctx0" brushRef="#br0" timeOffset="-45054.9743">12129-90 1391,'0'0'766,"0"0"-507,0 0-223,110-23 3,-68 16 71,4 1-98,0 1-12,1 2-35,1 1-13,2-1-1,1 1-113,-1-2-256,-14 1-148,15 0-529</inkml:trace>
          <inkml:trace contextRef="#ctx0" brushRef="#br0" timeOffset="-44668.9226">13052-186 962,'0'0'1100,"0"0"-860,0 0-217,0 0-10,0 0 64,0 0 101,-84 66-7,67-45-68,-2 1 3,3 4 41,-1 1 32,2 3-93,-2 4-25,6 2 8,-1 2 7,2 1-72,3 1-2,2 0 29,5-3 5,0-2-36,3-4-3,9-4 3,4-2 6,1-5-6,6-2-19,2-5 19,2-4 7,0-4-7,3-3-3,-1-2 3,2-6 0,-3-5-4,-1-3-11,-2-3 15,-2-1 0,-5-3-4,-4 1-34,-5-2 19,-5 0-22,-4 1-76,0 1-27,-11 1 29,-5 1-29,-9 2-103,-2 0-5,-6 3-26,-3 5-4,-5 1 38,1 4 82,2 3 162,2 2-13,6 7 6,4 2-35,5 3-7,6 1-81,5-5-173,6 4-202</inkml:trace>
          <inkml:trace contextRef="#ctx0" brushRef="#br0" timeOffset="-44395.8964">13410-68 942,'0'0'1803,"0"0"-1585,0 0-150,0 0 2,0 0-13,0 0-57,0 0-48,0 0 48,0 0 35,85 13 13,-51 0-23,0 5-12,5 1 6,-1 4 7,3 1-26,-2 4 1,-1-2-1,-1 3 0,-1-2-1,-3 0-12,-2-1 10,-3-3-10,-3-3-22,-2-2 0,-3-2-39,-2-4-70,-4-2-110,-4-5-108,-4-1-296,-2-4-104</inkml:trace>
          <inkml:trace contextRef="#ctx0" brushRef="#br0" timeOffset="-44146.8053">13776-73 1284,'0'0'1408,"0"0"-1289,0 0-117,0 0-2,0 0 110,-60 89-14,51-61-29,1 0 13,0 5 19,0 0-35,-2 3-29,0 4 6,-1 2-28,-3 4-13,-3 2-54,-2 1 22,-2 0-35,0-4-73,0-5-24,1-4 36,2-6 28,4-9-68,5-5-45,2-8-92,5-8-130,2 0 28,0-12-225</inkml:trace>
        </inkml:traceGroup>
        <inkml:traceGroup>
          <inkml:annotationXML>
            <emma:emma xmlns:emma="http://www.w3.org/2003/04/emma" version="1.0">
              <emma:interpretation id="{A4AAEA45-8902-41B9-86DD-9CD555A28DB6}" emma:medium="tactile" emma:mode="ink">
                <msink:context xmlns:msink="http://schemas.microsoft.com/ink/2010/main" type="inkWord" rotatedBoundingBox="21734,12635 25536,12957 25445,14027 21643,13705"/>
              </emma:interpretation>
              <emma:one-of disjunction-type="recognition" id="oneOf5">
                <emma:interpretation id="interp17" emma:lang="en-US" emma:confidence="0.5">
                  <emma:literal>Regrades</emma:literal>
                </emma:interpretation>
                <emma:interpretation id="interp18" emma:lang="en-US" emma:confidence="0">
                  <emma:literal>regrade</emma:literal>
                </emma:interpretation>
                <emma:interpretation id="interp19" emma:lang="en-US" emma:confidence="0">
                  <emma:literal>Regrade</emma:literal>
                </emma:interpretation>
                <emma:interpretation id="interp20" emma:lang="en-US" emma:confidence="0">
                  <emma:literal>Regraded</emma:literal>
                </emma:interpretation>
                <emma:interpretation id="interp21" emma:lang="en-US" emma:confidence="0">
                  <emma:literal>rearm</emma:literal>
                </emma:interpretation>
              </emma:one-of>
            </emma:emma>
          </inkml:annotationXML>
          <inkml:trace contextRef="#ctx0" brushRef="#br0" timeOffset="-31259.8798">17117-158 427,'0'0'114,"0"0"1041,0 0-833,0 0-144,0 0-64,0 0-30,0 0 35,0 0 23,0 0-29,0 0-55,0 0-19,9-22-14,-8 22-25,0 1-17,2 6 17,3 6 103,-1 5 54,0 8-7,1 6-77,-2 4-47,-1 5-7,-1 1-16,-2 0-3,0 3 11,0-5-11,0 3-13,0-3 3,-3-2 8,-3-2 2,3-3-16,-1-5 4,1-5 11,0-5-12,0-3 10,2-7-26,-1-2 16,2-4-9,0-2-35,0 0-14,0-1 71,0-8-13,0-6-22,0-6-13,0-8 13,0-4 3,2-2-3,-1 1 9,1-4 26,-2-1 0,1 1-10,-1-3-3,2-2 2,-1 0 10,2 0-18,1 2-22,3 2 28,1 6 12,3 3-35,6 5 7,2 5 29,3 5 17,4 3 16,3 5 34,-1 2 33,6 5-7,-3 0-42,2 5-13,-1 4 13,-2 3-30,-4 5-21,-1 0 0,-6 3 0,-2 1 16,-7 1-16,-4 2-7,-5-1-6,-1 2 1,-11 1-107,-6-1-15,-5 0 31,-3-2 39,-4-3 9,1 0 45,-3-5 10,3-1 3,-1-3-3,3-5 0,2-1 2,3-1 7,2-2-9,6-2 0,1 0 26,6 0 0,1 0-23,4 0 0,1 0 0,0 0-3,0 2-109,6 4 109,5 5 13,1 3 122,3 3-55,3 5-67,0-1 26,4 2 18,1 1-28,2-2-16,3-3 26,0-2 5,1-3-44,1-3-13,0-3 13,0-2 0,-1-2 0,1-4-47,-3 0 32,2-4 13,-1-4-38,0-4-40,0-4-4,1-2 10,-1-1-35,0-2 31,-2-3 49,-4 0 27,0 1-20,-2-1 19,-3 1 3,-3 3 13,0 1-13,-5-1-1,-1 5 1,-2 0 23,-4 1-1,1 3-9,-1-1 7,-2 0 9,0 3 9,0-1-12,-2 0 26,-2 2 28,0 2 29,-4-1 0,0 2-38,-1 1 2,-1 2 10,-3 2-7,2 0-21,-3 0-21,0 5-7,1 4-27,0 1 0,0 4 11,3 2-11,2 1-3,2 2 0,1 1 3,2 3 2,1 1-1,2 0-1,0-1 16,5 0-3,4-3-10,1-1 0,5-1 0,-1-2 10,5-2-13,1-4-6,2 1 3,4-5 3,-1-2-1,6 0-15,-1-4 16,2 0-3,2-4-13,-1-3-19,1-3 13,0 0 2,2-2 1,-3-2-6,0 0 25,1-1 19,-4-1-19,-1 0 2,-1 1 21,-4-1 3,-1 2-26,-3-1 0,-4 2 15,-3 0 4,-5 1-18,-2 1-1,-1 2 35,-5 0 9,0 1-28,0 2 3,-5-1 19,-2 2-4,-2 0-34,-4 2-20,-1 1 20,-5 2 0,0 0-26,-4 0-3,-3 6 29,0 3 6,-2 4-6,0 0 0,0 3 25,3 2 10,2 0-35,4 0 0,5 1 7,2-1-7,8 0-35,2 0-29,2-3 64,3 0 0,7-2 0,3-2-31,4-2 31,0-4 0,4-1 0,0-4-13,3 0 13,0-3 0,1-5-19,-1-3-32,-2-3 49,0 0 2,-1 0-32,-3-1 26,-1-1 6,-3 0 32,-1 2-32,-3 0 0,1 1 25,-5 3 10,0 2-35,-1 3 0,-4 1 6,0 4-2,-1-1-4,0 1-38,0 0 25,2 1-6,-1 7-58,2 6 77,0 4 61,1 4-20,1 4-41,0 1-13,1 0 13,2 1 0,-2 2-6,0 0 6,2 2 3,-3 0 38,-2 1-41,2-1-25,0 2 25,0-3 7,-3 0-7,1-3-16,0-2 16,-1-5 9,-1-1-9,1-6 0,-1-2 1,1-6 31,-1-1-30,1-4 0,-2-1 1,0 0 45,0 0-1,2-1 7,1-7-10,1-3-3,2-6-19,1-4-22,-1 0-1,3-4 1,-1-1 2,1-2-2,0-3-2,1-2 2,0-3 0,0-1-12,4-4-4,0 0 13,3 0-16,-1-2-16,4 2-6,-2 2 19,1 4 6,-2 5-12,-3 7-7,-2 7 10,-3 4-20,-2 4-25,-4 4-67,0 1-16,-3 2-33,0 1-46,0 0-42,0 1-160,-3 8 41,-3 2 54,2-1-81,-8 9-144</inkml:trace>
          <inkml:trace contextRef="#ctx0" brushRef="#br0" timeOffset="-28106.488">18457 753 927,'0'0'563,"0"0"-33,0 0-422,0 0-108,0 0 0,0 0 1,0 0 64,0 0 36,0 0 9,31-68 12,-12 61 27,3 3 34,6 1-6,5 1-33,8 2-26,4 0 25,12 3 0,4 3-48,10 1-41,11 2 28,8 1-13,5 0-48,7 2-20,6 0 1,3-1 20,3-1-22,1 1-31,-1-5 31,-1-1 6,-5-2-6,-3-3-54,-9 0 51,-6-2-28,-11-3-39,-7 2-47,-14-1 16,-11 1-26,-10 0-16,-12 1-11,-9 1 23,-9-2-23,-5 2-56,-2 0-22,-10-2-141,-2 3-118,-18 0-228</inkml:trace>
          <inkml:trace contextRef="#ctx0" brushRef="#br0" timeOffset="-29793.647">19553-208 630,'0'0'1296,"0"0"-832,0 0-296,0 0-121,0 0-46,0 0 1,0 0 76,0 0-8,0 0-70,0 0-9,-2-16-4,2 27 13,0 4 67,0 9 24,0 5 43,0 4-25,-4 5-83,0 0-23,-4 2 54,2 2-9,-3 1-48,-2 2-25,1 0 25,-1-1 0,-1-2-3,2-2-33,-3-3 36,4-3 0,1-7-22,1-6-13,1-6 35,2-6 16,2-4-16,1-3-3,1-2-10,0 0 13,0-9-1,0-5-50,0-6 25,1-7 13,5-4-22,1-3 3,0-2 3,0 2 28,-1-1 0,0-1-2,3-1-13,-1-2 13,3-1-19,1 0-13,3 0 9,2 3 0,1 5 7,2 3 3,2 6 2,0 7 14,1 4 3,2 4 13,1 6 23,-3 2 32,1 0-23,-1 5-10,-3 5-22,-4 4 16,-1 2-31,-7 4 18,-2 2-18,-4 2 20,-2 1-6,-8 1-15,-6 0-32,-3-2-68,-8 0 33,-1-1 3,-4-3 38,-2 0 26,1-5 1,0-2 0,1-3 0,3-2 0,2-2 15,8-1-4,1-1-11,8-1-1,2-1 0,4 1-32,2 1-71,2 2 13,6 6 90,5 2 42,3 4 3,3 1 19,1 2-22,2-2-42,2 2-2,3-2 2,1-1 0,-1-3-45,2-1-32,-1-2-30,1-4-67,-4-4-186,1-4-144,-6 0 49,6-4-152</inkml:trace>
          <inkml:trace contextRef="#ctx0" brushRef="#br0" timeOffset="-29314.3009">20044 12 1529,'0'0'1112,"0"0"-844,0 0-73,0 0-77,0 0-115,0 0 13,0 0-16,0 0-74,0 0 74,0 0 61,0 0 3,-10 79-64,10-53 2,0 0 14,-1 1-7,-5 0-9,1 0 0,-3-1 4,-1 1-4,3-2 0,-2-3 0,-1-1 3,3-6-3,3-2-10,1-5-12,0-4 22,2-3 3,0-1-3,0 0-42,0-1 42,2-7 27,2-6-27,3-5-19,4-6 19,1-2 0,0-2-20,1-2-13,-2-2 33,3 1 38,-2-2-38,2-3-19,0-1 19,3-3 0,-3 1-19,3 0-16,-1 5 3,-1 7 32,-2 5-20,-2 9-12,1 5 16,-5 6-3,-1 3-10,0 1 29,1 10 26,-3 3 38,0 6-10,-1 5-28,-1 2-23,-2 2 19,0 2-18,0 0-4,0 1 0,1 0-2,1-1 0,-1 3-25,-1-3-2,0-3-35,0-2-74,0-2-58,-1-5-13,-1-2-8,-1-4-139,0-4-93,0-3-39,-2-6-291</inkml:trace>
          <inkml:trace contextRef="#ctx0" brushRef="#br0" timeOffset="-28564.9665">20050 117 962,'0'0'1195,"0"0"-832,0 0-299,0 0-64,0 0-151,0 0 138,0 0 13,0 0 29,81 0 29,-50 0-16,4 0-39,0 0-3,2 0-16,-3-4 0,2 0-33,-4 0-48,-2-3-51,-1-1-37,-1-1-17,-5-1 50,-4-1 87,-2 0 45,-4-1 20,-3 1 10,-2-3 39,-3 1 19,-1-1-10,-2-1 56,-2 3 48,0 0 30,0 3-37,0 4-10,-5 0 23,2 4 6,-1 1-27,0 0-35,-3 2-35,-1 7-51,0 5-14,0 4-12,-2 4 77,2 3 15,0 0-57,3 1-33,-4 0 52,5 0-9,1-2-45,1-2 0,2-3 31,0-1-5,0-5-26,2-2-37,2-4 37,2-2 0,1-2-13,-1-3 3,0 0 10,2-2 54,2-4-51,0-6 1,1-1 30,1-6-34,2-1-41,-1-1-16,-1-2 45,2 1 11,-2 2-41,-1-3 6,-3 3 34,4 1 2,-7 2-63,1 4-14,-3 5 77,-1 2-2,-2 5 2,0 1-28,0 0-27,0 2 7,-3 8-22,-3 3 20,-1 4 50,1 1 26,0-1-26,3 0 1,3-3-1,0-2 12,2 0 0,6-1-11,2-3 24,1-2-1,4-2-24,1-3 0,1-1 0,3-1 29,0-7-29,1-1-20,-1-3 20,0-2 1,-1-2 1,-1 1-1,-3 0 0,0 0 18,-2 0 4,-2 0-11,0 0 4,-2 0 0,-1 2-16,-3 2 0,-2 3-19,0 1 17,-1 5 1,-2 1-1,0 1-11,0 1-16,0 8-54,-3 5 26,-3 7 40,-3 4 17,-1 5 9,2 6-9,-3 2-22,0 2-1,-1 4 1,1 1-17,-3 3-25,0-2-36,-1 0-51,-1 0-62,-1-3-101,-2-1-144,3-12 28,-8 11-156</inkml:trace>
        </inkml:traceGroup>
      </inkml:traceGroup>
      <inkml:traceGroup>
        <inkml:annotationXML>
          <emma:emma xmlns:emma="http://www.w3.org/2003/04/emma" version="1.0">
            <emma:interpretation id="{0DC424DF-001C-4FD7-8BF5-8E82744AF3AF}" emma:medium="tactile" emma:mode="ink">
              <msink:context xmlns:msink="http://schemas.microsoft.com/ink/2010/main" type="line" rotatedBoundingBox="22778,13952 25141,13984 25128,14930 22765,14898"/>
            </emma:interpretation>
          </emma:emma>
        </inkml:annotationXML>
        <inkml:traceGroup>
          <inkml:annotationXML>
            <emma:emma xmlns:emma="http://www.w3.org/2003/04/emma" version="1.0">
              <emma:interpretation id="{24E14773-58CD-418E-B934-B82D2D182C9F}" emma:medium="tactile" emma:mode="ink">
                <msink:context xmlns:msink="http://schemas.microsoft.com/ink/2010/main" type="inkWord" rotatedBoundingBox="22778,13952 25141,13984 25128,14930 22765,14898"/>
              </emma:interpretation>
              <emma:one-of disjunction-type="recognition" id="oneOf6">
                <emma:interpretation id="interp22" emma:lang="en-US" emma:confidence="0.5">
                  <emma:literal>Avar</emma:literal>
                </emma:interpretation>
                <emma:interpretation id="interp23" emma:lang="en-US" emma:confidence="0">
                  <emma:literal>Avar'</emma:literal>
                </emma:interpretation>
                <emma:interpretation id="interp24" emma:lang="en-US" emma:confidence="0">
                  <emma:literal>Avar.</emma:literal>
                </emma:interpretation>
                <emma:interpretation id="interp25" emma:lang="en-US" emma:confidence="0">
                  <emma:literal>Alar</emma:literal>
                </emma:interpretation>
                <emma:interpretation id="interp26" emma:lang="en-US" emma:confidence="0">
                  <emma:literal>Adar</emma:literal>
                </emma:interpretation>
              </emma:one-of>
            </emma:emma>
          </inkml:annotationXML>
          <inkml:trace contextRef="#ctx0" brushRef="#br0" timeOffset="-27452.8225">18327 1106 1565,'0'0'757,"0"0"-570,0 0-187,0 0-5,0 0 5,0 0 29,-17 68-13,10-35-15,1 4 67,-1 1 35,2 2-42,-3 1-22,2 2-17,1 0 4,-2 1 0,1 1-13,-2-2-10,0-2-2,-1-3-1,-1-3-26,3-3 24,0-3-1,-2-6-45,3-5-20,1-4 26,2-4 23,0-6-39,0-2-13,3-2 6,-2-11-35,2-6 6,0-6 39,0-8 55,5-6 0,1-4-6,-1-5-17,3-4 22,1-1 1,-3-4-36,2-3 2,0-3 34,2-3 0,0-2-1,-1 2-9,2 1 10,0 4 0,-1 10-14,3 9 14,-2 12 68,3 11 0,-2 6-29,1 9-13,2 2 22,-1 2 52,3 10-48,-1 5-26,4 6 38,-3 6-31,1 4-22,1 3-9,-3 4 24,1 1-5,-3 3-21,3 2 0,-5 0 0,2 2 0,-5 1-13,-2 0-3,2-2 16,-3-1-3,-4-6-13,1-3-26,0-6-55,-3-5-49,0-5-129,0-4-222,0-7-17,-6-2-262</inkml:trace>
          <inkml:trace contextRef="#ctx0" brushRef="#br0" timeOffset="-27236.9102">18364 1376 985,'0'0'2004,"0"0"-1710,0 0-294,0 0-108,0 0 50,0 0 58,0 0 32,109-28-10,-67 18-22,1-1-9,3 2-30,1-1-15,-2-2-116,-3 1-100,0-4-37,-3 2-154,-4 0 22,-11 1-40,5-5-121</inkml:trace>
          <inkml:trace contextRef="#ctx0" brushRef="#br0" timeOffset="-26965.1144">18972 1121 186,'0'0'548,"0"0"181,0 0-293,0 0-176,0 0-24,0 0-29,0 0-46,-79 38-45,73-20-23,3 1-45,1 5-26,2 5 1,3 2 22,7 2-20,2 2-22,7 1-3,1 0 2,0 0 8,2-3-10,1-3-22,-3-3 20,2-5-14,-1-4-10,1-4 26,-3-5 0,-1-4 26,0-5-23,-1 0 19,-1-7 32,0-5 17,-2-6-39,2-6-7,-2-2 7,2-3 3,-3-3-35,1 0 1,0-2 9,-2-2-10,-2-1-80,-1-3-102,2-1-84,-2 0-73,2 5-263,-3 10-13,4 6-118</inkml:trace>
          <inkml:trace contextRef="#ctx0" brushRef="#br0" timeOffset="-26357.2063">19656 1298 1201,'0'0'1118,"0"0"-930,0 0-114,0 0-6,0 0 9,-83-24 87,67 22 58,0 2-40,-2 0-26,1 2-7,0 6-70,1 1-79,-1 4 3,3 3 3,-1 0 4,2 5-10,2-1-25,-1 1 25,4 1 34,5-4-34,0 0-41,3-3 41,3-2 3,4-2-3,2-5-47,5-1 44,0-5 2,4 0-15,1-5-9,4-7-7,-3-2-6,1-4-26,0-1-41,-1 0 22,-4-1 29,-1 1 22,-2-1 7,-1 2 5,-2 2 20,-3 2 3,-2 2-1,-1 4-1,-2 3 18,1 3 0,-3 1 3,0 1 10,0 0 0,0 2-32,0 6-3,0 3-16,-3 5 17,3 2-11,0 1 10,0 0-19,0-2 6,3-1 0,5-2-10,0-1-3,4-2 29,-1 0-3,3-4-42,0-2-13,0-2 4,6-3 15,0 0-9,-1-7-42,4-1-3,0-2 6,-1 0 19,-2 0 13,2 0 13,-3 1 19,1-2 20,0 2 3,-3 1 18,0 2-1,0 1 2,-3 3-18,-1 2 28,0 0 0,-2 0-29,1 5-3,-1 2 3,-1 4 22,-2 2-19,2 1 10,-2 2 9,0 1-9,0 1-13,2-1-12,0-2 11,1-2-1,0-1-56,-1-4-84,0-2-160,5-3-159,-7-3-8,6-3-140</inkml:trace>
          <inkml:trace contextRef="#ctx0" brushRef="#br0" timeOffset="-26206.7722">20528 1260 729,'0'0'1575,"0"0"-1136,0 0-439,0 0-77,0 0 3,0 0-68,0 0-198,0 0-336,0 0-632</inkml:trace>
        </inkml:traceGroup>
      </inkml:traceGroup>
    </inkml:traceGroup>
  </inkml:traceGroup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</inkml:channelProperties>
      </inkml:inkSource>
      <inkml:timestamp xml:id="ts0" timeString="2024-03-15T15:03:30.799"/>
    </inkml:context>
    <inkml:brush xml:id="br0">
      <inkml:brushProperty name="width" value="0.14" units="cm"/>
      <inkml:brushProperty name="height" value="0.14" units="cm"/>
      <inkml:brushProperty name="color" value="#ED1C24"/>
      <inkml:brushProperty name="fitToCurve" value="1"/>
    </inkml:brush>
  </inkml:definitions>
  <inkml:trace contextRef="#ctx0" brushRef="#br0">0-1 222,'0'0'127,"0"0"-124,0 0-2,0 0 1,0 0 11,0 0 7,0 0-7,0 0 0,0 0 3,0 0 7,0 0-6,7 0-4,-7 0 81,0 0-32,0-2-10,2 2 4,-2 0-7,1-1-10,-1 1-10,0 0-3,0 0 10,0 0 0,0 0 6,0 0-6,0 0-3,0 0-33,0 0-45,0 0-69,0 0-78,0 0-66,-1 0-74,2 0 201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</inkml:channelProperties>
      </inkml:inkSource>
      <inkml:timestamp xml:id="ts0" timeString="2024-03-15T15:04:36.091"/>
    </inkml:context>
    <inkml:brush xml:id="br0">
      <inkml:brushProperty name="width" value="0.14" units="cm"/>
      <inkml:brushProperty name="height" value="0.14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B1E580A0-8D89-4C74-ACC0-47DF9D3B5447}" emma:medium="tactile" emma:mode="ink">
          <msink:context xmlns:msink="http://schemas.microsoft.com/ink/2010/main" type="writingRegion" rotatedBoundingBox="2829,4758 21509,4510 21626,13355 2947,13603"/>
        </emma:interpretation>
      </emma:emma>
    </inkml:annotationXML>
    <inkml:traceGroup>
      <inkml:annotationXML>
        <emma:emma xmlns:emma="http://www.w3.org/2003/04/emma" version="1.0">
          <emma:interpretation id="{04207778-ECAA-4C61-9B9D-57DC6E4EE29B}" emma:medium="tactile" emma:mode="ink">
            <msink:context xmlns:msink="http://schemas.microsoft.com/ink/2010/main" type="paragraph" rotatedBoundingBox="2777,5263 21154,4375 21275,6869 2898,7757" alignmentLevel="1"/>
          </emma:interpretation>
        </emma:emma>
      </inkml:annotationXML>
      <inkml:traceGroup>
        <inkml:annotationXML>
          <emma:emma xmlns:emma="http://www.w3.org/2003/04/emma" version="1.0">
            <emma:interpretation id="{8B4A675F-D549-4095-AB81-26060052162E}" emma:medium="tactile" emma:mode="ink">
              <msink:context xmlns:msink="http://schemas.microsoft.com/ink/2010/main" type="inkBullet" rotatedBoundingBox="2794,5604 4053,5544 4125,7023 2865,7084"/>
            </emma:interpretation>
            <emma:one-of disjunction-type="recognition" id="oneOf0">
              <emma:interpretation id="interp0" emma:lang="en-US" emma:confidence="0">
                <emma:literal>l"</emma:literal>
              </emma:interpretation>
              <emma:interpretation id="interp1" emma:lang="en-US" emma:confidence="0">
                <emma:literal>("I</emma:literal>
              </emma:interpretation>
              <emma:interpretation id="interp2" emma:lang="en-US" emma:confidence="0">
                <emma:literal>("l</emma:literal>
              </emma:interpretation>
              <emma:interpretation id="interp3" emma:lang="en-US" emma:confidence="0">
                <emma:literal>{"I</emma:literal>
              </emma:interpretation>
              <emma:interpretation id="interp4" emma:lang="en-US" emma:confidence="0">
                <emma:literal>["I</emma:literal>
              </emma:interpretation>
            </emma:one-of>
          </emma:emma>
        </inkml:annotationXML>
        <inkml:trace contextRef="#ctx0" brushRef="#br0">-7230-1610 29,'0'0'714,"0"0"-489,0 0-55,0 0-40,0 0 91,0 0-55,0 0-32,0 0-18,0 0 63,-40-25-7,34 25-82,3 0-80,-3 6-10,-1 6-52,0 8 23,0 7 29,-2 10 55,1 10 7,0 7 6,-1 9-39,0 8 16,-2 7 3,1 6 10,-4 6-29,-1 4-3,1-1 2,-2 1-27,2-6 11,2-5 20,1-7 0,2-9-3,5-12-9,2-7 12,2-11-32,0-7-1,6-7-15,-3-5 3,3-4 11,-2-4-24,-1-5 0,1-2-13,1-3-135,1 0-197,2-4 208,-4-4-291,6-12-965</inkml:trace>
        <inkml:trace contextRef="#ctx0" brushRef="#br0" timeOffset="24409.9028">-7044-852 756,'0'0'137,"0"0"-45,0 0 12,0 0 127,0 0-65,0 0-32,0 0 18,0 0-32,0 0-3,0 0-42,-10-31 3,10 31 9,0 0-25,0 0-48,0 0-14,0 0-13,0 0 10,0 0-43,0 0-28,0 0 12,0 2-3,0 4-9,-2 6 43,2 4 31,-1 7 20,0 1-19,-2 7 0,0 0-1,1 3 13,-1-2-13,-1 1 0,3-5 0,-2 0 26,3-3-26,-1-2-23,1-3 23,0-2 2,0-2-2,0-3-9,0-1 8,0-6 0,0-1 1,0-3-4,0 0 4,0-2 22,0 0-20,0 0 18,0 0 2,0 0 24,0 0 2,0 0 24,0 0 31,0-5 36,0-4-32,0-5-107,0-4-42,0-6-28,0-1 69,0-2 2,0 0 14,0-3-15,-2 1-16,-1-2 13,2-2 3,-2 0 0,-2-1-20,1 2 3,3-1 17,-2 3 23,0 3-21,2 2-2,1 3 34,0 4-33,0 4 11,0 3 1,0 5 3,0 0-15,0 5-1,0 1-9,0 0-30,0 0-39,0 1-51,0 5 2,4 4 105,0 4 22,-1 4 39,3 7-39,-2 4 1,-1 3 14,0 6-2,-2 0 0,1 4-13,-2-4 3,0 2 12,0-4-15,-3-3-3,2-1 3,-2-6-2,0-1-14,0-3 16,1-4 6,-1-3-5,2 0-1,1-7 0,0-1-1,-2-4 1,2-2 0,0-1 13,0 0 23,0 0 15,0 0 8,0 0 12,0 0 32,0-5 20,0-6-81,0-3-42,0-4-42,0-5 3,0-2 23,0 0 16,0-4 0,0 1 0,0 0-10,0-1 8,0 0-20,0 0-4,0 4 3,2-1-19,-2 4 40,1 3-14,1 6 0,-2 3-13,0 3 25,1 6-44,-1 1-130,0 0-241,2 4-62,-1 5 194,1 6 69,-2-2-82,0 14-169</inkml:trace>
        <inkml:trace contextRef="#ctx0" brushRef="#br0" timeOffset="15598.8507">-6315-1505 39,'0'0'287,"0"0"-121,0 0-81,0 0-23,0 0 10,0 0-7,0 0-19,0 0-14,0 0 17,0 0 10,0 0-17,2-4 1,-2 4 5,1-3 3,1 0-51,1-1-19,-2 0-2,2 0 21,2-2 0,-2 1 0,0 3 0,0-2-1,0 3-12,-1-1 0,-1 0 10,0 0-10,1 2 12,-2 0 1,0 0 0,0 0 16,0 0 4,0 0-1,0 0 4,0 0 0,0 0-20,0 0-3,0 0 0,0 0-20,0 0-6,0 0 9,0 2 17,0 3 23,0 0 32,0 3-42,0 0 26,0 0 0,-2 2 0,1 0-13,0 0-3,-2 2-3,0-1-1,-2 2 11,2 0 5,-2 3 8,2-4-17,0 2 0,-1 1-7,1 0-2,-3 2 12,3 0 3,-1 1-9,-2 1-7,3 0 17,-1 2-20,1-1 6,0 4-2,0-1 2,0 0-6,0 3 13,-1 0 10,1 3 3,1-1-16,-1-1 19,1 2 3,-1-4-42,0 3 43,0-4-33,0 0 3,2 1 3,-2-1-3,2 0-15,-1 0 14,-2-1 8,3-1-21,-1 0 17,2 0-19,0-2 7,0 2-7,0-2-3,0-1-9,0 0 12,0 1 1,0-1 0,3-2 2,0-1 3,-2 1-6,1 0-1,-2 0 1,0 1 54,0-3-34,0 2-20,0-1 16,0-2-13,0 3-2,0-3 0,-3 3 0,-1-1 19,1 0-4,-2 1-3,1 0-10,1-3-3,-1 1-12,-1-2 3,0-1 9,2-1 1,0-2 1,0 0-2,0-2 26,2-1 0,-1-2-25,2-3 0,0-1 25,-1 0 9,1 0-19,0 0 4,0 0 6,0 0-4,0 0-22,0 0 1,0 0 0,0 0-1,0 0 0,0 0-17,0 0 17,0 0 0,0 0-6,0 0-16,0 0 22,0 0 0,0 0-13,0 0-13,0 0 23,0 0 1,0 0-34,0 0-6,0 0 40,0 0 1,0 0-25,0 0-3,0 0 26,0 0-10,0 0-29,0 0-23,0 0 10,0 0-23,0 0-94,0 0-218,0 0-190,0 0-114,0 0 486</inkml:trace>
      </inkml:traceGroup>
      <inkml:traceGroup>
        <inkml:annotationXML>
          <emma:emma xmlns:emma="http://www.w3.org/2003/04/emma" version="1.0">
            <emma:interpretation id="{926600A5-95C8-4779-87AD-D6FE9217D918}" emma:medium="tactile" emma:mode="ink">
              <msink:context xmlns:msink="http://schemas.microsoft.com/ink/2010/main" type="line" rotatedBoundingBox="5032,5154 21154,4375 21275,6869 5152,7648"/>
            </emma:interpretation>
          </emma:emma>
        </inkml:annotationXML>
        <inkml:traceGroup>
          <inkml:annotationXML>
            <emma:emma xmlns:emma="http://www.w3.org/2003/04/emma" version="1.0">
              <emma:interpretation id="{703D7DEB-23AF-4DC4-B95F-8CC6B7450EA8}" emma:medium="tactile" emma:mode="ink">
                <msink:context xmlns:msink="http://schemas.microsoft.com/ink/2010/main" type="inkWord" rotatedBoundingBox="5062,5781 10172,5534 10262,7401 5152,7648">
                  <msink:destinationLink direction="with" ref="{34AC747E-8A69-4768-AD8D-C48504D9A566}"/>
                </msink:context>
              </emma:interpretation>
              <emma:one-of disjunction-type="recognition" id="oneOf1">
                <emma:interpretation id="interp5" emma:lang="en-US" emma:confidence="0.5">
                  <emma:literal>or-born</emma:literal>
                </emma:interpretation>
                <emma:interpretation id="interp6" emma:lang="en-US" emma:confidence="0">
                  <emma:literal>o-born</emma:literal>
                </emma:interpretation>
                <emma:interpretation id="interp7" emma:lang="en-US" emma:confidence="0">
                  <emma:literal>o-barn</emma:literal>
                </emma:interpretation>
                <emma:interpretation id="interp8" emma:lang="en-US" emma:confidence="0">
                  <emma:literal>o-bourn</emma:literal>
                </emma:interpretation>
                <emma:interpretation id="interp9" emma:lang="en-US" emma:confidence="0">
                  <emma:literal>o-bonza</emma:literal>
                </emma:interpretation>
              </emma:one-of>
            </emma:emma>
          </inkml:annotationXML>
          <inkml:trace contextRef="#ctx0" brushRef="#br0" timeOffset="172458.5418">-5189-1008 30,'0'0'177,"0"0"-34,0 0 27,0 0-50,0 0 24,0 0-50,0 0-29,-59-69 46,53 65-36,5 2 78,-2-1-26,3 2-127,-2 1-101,2 0-10,0 0 63,0 0 5,0 0-38,0 0-23,0 3 29,5 1 73,6 2 2,1 0 4,6 0 28,4-2-15,7 0 51,5-4 10,4 0-9,4-6-1,2-4-9,-1-2-20,2-2-10,1-2-9,-5 2-20,0-2 1,-2 3 0,-6-3 1,-1 4-1,-6 1-1,-3 2 1,-4 3 2,-6 0-3,-6 2 0,0 3-19,-7 0-7,2 1 23,-2 0 1,0 0 2,0 0-3,-2 2 3,-2 6 13,-2 2 23,-4 6-13,0 2 3,0 5-24,-1 4 14,0 4-15,0 3 35,-1 3-33,4 4 30,0 0-17,1 4-12,0 1 9,1-3-13,2 1-17,1-4-12,3-3 3,-1-2 3,-1-5-13,2-5 4,0-3-1,3-7-32,4-1-49,1-7-111,0-4-35,7-7-318</inkml:trace>
          <inkml:trace contextRef="#ctx0" brushRef="#br0" timeOffset="172986.1717">-3956-1509 1732,'0'0'94,"0"0"-94,0 0-35,0 0-2,0 0 37,0 0 78,-76 83-78,70-57-10,3 2-10,-1 4 20,4 6 3,0 3-1,0 5 40,0 3 30,0 3-50,0-1-22,0 1-27,0-3 27,-3-6 26,0-1-26,-1-7-9,1-6-6,0-3 15,-3-3 20,2-5-19,0-3 28,-2-4-28,-1-4 45,3-3 9,-1-3 19,1-1 8,-2 0-31,2-3-28,-2-8-23,3-3-33,0-2-10,3-6 1,0-3 7,5 0 35,6-3-1,-1 3-3,6-2-9,-3 1 12,6 4 0,0 0-2,1 3-10,1 2-6,1 4-1,1 4 1,-2 4-27,1 2-2,-2 3 5,3 3 30,-5 6-6,-1 2-20,-1 1 23,-3 6 16,-4 0 1,-5 3 47,0 1-15,-4 2 3,0 2-17,-8 1 4,-6-1-4,-3 1 14,-2-1-11,-4-2-5,-1-4-16,0-2-1,-1-2-13,3-2-10,1-2-29,2-3-19,6-3-183,1-3-65,4-2-52,6-2-66</inkml:trace>
          <inkml:trace contextRef="#ctx0" brushRef="#br0" timeOffset="173833.595">-3605-895 764,'0'0'163,"0"0"-124,0 0 7,0 0 110,0 0 4,0 0-37,-38 71-12,38-65-95,0 0-3,2-2-13,5-1 4,2 1 44,3-4 27,1 0 19,5 0 33,1-5-13,1-6-27,3-2-35,-3-1-26,4-3-10,-1-2-3,0-2-11,-2 1-2,-3-2 0,-2 3 0,0 0 0,-4 2 1,-2 0-1,-5 4 17,0 3 8,-4 1-12,1 0 23,-2 3-23,0 3-10,0-1 20,0 3-7,0 1-16,0 0-27,0 0-51,0 0-64,-2 4-53,-1 6 120,0 4 74,-2 5 1,0 3 11,-2 1-11,4 4-22,0-1 5,2 2 17,1-2-1,0 1 0,0-1 1,7-6-1,0 1-27,3-6 12,1-2 16,3-4 31,-1-2-15,4-2 10,1-5 13,0 0 23,4-5 25,0-7-31,1-3-37,-1-6 1,3-1-20,-5-4-10,2 0 8,-2-4 1,-4-2-2,1-2-16,-4-1-17,0-2 21,-1 1 14,-4-1-11,0-2 2,-1 3-6,-3 1 16,0 2-3,-4-1 3,2 5 13,-2 2 16,0 7-26,0 4 14,0 7 25,1 5-42,-1 3-39,3 1-133,2 3-43,-1 8 202,4 5 13,1 4 36,0 3 26,0 4 13,0 3-59,-3 3-3,0 0 26,-2 3 3,3 0-42,-4 1 2,0-3 27,0-2-28,-1-4-1,-1-4 20,-1-6-1,1-4-15,2-5-4,-3-1 0,3-4-1,-3-2-22,0-2 7,3 0 16,-1 0 29,1 0 42,2-1 7,2-4-26,1-3-4,2-2-15,0-2-33,1 0-13,0-1 13,1 0-1,-1 1-25,-1 2-7,0 3-18,-2 3-17,0 2 3,-1 2 6,0 0-6,-1 4 26,1 4 39,0 4 26,-1 5 49,0 3 0,-1 3-75,-2 1-2,0 2 2,-3 2-13,0-2 11,0 0-59,-3-2 25,-4-2 7,0 0-10,-2-5 3,-1-3-42,1-1-29,-3-4-127,4-3-108,-6-6-33</inkml:trace>
          <inkml:trace contextRef="#ctx0" brushRef="#br0" timeOffset="174195.8959">-3568-980 1828,'0'0'402,"0"0"-279,0 0-65,0 0 39,0 0-97,0 0-139,0 0-101,0 0 68,0 0 153,0 0-43,0 0-439,49 40-62</inkml:trace>
          <inkml:trace contextRef="#ctx0" brushRef="#br0" timeOffset="174012.128">-3069-1183 359,'0'0'1800,"0"0"-1596,0 0-179,0 0-25,0 0-6,0 0-117,0 0-78,0 0 91,0 0-157,0 0-299,0 0-488</inkml:trace>
          <inkml:trace contextRef="#ctx0" brushRef="#br0" timeOffset="175940.0146">-5034-340 189,'0'0'108,"0"0"32,0 0 0,0 0-68,0 0-26,0 0 6,0 0 55,0 0-64,0 0-8,0 0-18,0-66 15,0 63 27,0-1 3,0 2 13,0-3-13,2-1-13,-1 0-27,1 0 27,-1-1 0,1 1-33,-2 1 1,1-1-4,-1 4 3,1-1 13,-1 2-9,0 1-17,0 0 10,0 0-13,0 0-12,0 0-4,0 0-7,0 0-19,0 0-17,0 1-3,-1 4 62,-2 3 16,-1 1 7,-2 4-10,-1 3 30,1-1 18,0 2-39,-2 1-21,1 0 24,-2 2-25,3 1-3,2 0-10,-1 3-23,4 0 36,-2 1-3,3 0 3,0-3 1,3 0 57,3-2-58,1-2-22,5-4 22,0-3-4,2-2-16,3-3 20,-1-4 36,4-2 22,0 0 85,0-1-143,3-7-30,0-3 30,-1-2 24,1-4-22,0-2-4,-2-3-8,-3 1 10,1-1-16,-6 0-4,-4 3 17,0 0 3,-6 1 15,0 0-8,-3 2-7,0 1-4,-3 0 2,-3 0-14,-3 2 14,-2 1-1,-2 1-30,-2 0-3,-3 2 1,-1 0 12,-2 2 3,0 2-19,-1 1-3,-1 2-33,0 2 46,2 0-56,1 1 62,3 5-16,-1 3-16,4 3 29,4 0-20,3 2-6,1 0 19,6 1 4,0-1-4,1 1-19,8-1 20,4-1-43,3-2-91,0-2-128</inkml:trace>
          <inkml:trace contextRef="#ctx0" brushRef="#br0" timeOffset="176157.2457">-4476-419 460,'0'0'381,"0"0"-237,0 0 28,0 0 17,0 0-68,0 0-69,0 0-52,0 0-10,0 0-94,0 0 29,18-1 75,2 1 45,3-2-45,5 0-1,3 0-21,3 1-2,2 0 22,2-2 0,6 2-33</inkml:trace>
          <inkml:trace contextRef="#ctx0" brushRef="#br0" timeOffset="176173.7269">-4162-433 1246,'44'0'-71,"2"0"-30,-13 0-88,15 2-248</inkml:trace>
          <inkml:trace contextRef="#ctx0" brushRef="#br0" timeOffset="176682.5231">-3394-704 912,'0'0'143,"0"0"-52,0 0 59,0 0 68,0 0-104,0 0 42,0 0 20,0 0-112,-79-10-31,72 10 48,1 0-58,0 5-23,-2 0-52,1 4-13,1 3 23,-1 3-10,-2 4 23,3 4 9,-1 2 40,1 4-17,0 0 10,2 2 3,-1 0 30,2-1-27,3 1 3,0-6-22,0 2-3,4-3-23,4-4 10,3-1-19,0-2 32,3-1-15,1-3 17,2-2 2,1-3 2,0-3-3,2-3 39,-1-2-6,1 0 12,0-5-19,-2-4-3,-1-1 9,-1-3-6,-2-1 7,-5 0-17,-2 0 6,-2-3 17,-4 3-36,-1-1 23,0 1 0,-6 3 16,-4 2-42,-4 0-15,-1 4-1,-5 2-45,-2 3-7,-5 0-49,0 8 52,-2 6-19,0 5 28,2 3-18,2 4 2,6 4-16,-1 1-32,6 1-46,1 1-68,7-1-53,2-8-59</inkml:trace>
          <inkml:trace contextRef="#ctx0" brushRef="#br0" timeOffset="178734.6271">-2326-554 215,'0'0'173,"0"0"-13,0 0-40,0 0-45,0 0 20,0 0 3,0 0-27,0 0-18,0 0 12,0 0 3,0 0-22,-26-4-14,26 4-15,0 0-14,0 0-3,0 0 0,0 0-3,0 0-14,0 0-9,0 0-6,0 0-1,0 0-9,2 0 22,4 0 20,5-1 46,3 1 16,4-4 29,3 1-6,5-1-17,2-1-26,2 1 0,3-1-38,3 0 9,0 0 9,3 0 1,4-2-23,-1 1 35,3 0-34,0 3-2,-1-2 2,2 0 10,0-1-9,-1 0-2,-1 1 13,-3-1-13,-2 0 0,0 3-21,-3-3 21,1 1-16,-3 1 10,-3 2-11,-1-1 1,-1 2 14,-5-1-18,-1 2-15,-2 0 12,-3 0 7,-1 0-3,0 0 19,-4 0 0,4 0-2,-4 2 2,4-2 16,-3 0-12,0 0-1,2 0 0,-3 0 13,3 0-15,-5 0 22,2 0-22,-3 0-1,-1 0 0,-1 0 20,-2 0-4,-1 0-13,-1 0 14,-3 0-15,2 0 17,-1 0-19,-1 0-2,-1 0 2,0 0 20,0 0 12,0 0 7,0 0 13,0 0 0,0 0-13,0 0-6,0 0 2,0 0-2,0 0-33,-3 0 0,0 0 0,0 0 8,1 0-8,-1 0-15,-2 0 15,2 0 0,-1 0 0,1 0 0,1 0 21,0 0-21,-1 0-36,2 0 14,-1 0 22,1 0 2,-1 0-2,2 0-20,0 0 5,0 0 15,0 0 0,0 0 1,0 0 12,0 0 0,0 0-13,0 0-3,0 0-14,0 0 15,0 0-17,0 0-1,0 0 20,0 0 4,0-2-2,0 2-1,0 0 15,0 0 7,-1 0-4,-1 0-2,2 0 9,0 0 6,0 0-9,0 0-1,0 0 8,0 0 5,0 0-9,0 0-10,-1 0-12,-1 0-3,1 0-1,1 0-13,-1 0-10,-1 0-16,-2 0-6,3 2-1,-1 2 4,-1-1 16,0 2 10,0 1-4,1 0 20,-1 0 16,0 1-16,0 1 2,1-2 0,-1 0-2,1 0-1,-1 2-2,1-2-8,1 2 9,1 2-22,0 2-2,0 3-46,0 2 72,0 4 33,0-1-33,0 3 0,0 2 39,0-2-38,3 1-1,-3 1 26,0-2-25,1-3 12,-1 3-13,0 1 20,0 0-20,0 2-16,-1 1-16,-2 2 32,-1 0 19,-1 0-12,-1 4-4,1-2-3,-2-1 2,-1 0-1,4 1-2,-2-4 2,2-1 2,-1-2-3,1-5-5,3 1 5,0-4 36,-1-3-13,2-2-7,0-3 10,0-1 9,0-2 17,0-1-29,0 0-20,2-1 1,0 1-4,4-3 12,-2 1 1,2 1 7,1-2 9,2-1-27,2 0-1,0 0 12,3 0 0,-1 0-12,4-4 3,1 1 9,3-3-11,2 1 17,7-2-17,1-3 14,3 3 1,5-5-14,5 2-3,3-2-2,1 3 0,2-1-1,0 1-19,-2 1 8,1 2 12,-3-1-22,-1 2-2,-3 1 24,-2 0-18,-1 0-15,-5 2 12,0 0 23,-4-1-13,-3 2-19,-2 1 12,-3 0 18,-4 0-11,-3 0-7,-3 0 4,-3 0 15,-4 0-18,-1 0-33,-3 0-33,-1 0-32,0 0 23,0 0-10,0 0-75,0 1-114,-8 3-66</inkml:trace>
          <inkml:trace contextRef="#ctx0" brushRef="#br0" timeOffset="184426.6907">-775-236 134,'0'0'45,"0"0"-2,0 0 32,0 0 32,0 0-73,0 0-34,0 0 0,0 0 0,0 0-2,0 0 1,0 0-1,0-9-21,0 9 3,0 0-3,0 0 4,0 0-7,0 0-4,0 0 8,0 0 5,0 0 16,0 0-1,0 0 0,1 0-28,2 0-9,-3 0 3,3 0-6,-3 0-58</inkml:trace>
          <inkml:trace contextRef="#ctx0" brushRef="#br0" timeOffset="185581.1289">-847-404 450,'0'0'251,"0"0"-117,0 0-30,0 0-39,0 0 46,0 0 13,0 0-7,0 0-36,0 0-29,0 0 4,0 0-1,-9-5 0,8 5-6,1 0 6,-3 0-6,-3 0-49,-3 9-19,-5 5-59,-3 6 22,-6 5 30,-3 5 10,-1 5 0,-2-2 14,0 2 0,0 0 2,2-5 17,2-1-4,4-3-10,1-3-1,5-3-2,2-4-1,4-3-25,4-4-10,3-4 20,1-3-36,1-2 16,0 0 7,1 0 29,9-5 39,3-3 49,6-9-39,4-4-28,3-4-21,1-1-3,1-4 0,-1 3 2,-1 0-1,2 2-18,-3 1 7,3 1 13,-4 0 0,1 3 0,-5 2-2,-1 1 2,-3 5 3,-2 1 10,-5 4-11,-1 1 0,-2 4-2,-2 2-45,-1 0-10,1 0 52,2 2 0,0 5-16,5 3 19,-2 2 9,3 2 8,2 3-17,1 2 2,2 2-4,2 0 2,1 1-17,0 3 16,-1-2 1,-1 0 0,2 2-38,-5-4 12,5 3 23,-4 0-56,1 0 11,-4-6-112,0 11-224</inkml:trace>
        </inkml:traceGroup>
        <inkml:traceGroup>
          <inkml:annotationXML>
            <emma:emma xmlns:emma="http://www.w3.org/2003/04/emma" version="1.0">
              <emma:interpretation id="{408C3817-4ADE-400B-93A2-FCEA10B87988}" emma:medium="tactile" emma:mode="ink">
                <msink:context xmlns:msink="http://schemas.microsoft.com/ink/2010/main" type="inkWord" rotatedBoundingBox="11714,5896 13695,5801 13721,6333 11740,6429">
                  <msink:destinationLink direction="with" ref="{66364DCF-9B69-4628-8FFE-98E7BAD3967A}"/>
                </msink:context>
              </emma:interpretation>
              <emma:one-of disjunction-type="recognition" id="oneOf2">
                <emma:interpretation id="interp10" emma:lang="en-US" emma:confidence="0.5">
                  <emma:literal>178</emma:literal>
                </emma:interpretation>
                <emma:interpretation id="interp11" emma:lang="en-US" emma:confidence="0">
                  <emma:literal>-78</emma:literal>
                </emma:interpretation>
                <emma:interpretation id="interp12" emma:lang="en-US" emma:confidence="0">
                  <emma:literal>778</emma:literal>
                </emma:interpretation>
                <emma:interpretation id="interp13" emma:lang="en-US" emma:confidence="0">
                  <emma:literal>-8</emma:literal>
                </emma:interpretation>
                <emma:interpretation id="interp14" emma:lang="en-US" emma:confidence="0">
                  <emma:literal>as</emma:literal>
                </emma:interpretation>
              </emma:one-of>
            </emma:emma>
          </inkml:annotationXML>
          <inkml:trace contextRef="#ctx0" brushRef="#br0" timeOffset="88921.0774">2089-1243 10,'0'0'117,"0"0"-117,0 0 0,0 0 134,0 0-46,0 0 251,0 0-95,0 0-113,0 0-82,0 0 3,0 0 65,-9-23 62,9 23 0,0 0-46,0 0-100,0 0-33,3-1-124,8 1 124,4 0 75,4 0 74,5 0-22,5-2-62,1 2 19,5 0-13,2 0-71,2-1 0,3 1 26,0 0-26,-1 0-9,-2 0-33,-4 0 42,-3 0-4,-5 1-47,-6 2 2,-3 0 26,-5 0-9,-6 1 3,-4 1-4,-3 1 20,-3 1 13,-8 4 20,-7 1-7,-5 6-11,-6 2 1,-1 3-3,-3 1 0,0 2-3,-2 1 2,2 0-12,3 0-26,0 0 10,4 0-10,3-2-56,7-1-74,1-1-45,8-3-57,3-8-64,4 4-242</inkml:trace>
          <inkml:trace contextRef="#ctx0" brushRef="#br0" timeOffset="89539.4071">2666-984 627,'0'0'411,"0"0"-366,0 0-45,0 0-94,0 0 74,0 0 20,0 0 118,0 0 22,104-39-23,-72 20-55,1-3-10,0-2 10,-1-1 13,-2 0 38,-1-2 17,-3 3 3,-2 0-25,-5-1-18,-3 2 14,-4 3-4,-2-1 23,-5 4-16,-2 2 18,-3 2-22,0 2-35,-3 3-30,-4-3-38,-3 4-10,-3-3-16,-2 4 0,-3 2-9,-4 2 12,1 2 7,-2 0-48,-3 6 16,1 4 28,-1 3 1,2 1-7,4 3-9,0 1-1,2 0-3,7 1-38,3 1 28,6-1-35,2 0 26,0 2 9,5 0 1,7 0 15,7 0 32,2-1-18,4-2-10,5 1 29,3-4 0,5-1 16,-1-1 13,1-1 0,-2-2 0,-2 1-27,-2-4 1,-5 2 7,-7 0-10,-5-1-13,-4 2-49,-6-2 37,-5 2 25,-2 1 55,-9-3 4,-8 5 12,-4-1-23,-4-1-46,-1 0 2,-2-5 44,2-1-9,-4-3 0,4-2-10,1 0 23,2 0 35,5-7 3,5 2-19,4-1 70,5-2 4,6-4-100,0-4-45,15-8-84,5-2-12,10-7-13,10 0 15,2-3 24,9 2-5,2 2-25,8 2-13,1 3-49,-14 8-211,26-8-310</inkml:trace>
          <inkml:trace contextRef="#ctx0" brushRef="#br0" timeOffset="88458.6068">2253-1131 726,'0'0'486,"0"0"-327,0 0-104,0 0-2,0 0 93,0 0 39,0 0-3,0 0-46,0 0-42,0 0 29,0 0-74,-74-64-49,54 64-20,-3 4-9,-4 4 29,-6 5 12,-3 3-9,-3 3-3,-5 3 3,-2 4-3,-5 1 0,0 1-3,-2 0 3,1 1 17,6-5-17,0 1-13,5-2 13,5-4 0,3-1-11,7-2-18,5-2 13,3-2-14,2-5-25,6 1-19,4-4-11,1 0-103,5-3-117,0 0-73,0 0-98,7-1-81</inkml:trace>
        </inkml:traceGroup>
        <inkml:traceGroup>
          <inkml:annotationXML>
            <emma:emma xmlns:emma="http://www.w3.org/2003/04/emma" version="1.0">
              <emma:interpretation id="{5B53F400-E1B3-4DA6-9C28-767AFCB80EE9}" emma:medium="tactile" emma:mode="ink">
                <msink:context xmlns:msink="http://schemas.microsoft.com/ink/2010/main" type="inkWord" rotatedBoundingBox="16105,4363 21324,5224 21065,6790 15847,5928">
                  <msink:destinationLink direction="with" ref="{66364DCF-9B69-4628-8FFE-98E7BAD3967A}"/>
                </msink:context>
              </emma:interpretation>
              <emma:one-of disjunction-type="recognition" id="oneOf3">
                <emma:interpretation id="interp15" emma:lang="en-US" emma:confidence="0.5">
                  <emma:literal>1618</emma:literal>
                </emma:interpretation>
                <emma:interpretation id="interp16" emma:lang="en-US" emma:confidence="0">
                  <emma:literal>11618</emma:literal>
                </emma:interpretation>
                <emma:interpretation id="interp17" emma:lang="en-US" emma:confidence="0">
                  <emma:literal>11658</emma:literal>
                </emma:interpretation>
                <emma:interpretation id="interp18" emma:lang="en-US" emma:confidence="0">
                  <emma:literal>11698</emma:literal>
                </emma:interpretation>
                <emma:interpretation id="interp19" emma:lang="en-US" emma:confidence="0">
                  <emma:literal>11638</emma:literal>
                </emma:interpretation>
              </emma:one-of>
            </emma:emma>
          </inkml:annotationXML>
          <inkml:trace contextRef="#ctx0" brushRef="#br0" timeOffset="91905.4287">6042-2029 871,'0'0'436,"0"0"-29,0 0-193,0 0 13,0 0-42,0 0-59,0 0-48,0 0-53,0 0-25,0 0-100,0 0-16,-5-3 35,0 19 81,-6 3 36,-3 8 48,-3 6-23,-6 6-60,-3 5 14,-4 2-14,-4 2-2,0 0-1,-2 3 1,-4-2 1,2-2 2,0 1 11,1-4 26,2-3 25,3-5-5,7-7-59,5-7-28,3-5 5,8-4-9,3-4-36,4-4-81,2-3-149,0-1-134,9-1 224,2 0-56,7-7-166</inkml:trace>
          <inkml:trace contextRef="#ctx0" brushRef="#br0" timeOffset="92481.1688">6837-2659 737,'0'0'684,"0"0"-398,0 0-178,0 0 34,0 0-41,0 0-101,0 0-71,0 0-43,0 0-13,0 0 127,0 0 91,3 44 26,3-17-32,-1 4-1,-3 6-39,-2 5-22,-2 2-10,-7 5 0,-3 3-13,-4 1-1,-1 1-22,-2-3-6,3-2-29,2-5-11,4-8-21,2-8-89,4-6-71,4-5-17,0-8-46,7-5-91</inkml:trace>
          <inkml:trace contextRef="#ctx0" brushRef="#br0" timeOffset="92915.3899">7369-2599 2163,'0'0'243,"0"0"-215,0 0-27,0 0 24,0 0 36,0 0 7,0 0-23,0 0-6,-82 86-4,73-56 20,2 5-1,-2 7-51,1 2-1,-2 7 46,0-1 19,-1 3 10,1 0-38,3-3 9,4-5-35,0-1-13,3-7-3,3-1-1,5-6-12,6-2 13,0-5-19,6-1 21,3-5 1,4-4 22,1-3-9,6-4 9,3-3 10,0-3-9,2 0-1,0-8-9,-2-3 3,0-1-13,-3-2 0,-4-2 16,-4 1 1,-7-1-5,-2 1-12,-8 2 22,-6 1 4,-3 2-29,-3 0-65,-14 1-79,-8 2-93,-11 4-63,-10 3 52,-5 0 40,-5 6 49,0 6 49,0 3 26,6 6 15,2 2-9,4 5-101,3 6-101,4 2 26,9-9-52,-11 18-317</inkml:trace>
          <inkml:trace contextRef="#ctx0" brushRef="#br0" timeOffset="90444.805">10205-1281 699,'0'0'1850,"0"0"-1650,0 0-123,0 0 164,0 0 11,-78-48-124,64 41-78,0 5-18,-2-1-3,-2 3-29,-3 0-17,-6 5-28,-4 6-15,-5 4 15,-4 4 10,-8 5 10,-1 4 9,-6 3 16,-4 4-3,-6 3-32,-1 2 16,-2 1 9,2-3 9,1-2 1,8-3-22,6-5 21,5-3-35,10-3-69,9-5-43,8-4-90,6-5-156,9-4-287,5-4-114</inkml:trace>
          <inkml:trace contextRef="#ctx0" brushRef="#br0" timeOffset="91083.4864">10447-1088 1524,'0'0'1029,"0"0"-1029,0 0-6,0 0-166,0 0 163,0 0 9,0 0 158,0 0 10,0 0-23,0 0-20,100-10-19,-73 2-39,-1-4-6,3-2 44,-2-3 13,1-1-26,-2 0-25,-1-3 15,0 0 10,-3-1-45,1 1-9,-3-1 21,-3 2 1,-3-1-44,0 2-14,-6-1 42,-3 4-13,-4 2-31,-1-1 0,-1 2-16,-8 2 16,-7-1-84,-6 3-36,-6 3 10,-6 3 18,-2 3-47,-4 5 28,-2 8 72,0 4 14,-2 2-17,3 2-2,5 1 44,5-2 0,6-2-34,8 1-8,8-3 4,8-2-17,1 3-18,4 1 28,10 0 45,3 1 12,3 1-12,5 2 0,1-3 34,-1 0-31,2 2-3,-4-2-2,-3-1 2,-5-1 0,-5-3-13,-3 3 0,-4-3 13,-3 3 29,-6 0-16,-6-2 16,-7 0 28,-3-1-6,-4-3-19,0-1-6,2-3 22,0-5-3,4 1-13,2-3-4,3 0 42,0-4 0,4-3-16,6-3-7,0-3 4,5-6 0,0-5-51,9-9 1,8-4-1,6-7 0,6-8-19,7-4-35,7-4 41,2-6-18,5 1-45,-2 4-26,-2 0-13,-7 7-125,-6 7-310,-13 13-277,-6-7-183</inkml:trace>
        </inkml:traceGroup>
      </inkml:traceGroup>
    </inkml:traceGroup>
    <inkml:traceGroup>
      <inkml:annotationXML>
        <emma:emma xmlns:emma="http://www.w3.org/2003/04/emma" version="1.0">
          <emma:interpretation id="{E1435AC4-C4AC-4899-A35B-A71DD0074AA5}" emma:medium="tactile" emma:mode="ink">
            <msink:context xmlns:msink="http://schemas.microsoft.com/ink/2010/main" type="paragraph" rotatedBoundingBox="8088,6508 20958,6532 20952,9787 8081,9763" alignmentLevel="2"/>
          </emma:interpretation>
        </emma:emma>
      </inkml:annotationXML>
      <inkml:traceGroup>
        <inkml:annotationXML>
          <emma:emma xmlns:emma="http://www.w3.org/2003/04/emma" version="1.0">
            <emma:interpretation id="{F5930641-753C-4B76-84CB-5A8E941BC71A}" emma:medium="tactile" emma:mode="ink">
              <msink:context xmlns:msink="http://schemas.microsoft.com/ink/2010/main" type="line" rotatedBoundingBox="8088,6508 20958,6532 20954,8846 8083,8821">
                <msink:destinationLink direction="with" ref="{FE209985-09E7-4564-A002-935C833D0DFD}"/>
                <msink:destinationLink direction="with" ref="{98461A64-5931-4970-A865-0BD6DD098FFD}"/>
              </msink:context>
            </emma:interpretation>
          </emma:emma>
        </inkml:annotationXML>
        <inkml:traceGroup>
          <inkml:annotationXML>
            <emma:emma xmlns:emma="http://www.w3.org/2003/04/emma" version="1.0">
              <emma:interpretation id="{6F2A0D2B-1663-40B1-84FA-8FE9195E3E11}" emma:medium="tactile" emma:mode="ink">
                <msink:context xmlns:msink="http://schemas.microsoft.com/ink/2010/main" type="inkWord" rotatedBoundingBox="7991,7040 10048,6681 10365,8498 8308,8857">
                  <msink:destinationLink direction="to" ref="{D2D2A289-A73B-4406-B17F-16120D4B9301}"/>
                </msink:context>
              </emma:interpretation>
              <emma:one-of disjunction-type="recognition" id="oneOf4">
                <emma:interpretation id="interp20" emma:lang="en-US" emma:confidence="0.5">
                  <emma:literal>tbh</emma:literal>
                </emma:interpretation>
                <emma:interpretation id="interp21" emma:lang="en-US" emma:confidence="0">
                  <emma:literal>Tibbitt</emma:literal>
                </emma:interpretation>
                <emma:interpretation id="interp22" emma:lang="en-US" emma:confidence="0">
                  <emma:literal>*bah</emma:literal>
                </emma:interpretation>
                <emma:interpretation id="interp23" emma:lang="en-US" emma:confidence="0">
                  <emma:literal>Niblett</emma:literal>
                </emma:interpretation>
                <emma:interpretation id="interp24" emma:lang="en-US" emma:confidence="0">
                  <emma:literal>Tbh</emma:literal>
                </emma:interpretation>
              </emma:one-of>
            </emma:emma>
          </inkml:annotationXML>
          <inkml:trace contextRef="#ctx0" brushRef="#br0" timeOffset="184870.3566">-775-236 176,'62'-9'111,"-62"9"-36,0 0 23,-1 0 19,-2 0 128,1 0-121,-1 0-98,2 0 26,-1 0 23,2 0-23,-2 0-16,0 0-1,2 0-2,0 0-10,0 0 0,-1 0-9,-1 0-14,-1 2-33,1 6 10,-4 5 20,-2 3-13,-3 4 4,1 4 12,-3 5 3,-3 3 13,-2 5-3,-1 5-13,-6 7 0,-1 4 3,-4 5-1,-2 2-1,-2 0 14,-1 1-14,2-1 10,-2-1-10,1 2 0,-2-4 1,1 1 34,2-3 23,3-5-1,1-5 17,4-4-7,2-9-22,5-2-20,3-8-24,2-4-2,6-5-21,1-5-2,3-1-3,3-3-10,0-3-23,0-1-15,0 0-11,6-3 56,6-8-1,2-6-103,-1 4-203,7-20-453</inkml:trace>
          <inkml:trace contextRef="#ctx0" brushRef="#br0" timeOffset="-24551.5488">-288-526 1638,'0'0'263,"0"0"-217,0 0 22,0 0 159,0 0 9,0 0-110,0 0-75,0 0-12,0 0-39,0 0-22,0 0-56,-20-17-45,20 24-25,0 6 148,0 7 13,0 10 16,2 7 22,-1 8-2,0 6-33,2 6-14,-1 6 0,-1 7 2,-1 3 25,0 7-16,0 4 54,0 2 11,-3 1-1,-1 3 16,1 1 7,-1-1-4,1-2-35,0-5-26,0-4 10,-1-7-45,4-4 0,-1-8-3,1-2-16,0-6 0,0-5-17,0-4-18,0-4 6,1-9 6,0-4-6,3-7-29,-1-3-23,-1-6-6,1-5-30,-2-2-48,4-3-17,-1-5 13,0-3-339,5-21-206</inkml:trace>
          <inkml:trace contextRef="#ctx0" brushRef="#br0" timeOffset="188385.9156">-1815 365 222,'0'0'430,"0"0"-273,0 0-76,0 0-45,0 0-34,0 0 112,0 0-6,0 0 103,0 0-48,0 0-26,0 0-4,-51 8-23,50-8-61,1 0-49,0 0-78,0 2-32,0 3 58,0 0 48,0 2 3,0 0 1,0 3 0,0-3 1,0 1 12,0 0 10,0-1-22,-2 2 1,2 2-2,0 4 17,-4 3-14,1 4 16,-1 2-17,-2 2 1,0 0 20,-1-2-23,1 0 0,0-4 3,2 1 0,-2-4 0,3-2-2,-4 1 2,3-1 7,1 2-10,-1 1-3,-1 2-19,1 3 21,0 5-14,-2-2 2,3 4 0,-1 1 0,-2 1 0,2 0 3,-1-2 10,1-2 4,-3-3 15,4-6-17,0-6-2,2-6 20,-1-3-1,2-4 56,-1 0 0,1 0-34,-2-6-41,2-6-16,0 0-1,-1-5-5,1-4-4,0-2-4,0 0 5,0 1 23,1 3-13,1 1 14,-1 1-1,1 3-11,-1 2-13,1 2 7,1 1-20,-2 3-43,3 0-185,0 1-185,1 1-67</inkml:trace>
          <inkml:trace contextRef="#ctx0" brushRef="#br0" timeOffset="188896.2206">-2254 357 642,'0'0'88,"0"0"-26,0 0 46,0 0 35,0 0-52,0 0 14,0 0-86,0 0-19,0 0-107,0 0 107,0 0 131,14-9-46,8 9-56,7-3 98,2 0 6,3-7-45,4 0-29,0-1-17,1-4-29,-3 3-10,1-1-1,-6 2-2,-2 3 0,-3-2-20,-6 5-13,-4 2-3,-3 0 4,-3 3 6,-3 0-20,-2 0-22,-1 3 39,0 2 27,-3 4 1,2 2 1,-3 2 19,0 4 1,-1 2-18,-6 2-1,0 3-1,-2 3 2,-1 4-1,-1 2-1,-1 1-1,-1 2-18,3 4 17,-2 0-11,2 0 12,0 1-18,1 0-14,4-2-9,-1-1-39,5-3-43,1-4-98,0-9-35,7 0-144</inkml:trace>
          <inkml:trace contextRef="#ctx0" brushRef="#br0" timeOffset="189520.5749">-1389 224 817,'0'0'114,"0"0"-81,0 0 58,0 0 43,0 0-40,0 0 4,0 0-14,0 0-5,0 0-79,0 0-13,0 0-62,-32 3 32,28 16 43,-2 6 23,-1 6 26,0 5 16,-2 5-39,-1 4 10,-3 5 9,2 3-12,-1 2-14,2 1 4,1-2 3,2-4-3,0-3-21,3-5 11,1-6-13,1-5-3,2-8-17,0-4-2,0-3 19,0-6-29,0-2 9,0-6 22,0 2-16,0-4 17,3 0 49,-1 0 9,2-7-9,3-4-26,0-2-10,1-2-10,0-3-3,4-2-23,-4 1 0,4-3 7,2-1 14,-2 3-11,4-3 13,-2 3 0,3 1 2,-1 1 11,0 1-13,0 1 0,1 5 0,-1 2 0,1 1-2,-2 6-47,1 0-6,-2 2 16,-1 3 3,0 6-42,-2 3 78,0 0 0,-3 4 39,-2 2-6,-3 0-11,-3 4 34,0 0-43,-3 1-13,-8 1 0,-3 2 0,-6 0 0,-3 1 2,-1-3 14,-1 0-3,-1-4-13,-1-1-3,3-2-20,2-5 10,3-4-19,3 0-7,6-5-14,1-3-64,4 0-71,4-5-148,1-11-169</inkml:trace>
          <inkml:trace contextRef="#ctx0" brushRef="#br0" timeOffset="189781.4622">-1070 663 886,'0'0'104,"0"0"-104,0 0-10,0 0 10,0 0 26,-15 84 4,12-60-8,0 1 8,3-2-14,0-1-16,0-1-1,0-2-1,0-2-16,2-2 5,1-3 10,-2-3-16,2-4 6,-3 0 13,0-4 2,0-1 76,0 0 20,0-2-43,0-6-39,0-1-16,-1-4-9,-2-4-14,3-1 21,0-4-34,0-2-23,1-1-55,4 6-88,3-14-166</inkml:trace>
          <inkml:trace contextRef="#ctx0" brushRef="#br0" timeOffset="190249.2027">-943 385 72,'0'0'993,"0"0"-837,0 0 36,0 0 78,0 0-91,0 0-179,0 0-32,0 0-82,0 0 72,0 0 42,-6 32 120,6-8-10,1 4-15,2 3-40,-1 3-3,-1 3-30,3 0-6,-1 0-14,0 3 20,1-4-22,1-2-19,0-2 6,4-6-3,-2-3 12,-1-4-22,3-5 4,1-3-11,-3-4 14,0-3 19,2 0 0,-1-4 18,1 0 5,1-2-22,3-4 1,-3-3 27,2-2 10,1-3-32,-2-2-7,1 2 0,-1-3-13,2 2 3,-1-1 7,-1 2 3,-2 1 19,2 0-17,-3 5-2,-1-2 0,0 4 0,0 2-3,-1 2-26,1 2-13,-1 0-33,4 2 23,-1 6-16,1 4 68,3 2 13,-2 5-10,1 3 36,-1 2-13,1 3-24,-2 2 2,-1 0 12,-2 1-15,-3-1-1,1-3-2,-2-2-21,-2 0-13,1-5 4,-2-2-14,0-3-54,0-4-167,0-1-72,-3-5-48,-5-4-345</inkml:trace>
          <inkml:trace contextRef="#ctx0" brushRef="#br0" timeOffset="190434.4013">-915 698 1307,'0'0'430,"0"0"-430,0 0-69,0 0 69,85-40 13,-36 21 69,9-4-27,8-2-42,3 1-13,4-1-55,-2 7-62,-18 6-215,14 0-398</inkml:trace>
        </inkml:traceGroup>
        <inkml:traceGroup>
          <inkml:annotationXML>
            <emma:emma xmlns:emma="http://www.w3.org/2003/04/emma" version="1.0">
              <emma:interpretation id="{40EC54EF-FE58-4092-BBD7-C1F2485F300C}" emma:medium="tactile" emma:mode="ink">
                <msink:context xmlns:msink="http://schemas.microsoft.com/ink/2010/main" type="inkWord" rotatedBoundingBox="10086,6427 13662,6599 13558,8755 9982,8583">
                  <msink:destinationLink direction="to" ref="{D2D2A289-A73B-4406-B17F-16120D4B9301}"/>
                </msink:context>
              </emma:interpretation>
              <emma:one-of disjunction-type="recognition" id="oneOf5">
                <emma:interpretation id="interp25" emma:lang="en-US" emma:confidence="0.5">
                  <emma:literal>Distress</emma:literal>
                </emma:interpretation>
                <emma:interpretation id="interp26" emma:lang="en-US" emma:confidence="0">
                  <emma:literal>Dishes</emma:literal>
                </emma:interpretation>
                <emma:interpretation id="interp27" emma:lang="en-US" emma:confidence="0">
                  <emma:literal>(2840×458.</emma:literal>
                </emma:interpretation>
                <emma:interpretation id="interp28" emma:lang="en-US" emma:confidence="0">
                  <emma:literal>Dresses</emma:literal>
                </emma:interpretation>
                <emma:interpretation id="interp29" emma:lang="en-US" emma:confidence="0">
                  <emma:literal>(2840±458.</emma:literal>
                </emma:interpretation>
              </emma:one-of>
            </emma:emma>
          </inkml:annotationXML>
          <inkml:trace contextRef="#ctx0" brushRef="#br0" timeOffset="64579.3869">372-40 1709,'0'0'549,"0"0"-452,0 0-74,0 0 22,0 0 32,0 0 59,0 0-17,0 0 10,0 0-17,0 0-70,-65-20-42,58 33 0,-2 4 10,0 6 51,-2 4-30,-1 8-15,-2 3-2,3 6-14,-3 1-2,0 5-1,3 2-10,-1-1-28,4-1 12,-1 0-3,6-2-20,-1-3 24,4-2-59,0-6-3,4-5-62,5-3-109,2-7-186,0-8-217,4-10-46</inkml:trace>
          <inkml:trace contextRef="#ctx0" brushRef="#br0" timeOffset="64777.5445">513 133 2436,'0'0'435,"0"0"-435,0 0-35,0 0 15,0 0 20,0 0 22,0 0 13,75-49 10,-49 43-9,0 3-36,-1 3-45,-3 0-23,-4 9-25,-2 4 35,-2 5 13,-6 6 45,-7 5 26,-1 7 35,-9 4-39,-8 2 7,-5 2-28,-2-5-1,-2-3-19,0-6 19,0-1 18,1-5 5,1-2-4,0-2 13,2-6 4,5-3-14,1-3 10,6-4 26,2 0 19,2-3-10,4-1-10,1 0-12,1 0-45,0 0-3,0 0-26,3 0 4,6-1-62,5-4-6,6-1 65,5 1 5,7 0 20,3 1-45,2 0-13,2 3 3,3 0 32,-2-2-25,2 2-24,-2 0-25,2-4-149,0-1-185,-10 0 184,18-10-379</inkml:trace>
          <inkml:trace contextRef="#ctx0" brushRef="#br0" timeOffset="65352.1383">1230 321 1083,'0'0'1017,"0"0"-829,0 0-172,0 0 17,0 0 77,0 0 70,0 0 27,0 0-28,0 0-63,0 0-83,-49 13-31,60-17 25,4-2 36,3-4 14,1-1-1,4-3-50,-1-4-7,1 0 38,-1-1-16,-1-3-38,1 1 1,-5-1 24,-1 0 7,-3 3-35,-3 0 0,-4 1 13,-5 1 28,-1 2-41,-1-2 0,-11 1 24,-1 1-24,-7-2-9,-5 3-33,-5 3 27,-3 1-20,-1 5-19,-2 5-19,-1 3 44,4 6-3,0 5-18,4 2-17,3 2 25,6 5-15,6-1-30,5 2 4,6 2 3,3-2 22,4 5-6,11-2-1,5 2 65,7-1 11,5-2 6,4-2-15,3 0 19,3-2-9,-3-2-12,-2-1-13,-2 2 13,-3 0 9,-3 1-9,-4-1-35,-6 2 35,-6 2-3,-6 1-23,-7 1 26,0 1 35,-13 2 17,-7-2-20,-4-1 10,-2-4 16,-3-3 22,1-5-26,-2-5-6,1-2 19,-1-4 16,3-1-25,2-3-11,2 0 17,4-7 44,1-3-29,3-3-10,3-4 32,1-3-6,7-6-92,2-4-3,2-1-44,6-2 6,10-1-34,7 2-1,3 3 10,7 0 9,5 2-28,3 4 2,0 1-47,2 4-27,0 3-170,-11 5-445,11-6-438</inkml:trace>
          <inkml:trace contextRef="#ctx0" brushRef="#br0" timeOffset="65600.9834">1551 225 1744,'0'0'1177,"0"0"-1071,0 0-74,0 0-32,0 0-22,0 0-33,0 0 55,0 0 116,0 0-43,81 64-38,-41-40-35,0 2-10,2 2 7,-3 3-36,-3 4 39,-3 1-54,-4 2-39,-3 4 45,-3-2 35,-3-2-119,-4-2-45,-2-5-39,0-6-50,-2-7-123,-3-8-99,-2-4 2,4-6-182</inkml:trace>
          <inkml:trace contextRef="#ctx0" brushRef="#br0" timeOffset="65835.7111">2100 181 1319,'0'0'1542,"0"0"-1336,0 0-158,0 0 6,0 0-12,0 0-17,-91 20 1,74-2 19,-5 5-7,2 7-16,-3 5-19,-1 3 13,-2 5-1,-2 3-15,1 3-22,-2 2 3,3-3-4,5-3-40,-1-3 24,7-6 7,4-9-12,4-7-52,4-3-119,3-8-134,1-3-78,10-6-233,0 0 94,14-15-181</inkml:trace>
          <inkml:trace contextRef="#ctx0" brushRef="#br0" timeOffset="66107.622">2394 223 307,'0'0'2707,"0"0"-2339,0 0-304,0 0-23,0 0-3,0 0-22,0 0 15,0 0 17,0 0-48,0 0-24,-62 85 11,49-56 10,-1 3-38,2 2 12,-2 7 29,1 1-13,0 2 4,4 0-36,3-1 45,2-4-1,4-7-15,1-4 16,10-6 54,7-4-15,3-5-20,6-4-16,6-4 47,6-5 7,6-1-47,1-8-9,4-4-2,2-1-23,-3-3-71,0 0-80,-4 3-100,-3 0-149,-12 5-281,3-6-389</inkml:trace>
          <inkml:trace contextRef="#ctx0" brushRef="#br0" timeOffset="66303.679">2607 452 1964,'0'0'972,"0"0"-885,0 0-61,-90 31-26,68-13 144,5 6 15,2 5-79,7 6-42,2 3 22,4 8 7,2 1-67,0 4-32,0 3-19,5 2-6,-1 2-140,0-3-107,-4-1-131,2-13-369,-4 11-754</inkml:trace>
          <inkml:trace contextRef="#ctx0" brushRef="#br0" timeOffset="-23001.989">-210-615 1091,'0'0'456,"0"0"-401,0 0-26,0 0-29,-37-65 238,32 53 63,2 6-100,0-1-130,3 2 20,0 4-14,0-1-48,0 1-27,0 1-2,0-1-10,0 1-48,0 0-10,0 0 13,3 0 0,5 0 3,6 0 42,6 2 10,3 1 28,6 1-28,7 0 0,6 0 13,10-1 36,5 0-37,8-1-11,3 1 14,6-2-15,2 1-2,6-1 2,5 2 1,1-2 9,-2 1-10,2 1-23,0 1 23,1-2 32,-2 0-32,3 1-9,0-2 9,-2 0 0,-1-1-1,-4 0-20,2 1 21,-4-1 1,-3 1-1,3 1-14,-5 0 14,-1-1 0,-3 4-30,-3 0 7,-5-2 23,-4 1-1,-4 2-12,-2-4-7,-4 2 20,-3 0 13,-3-2-13,-3-1-18,-2 2 18,-3-3 7,-1 0-7,-3 0-27,-3 0 27,-1 0 19,-2-1-19,-1-2-17,-2 1 17,-4-1 29,-2 2-29,-2-1 0,-1-1 10,-1 2 19,-4-1-17,2-1-11,0 2 21,-3 0 7,-1 0-29,1-2-14,-3 2 14,1 1 9,-1-1-9,-2 0-29,1-1 3,-2 2 7,3 0-23,-2 0 6,0 4 17,1 0 17,-1-1-15,1 2 17,-1 1 0,1 0 0,1 2 4,-1 2-4,0 2 3,1 0-3,-1 0 1,2 4 12,1 0 0,-1 2 3,0 4-16,1 2 0,1 0 31,-2 6-5,1 1-10,-1 4 17,0 2-1,2 3-6,-2 1 19,0 3-19,0-1 3,1 4-6,-1-1 41,0-1-35,1 2-9,-1-3 12,0 2-6,0-2-24,0 0 0,0 1 30,1-1 7,-1-3-17,0 2 7,0-2-10,-1 0 4,1-1 6,0 0 9,1-2-6,0 1 4,-1-3-11,1 2-24,-1-4 19,-1 1-17,0-2-1,-1 1 1,-1-2 10,0 2-1,0-2-12,-1 0-12,-1 0 12,1-1 0,-2-1-11,1-5 11,2 1 3,-2-3 15,2-4-18,-3 2 0,4-1 3,-2-2-1,1-2-2,-2-2-3,1-2 3,-1-2 13,-1-2-13,2-2 1,-2 0 18,0-1-7,0-3-12,0 1 0,0-1 0,0 0 0,0-1 0,0 1 0,0-1 7,0-1 25,0 1-20,0-1-10,-5 3 36,-1-1 3,-5-1-41,-1 3 0,-5-1 18,-2 1 11,-4-2-29,-6 2-10,-1 3 10,-7-2 0,-5 1-3,-4 1-22,-3-1 25,-6 3 0,-3-1 0,-1-2 0,-1 2 9,-1 0 14,-1-1-23,2 0 0,0-1 0,1 1 35,2-2-35,0-1 0,4-2 9,0-1 1,-1 2-10,1-3-7,-2 0 7,0 0 0,-4 0-3,0 0-21,0-1 24,-3-2 12,0 3-12,3-1 0,-2 0 15,-1-1-15,0 2-19,0-1 3,-1 1 16,0-2 46,-1-1-46,1-1 0,1-1 9,-2 0-9,2-3-1,0-1 1,0 0 0,3 0 11,-1 0-11,2 0-16,2 3 16,5-1 0,1 2-6,4 3-29,3-2 35,4 1 28,3 0-28,2 1-27,1-2 26,1 2-30,2-4 31,1 1-38,-1-1 38,1-2 31,-1-1-31,0 0-4,0-1 4,-1-2 16,1 3-16,4-1 0,1 1 54,2 0-54,3 0-3,1 2-25,4 1 28,3-1 18,2 5-18,0-2-26,3 2 23,-1-1 1,4 2-20,-3-2-10,4 1 19,0 1 10,0 1-26,2 0-16,-2 0-9,3 0-36,-1 0-22,-1 0 3,-1 0-23,-1 0-55,-1 0-20,-1 0-55,0 4-131,0-2-232</inkml:trace>
          <inkml:trace contextRef="#ctx0" brushRef="#br0" timeOffset="83406.7874">2504 885 59,'0'0'29,"0"0"26,0 0-2,0 0 67,0 0 255,0 0-166,0 0-108,0 0-16,0 0-1,0 0 7,0 0 17,-10-26 9,10 26 0,0 0-32,0 0-36,0 0-4,-2 0 7,2 0-23,0 0-9,-1 0 19,1 0 0,0 0-20,0 0 1,0 0 19,0 0-1,0 0-25,-2 1-11,2-1 20,0 0 7,0 0-25,-1 0 18,1 0 37,0 0 9,0 0-23,0 0 4,0 0 35,-2 0 9,2 0-31,0 0-27,0 0 7,0 0-3,0 0-39,0 0 0,0 0 15,0 0-15,0 0-26,0 0-16,0 0 13,0 0 13,0 0-10,3-1 26,3-3 46,4-1 51,2-2-7,1-3-16,2-3 19,1-1-10,2-3-35,-2-2-16,2 0 13,-2-3 6,1 2-29,-3-4 1,0 1 37,-3-2 4,1-2-39,-2 1-12,-1-3 25,0 1-11,-1 0-27,-1-2 0,-3 2 32,2-1 9,-4 2-12,-2-1-29,0 2 22,0-2 16,-5 3-38,-3 1 1,-3 1 14,-1 4-15,0 1-1,-2 4-41,-2 2 23,-1 3-3,-4 6-28,-3 3-17,-7 1 26,-2 10 3,-8 4-13,0 7 3,-1 3 48,-1 0 0,6 4 0,2 0-21,6 0 21,3-2 9,9 0-9,3-2-31,6 1 15,6 0 15,2-1-63,4-1 16,6 0 29,6 0-4,4-2-9,0 0-9,6-1 41,4 0 0,1-3 19,2 0-16,1 0 29,3-1 22,-2-3-41,0 2 13,-2 0-26,-3 0-12,-1 1 12,-2 0 1,-5 2 1,-2 1-4,-5-1-11,-1 3 13,-4 1 26,-4 0-23,-3 3 19,-3-1 4,-1 3-13,-7-3 6,-5 0 22,-4-1 7,-2-2-10,-4-3 7,-3 1-20,-1-5-3,0-1 26,-1-4 9,0-3-19,-3-4-13,1-1 13,0-2 0,1-1 6,0-7-25,4 1 16,2-6 12,3-4 6,7-1-24,4-5-29,5-3-2,4-5-42,7-4-9,12-1-35,9-2 3,9-2 6,11 3 9,6-2 7,8 3 15,3 4-35,4 3-19,2 6-67,4 3-391,-19 7-499,21-8-188</inkml:trace>
          <inkml:trace contextRef="#ctx0" brushRef="#br0" timeOffset="123865.3997">888 755 1375,'0'0'205,"0"0"-87,0 0-27,0 0-62,0 0-29,0 0-39,0 0-36,0 0-29,0 0-7,0 0 10,-33-21 1,39 21-27,4 0-20,0 0-26,16 0-136</inkml:trace>
          <inkml:trace contextRef="#ctx0" brushRef="#br0" timeOffset="124698.7875">2717 868 1231,'0'0'309,"0"0"-205,0 0-101,0 0-3,0 0-17,0 0-25,0 0-7,0 0 23,0 0 7,0 0 2,0 0-9,-3-1-3,3 1-23,0 0-52,0 0-56,0 0-52,0 0-32,0 0-213,3 1 265</inkml:trace>
        </inkml:traceGroup>
        <inkml:traceGroup>
          <inkml:annotationXML>
            <emma:emma xmlns:emma="http://www.w3.org/2003/04/emma" version="1.0">
              <emma:interpretation id="{28A078C7-70A3-45BC-B59A-B204B241C0E1}" emma:medium="tactile" emma:mode="ink">
                <msink:context xmlns:msink="http://schemas.microsoft.com/ink/2010/main" type="inkWord" rotatedBoundingBox="16768,6692 20958,6699 20954,8846 16763,8838">
                  <msink:destinationLink direction="with" ref="{AF0FB0FB-F4FF-465B-88B6-1216CE861256}"/>
                </msink:context>
              </emma:interpretation>
              <emma:one-of disjunction-type="recognition" id="oneOf6">
                <emma:interpretation id="interp30" emma:lang="en-US" emma:confidence="0.5">
                  <emma:literal>(1284×48</emma:literal>
                </emma:interpretation>
                <emma:interpretation id="interp31" emma:lang="en-US" emma:confidence="0">
                  <emma:literal>11284×48</emma:literal>
                </emma:interpretation>
                <emma:interpretation id="interp32" emma:lang="en-US" emma:confidence="0">
                  <emma:literal>1128×48</emma:literal>
                </emma:interpretation>
                <emma:interpretation id="interp33" emma:lang="en-US" emma:confidence="0">
                  <emma:literal>(1286×48</emma:literal>
                </emma:interpretation>
                <emma:interpretation id="interp34" emma:lang="en-US" emma:confidence="0">
                  <emma:literal>11286×48</emma:literal>
                </emma:interpretation>
              </emma:one-of>
            </emma:emma>
          </inkml:annotationXML>
          <inkml:trace contextRef="#ctx0" brushRef="#br0" timeOffset="67065.8146">6941 74 424,'0'0'1137,"0"0"-1075,0 0-62,0 0-23,0 0 23,0 0 65,0 0 33,0 0 38,0 0 52,0 0 3,0 0-55,50-22-36,-50 22-3,0 0-16,0 0-65,3 9-3,0 7 100,0 8 76,3 8-58,-2 10-35,0 6-32,-1 6-23,0 1-41,-1 4 7,-1-3-7,-1 3 0,2-2-28,-1-1-20,1-5 26,0-4-39,5-4-115,-2-7-84,1-7-88,-1-8-278,1-8-201</inkml:trace>
          <inkml:trace contextRef="#ctx0" brushRef="#br0" timeOffset="67485.4654">7277 284 2932,'0'0'553,"0"0"-483,0 0-70,0 0 0,0 0 1,0 0 52,0 0-34,0 0 10,0 0 56,0 0-16,86-39-48,-51 35-20,0 3 27,0 1-28,-3 0-34,-6 4-23,0 5 20,-4 4 2,-5 5-3,-6 4 25,-6 6 13,-5 7 47,-7 7-46,-12 4 0,-8 4-1,-7 1-21,-2-5-36,-1-1 35,-1-6 22,0-4 44,2-7-41,2-4-3,4-4 32,3-6 9,5-3-25,3-4-16,8-2 37,4-1 17,5-3-54,2-1-13,0 0-21,0 0-13,11 0-26,4 0 73,10-1 3,5-4 40,9-1-43,5 0-35,5-1 20,8-1 12,3-1-12,4 1-30,0-2-5,4-2 5,1 0-53,-3 0-145,-1-2-158,0-2-226,-20 3-432,16-10-6</inkml:trace>
          <inkml:trace contextRef="#ctx0" brushRef="#br0" timeOffset="68072.5809">8049 500 893,'0'0'1086,"0"0"-953,0 0-55,-83 0 77,65 0 81,10 0-1,3 0-3,2 0-25,3 0-41,0 0-153,3 0 12,7 0-25,6 0 80,5 0 2,4-1-9,1-6-4,5-2-18,0 0-17,-2-3 7,3-3 9,-2 0 19,0-3 1,-2 0-14,-1 0 1,-4 0-17,0 0-18,-3 0-10,-4 1 13,-3 0 0,-6 3-9,-1-2-13,-6 2 22,0-1-23,-3 1-2,-5-3-25,-8 0 3,-3 3-18,-5 1-23,-4 2-15,-3 5 10,-1 2 4,-3 4-8,1 3 9,0 6 19,3 4 9,2 2-15,3 5-4,4 2 26,6 2-20,5 2 17,5 2-20,6 2 16,3 1 10,14 0-20,2-1 7,9 3 38,2-3-22,3-3 22,3 3 0,3-1 25,-2-1 4,2-1 3,-3 0-13,-2-1 6,-3-2-24,-3 1-1,-5-1 1,-6-2 0,-4 0 26,-6-1-27,-5-2 0,-2 0 37,-9 2 1,-8-3-4,-4 0-15,-5-4 10,-2-3-4,-3-3-24,1-3 2,-2-2 29,1-3-10,-1-2-19,0-5 10,3-5 28,2-2-4,4-3-18,4-4 10,4-1 18,7-7-46,5-3-1,3-1-63,12-3 19,10 0-19,9 1-44,5 3-4,10 3 22,2 4-6,5 3-68,3 1-80,3 3-24,0 0-50,1 1-88,-19 6-180,19-3-63</inkml:trace>
          <inkml:trace contextRef="#ctx0" brushRef="#br0" timeOffset="68307.0694">8900 311 1239,'0'0'1046,"0"0"-933,0 0 45,0 0 107,0 0 1,0 0-135,0 0-121,0 0 15,0 0 61,0 0 77,0 0 14,112 72-41,-70-48-83,1 3-40,5 2 21,-4 0-18,2 2-16,-4 1-20,-2 3 20,-2 1 0,-5 0-16,-3 0-53,-5-1-35,-3-5-54,-4-4-87,-5-5-91,0-6-85,-6-4-198,-4-9-210,-3-4-198</inkml:trace>
          <inkml:trace contextRef="#ctx0" brushRef="#br0" timeOffset="68530.6932">9277 213 1041,'0'0'1741,"0"0"-1474,0 0-130,0 0-9,0 0-71,0 0-56,0 0 31,0 0 32,-79 71-10,67-35-13,1 6 0,-2 3-9,-2 5-32,2 2-41,-5 3 40,-2 2-1,1 0-38,0-2-58,2-6-4,-1-7 0,7-6-38,2-7-56,5-9-39,4-7-75,2-7-173,6-3-112,14-8 54</inkml:trace>
          <inkml:trace contextRef="#ctx0" brushRef="#br0" timeOffset="68840.7707">10042 132 1672,'0'0'1335,"0"0"-1216,0 0-119,0 0 0,0 0 35,0 0 32,0 0 29,0 0-11,-49 85-34,34-58 0,1 5 9,-3 1 1,1 6-23,1 1 6,-3 1 3,2 1-3,5 0-16,1-2 7,5-3 19,5-3-7,0-3 15,9-4-17,5 0 2,8-6-10,1-1-15,9-5-3,3-2 12,5-3-12,2-3-8,2-5-11,1-2-1,-2 0-2,3-2-50,-4-5-65,-2 0-71,-2-4-64,-6 1-147,-4-3-223,-9 1-433,-2-8-149</inkml:trace>
          <inkml:trace contextRef="#ctx0" brushRef="#br0" timeOffset="69018.2785">10341 448 1884,'0'0'1090,"0"0"-978,0 0-67,0 0 70,-45 74 127,41-41-17,-1 12-24,5 5-24,-3 7-62,3 6-62,-2 5-53,-7 8 0,-2 4-3,-8 7-44,-4 2-59,-8 4-124,-3 3-70,-9-4-187,10-21-270,-34 25-623</inkml:trace>
          <inkml:trace contextRef="#ctx0" brushRef="#br0" timeOffset="-22019.2446">6470-515 1091,'0'0'800,"0"0"-566,0 0-146,0 0 35,0 0 54,0 0 1,0 0-69,0 0-44,0 0-59,0 0-6,-42-20-74,46 28 13,4 8 58,4 7-17,1 7 19,2 10-12,1 8 11,-2 10-14,0 6 16,-2 10 2,-1 6 11,-5 8 0,-1 9 35,-2 4 4,-3 5-49,0 5 13,0-1 7,-5 1-1,-1-4 17,0-5 9,0-4-6,0-10-7,-2-4-13,1-8 4,0-9-23,1-8 26,4-8 6,-3-6-22,2-7-11,2-9 8,1-7-10,0-6-35,0-7-36,4-8-44,3-1 18,5-12 33,1-10-116,-1 3-448,10-35-534</inkml:trace>
          <inkml:trace contextRef="#ctx0" brushRef="#br0" timeOffset="84781.4237">9929 747 878,'0'0'1411,"0"0"-1278,0 0-98,0 0 33,0 0 10,0 0-10,0 0-52,0 0-16,0 0 112,0 0 49,73-14-30,-36 2-41,3-2 12,2-2 13,0-5-23,4-1 3,-2-4 10,-2 0 14,1-3-37,-3 2-16,-2-3-6,-4 2 6,-3-1-31,-3 4-20,-5-1 29,0-1-19,-7 2-22,0 1-3,-4 2 0,-2 0 22,-5 0-10,-2 2-12,-3-2 1,0 0 0,-3 0-1,-6-1-21,-2 1 8,-3 2-6,-5 0-12,-2 4 3,-1 4 0,-6 3 0,-5 5-20,-2 3-27,-4 1 21,-2 8 32,1 3 21,0 3-2,0 3-9,4 2 11,2 4-31,3 1-3,4 2-2,3 2 8,4 1 1,5 2-13,5 0 3,4 1 16,4 1-26,2-3 16,6 1 20,6 0 11,3-1 1,5 0 12,3-1 1,3 1 0,-2-5 9,4 3-21,1-4 0,-1-4 0,1 2 31,-2-2-29,2-1-1,-3 0 11,1 2 9,-5-2-16,1-1 7,-3 0-10,-4 0 10,2 0-13,-7 0-2,0 0 2,-3 0 1,-5 1 1,-3 2 17,0 1 3,-8 1 0,-7 4-3,-3-2-17,-5-1 17,-3 0 3,-2-4-19,-3-2 10,0-2 12,-3-7 6,1 1-12,2-5 9,-3-4 13,4-1 3,4-5 13,3-6-10,6-1 22,3-3-4,5-6-21,6-4-32,3-4-12,6-7-10,12-6-33,7-4-7,9-5 12,8-2-18,2-3-14,6 1 1,0 1 7,0 0-61,-2 2-121,-3 3-212,-12 16-356,7-18-553</inkml:trace>
        </inkml:traceGroup>
      </inkml:traceGroup>
      <inkml:traceGroup>
        <inkml:annotationXML>
          <emma:emma xmlns:emma="http://www.w3.org/2003/04/emma" version="1.0">
            <emma:interpretation id="{B5C7A8C8-7306-4FFB-A138-8A253AEEBF75}" emma:medium="tactile" emma:mode="ink">
              <msink:context xmlns:msink="http://schemas.microsoft.com/ink/2010/main" type="line" rotatedBoundingBox="10863,9097 12043,9336 11935,9872 10755,9633">
                <msink:destinationLink direction="with" ref="{98461A64-5931-4970-A865-0BD6DD098FFD}"/>
              </msink:context>
            </emma:interpretation>
          </emma:emma>
        </inkml:annotationXML>
        <inkml:traceGroup>
          <inkml:annotationXML>
            <emma:emma xmlns:emma="http://www.w3.org/2003/04/emma" version="1.0">
              <emma:interpretation id="{0F32C386-BC4A-4D51-B480-36497C67BBBE}" emma:medium="tactile" emma:mode="ink">
                <msink:context xmlns:msink="http://schemas.microsoft.com/ink/2010/main" type="inkWord" rotatedBoundingBox="10863,9097 12043,9336 11935,9872 10755,9633"/>
              </emma:interpretation>
              <emma:one-of disjunction-type="recognition" id="oneOf7">
                <emma:interpretation id="interp35" emma:lang="en-US" emma:confidence="0.5">
                  <emma:literal>is</emma:literal>
                </emma:interpretation>
                <emma:interpretation id="interp36" emma:lang="en-US" emma:confidence="0.5">
                  <emma:literal>C s</emma:literal>
                </emma:interpretation>
                <emma:interpretation id="interp37" emma:lang="en-US" emma:confidence="0">
                  <emma:literal>c s</emma:literal>
                </emma:interpretation>
                <emma:interpretation id="interp38" emma:lang="en-US" emma:confidence="0">
                  <emma:literal>C S</emma:literal>
                </emma:interpretation>
                <emma:interpretation id="interp39" emma:lang="en-US" emma:confidence="0">
                  <emma:literal>CS</emma:literal>
                </emma:interpretation>
              </emma:one-of>
            </emma:emma>
          </inkml:annotationXML>
          <inkml:trace contextRef="#ctx0" brushRef="#br0" timeOffset="111811.5329">1582 2093 1901,'0'0'234,"0"0"-205,0 0 78,0 0 110,-93-24-40,73 21-61,-2 2-13,2 1 0,3 0-20,1 0-3,2 0-80,1 3-10,1 0-66,3 4 2,-2 3-10,2 2-22,1 1 13,0 4 38,1 1 53,4 1-79,3-1 1,0 1 48,3 1 31,7 0-49,5 0-22,3 1 27,5-2 43,4 1-37,1-2 11,3-1 28,0-1 29,-2-2-29,-3 0 1,0 0 22,-5-3 22,-6-2-23,-1-1-21,-7-3 11,-1 0-9,-3-4-2,-3 2 28,0-2 68,-1 0 29,-8 4 32,-7 0-84,-4 1-45,-7 2-29,-4-1-1,-5 0-22,-2-1 22,-1-1 1,-2 1 11,-2-2 2,1-2-13,2 2-1,1-2-70,3 2-138,4 0-189,8 0-359,-5-1-510</inkml:trace>
          <inkml:trace contextRef="#ctx0" brushRef="#br0" timeOffset="98154.6729">-6512 2207 795,'0'0'1582,"0"0"-1514,0 0-33,0 0 33,0 0 38,0 0 20,0 0-20,0 0 0,0 0-7,0 0-47,0 0-8,-19-46-12,25 43 10,1-2-26,2 0-3,1-1 12,0 1-3,7 0 7,2-2-7,1 4 13,6-2-6,3-1 3,4 1-4,5-1 36,6-2 5,5 0-9,3-1-3,9-1-7,0-2-21,7 1-16,0-1-11,4-1-2,0 1 1,3-1-1,-2 0-19,0 1 0,-2 2 17,-3 2-20,-4 2 0,-4 1 0,-4 2 18,-6 2-18,-6 1-3,-6 0 14,-7 0 9,-3 0-9,-5 0-2,-6 2 13,-3-2 12,-2 2-12,-3-2 0,-2 0 15,1 0 10,-2 0-22,0 0-3,0 0 16,-2 0-16,2 0 0,-3 0-29,0 0 27,0 0 0,-2 1-23,2 2-4,1-1 29,-1 1-1,0 2-18,3 3 18,-2 0 1,0 4 16,2 4-15,-1 2-1,-3 3 16,3 8 6,-4 2-22,3 5-8,-4 5 8,2 3 12,-1 4-12,1 4-6,-2 1 6,1 3 32,-1 0-7,0 2 3,0-2 16,0 1 16,0-2-38,-1-1 10,1-1 8,0-1 14,0-1-39,0-3-2,0-3 19,0-3 27,-2-2-55,2-3-3,-1 1 39,1-2 4,0 0-44,-2-1 0,1 0 6,-2-2 35,2-1-41,-2 0 1,3-1 22,-3 0 5,3-2-28,-1 0-9,1-1 9,0-2 12,-2-3-12,2 1 0,-1-5 4,1-1-1,-2-5-3,1-1 0,-1-2 3,1-2 25,-2-1-28,-2 2-3,3-1 3,-5-1 0,2 2 0,-2-1-22,0-2 22,-2 3 3,-1-2-3,0-2-3,-4 2 3,-1-2 3,-3 0-3,-1 0-9,-6 0 9,-1 0 0,-5 1-7,-4 0-17,-4 0 24,-7 2 0,1 0 0,-7 2 0,-1-1 0,-3 2 15,-3-1-15,-3 0-6,-4 1 6,-4-2 25,-3 2-25,-6-1-25,-3-1 25,-2 2 25,0-3-25,2 0 0,6 0 3,5-3 31,5-3-34,7 1-3,7-3 3,7 0 22,8-3-22,6-3-43,9 3 43,5-3-2,7 1-39,2 1-40,5 3 12,3 0-24,0 0-103,0-2-82,7 0-148,3-2-49,0-1 71,-2 0-291,1-3-113</inkml:trace>
        </inkml:traceGroup>
      </inkml:traceGroup>
    </inkml:traceGroup>
    <inkml:traceGroup>
      <inkml:annotationXML>
        <emma:emma xmlns:emma="http://www.w3.org/2003/04/emma" version="1.0">
          <emma:interpretation id="{A3A2E817-0A09-4C79-97DD-1E4155822F3A}" emma:medium="tactile" emma:mode="ink">
            <msink:context xmlns:msink="http://schemas.microsoft.com/ink/2010/main" type="paragraph" rotatedBoundingBox="18542,9543 19933,9429 19976,9946 18584,10060" alignmentLevel="3"/>
          </emma:interpretation>
        </emma:emma>
      </inkml:annotationXML>
      <inkml:traceGroup>
        <inkml:annotationXML>
          <emma:emma xmlns:emma="http://www.w3.org/2003/04/emma" version="1.0">
            <emma:interpretation id="{0ABA671B-FEB6-457E-B537-A00EBF1CC1B6}" emma:medium="tactile" emma:mode="ink">
              <msink:context xmlns:msink="http://schemas.microsoft.com/ink/2010/main" type="line" rotatedBoundingBox="18542,9543 19933,9429 19976,9946 18584,10060">
                <msink:destinationLink direction="with" ref="{98461A64-5931-4970-A865-0BD6DD098FFD}"/>
              </msink:context>
            </emma:interpretation>
          </emma:emma>
        </inkml:annotationXML>
        <inkml:traceGroup>
          <inkml:annotationXML>
            <emma:emma xmlns:emma="http://www.w3.org/2003/04/emma" version="1.0">
              <emma:interpretation id="{97DFBD37-5742-436E-A64A-AE5CB82E18E5}" emma:medium="tactile" emma:mode="ink">
                <msink:context xmlns:msink="http://schemas.microsoft.com/ink/2010/main" type="inkWord" rotatedBoundingBox="18542,9543 19933,9429 19976,9946 18584,10060"/>
              </emma:interpretation>
              <emma:one-of disjunction-type="recognition" id="oneOf8">
                <emma:interpretation id="interp40" emma:lang="en-US" emma:confidence="0.5">
                  <emma:literal>is</emma:literal>
                </emma:interpretation>
                <emma:interpretation id="interp41" emma:lang="en-US" emma:confidence="0.5">
                  <emma:literal>C s</emma:literal>
                </emma:interpretation>
                <emma:interpretation id="interp42" emma:lang="en-US" emma:confidence="0">
                  <emma:literal>as</emma:literal>
                </emma:interpretation>
                <emma:interpretation id="interp43" emma:lang="en-US" emma:confidence="0">
                  <emma:literal>C .</emma:literal>
                </emma:interpretation>
                <emma:interpretation id="interp44" emma:lang="en-US" emma:confidence="0">
                  <emma:literal>c s</emma:literal>
                </emma:interpretation>
              </emma:one-of>
            </emma:emma>
          </inkml:annotationXML>
          <inkml:trace contextRef="#ctx0" brushRef="#br0" timeOffset="112720.0182">8582 2385 1039,'0'0'29,"0"0"450,0 0-278,0 0 4,0 0 119,0 0 35,0 0-53,0 0-92,0 0-73,0 0-49,0 0-6,-43-29-41,35 27-17,-3 2-3,-3 0-25,-2 2-41,-4 6 6,-3-1 35,0 5 34,-2 2-34,-1 3-22,-1 4 20,3-1-1,2 4-42,0 4-9,4-1 41,3 3-31,5 0-7,5 0-16,5-2 22,4-1 23,12-1-52,6-2-16,9-3 39,6-3-23,8-5-48,5-4-26,7-6-10,2-3-72,3-2-186,-15-5-231,28-13-372</inkml:trace>
          <inkml:trace contextRef="#ctx0" brushRef="#br0" timeOffset="113107.7107">9601 2292 1759,'0'0'688,"0"0"-527,0 0-148,0 0 122,-80-52 68,57 44-1,-1 3-65,-1 2-54,-1 0 19,1 3-23,2 0-54,1 1-25,2 5-25,3 5-10,-2 0-32,2 3 4,3 3 25,-4 1 12,5 3 1,-1 0-4,2 2 7,1 0 9,2 0-6,2 2-10,3-1-6,2-4 12,2 3-25,3-4 13,10-1 9,1-1 26,9-2 45,3 0 16,3-3-3,3 0 9,2-4-26,0 2-25,-1-2 3,-4 1-16,-1-1 7,-7 0-10,-4 0-19,-7-2 18,-1-2-2,-9 1-25,0-1 28,-12 3 45,-9 0 25,-8 4-70,-14-1-7,-5 0-34,-7-1-16,-2-2-14,-4-1-12,-4-2-42,-3 0-48,-6-1-110,-4-1-157,-9-2-152,22 0-23</inkml:trace>
        </inkml:traceGroup>
      </inkml:traceGroup>
    </inkml:traceGroup>
    <inkml:traceGroup>
      <inkml:annotationXML>
        <emma:emma xmlns:emma="http://www.w3.org/2003/04/emma" version="1.0">
          <emma:interpretation id="{12B9FCAC-6406-4A69-B1F1-510054ED4F34}" emma:medium="tactile" emma:mode="ink">
            <msink:context xmlns:msink="http://schemas.microsoft.com/ink/2010/main" type="paragraph" rotatedBoundingBox="8100,10987 21592,10808 21626,13355 8133,13534" alignmentLevel="2"/>
          </emma:interpretation>
        </emma:emma>
      </inkml:annotationXML>
      <inkml:traceGroup>
        <inkml:annotationXML>
          <emma:emma xmlns:emma="http://www.w3.org/2003/04/emma" version="1.0">
            <emma:interpretation id="{A6B3FFEE-6657-436A-9A7D-C2EAB87EB8A5}" emma:medium="tactile" emma:mode="ink">
              <msink:context xmlns:msink="http://schemas.microsoft.com/ink/2010/main" type="line" rotatedBoundingBox="8100,10987 21592,10808 21626,13355 8133,13534">
                <msink:destinationLink direction="with" ref="{98461A64-5931-4970-A865-0BD6DD098FFD}"/>
              </msink:context>
            </emma:interpretation>
          </emma:emma>
        </inkml:annotationXML>
        <inkml:traceGroup>
          <inkml:annotationXML>
            <emma:emma xmlns:emma="http://www.w3.org/2003/04/emma" version="1.0">
              <emma:interpretation id="{BBEFEA85-11FF-4935-962C-DB231BF9339C}" emma:medium="tactile" emma:mode="ink">
                <msink:context xmlns:msink="http://schemas.microsoft.com/ink/2010/main" type="inkWord" rotatedBoundingBox="8124,12869 8263,12867 8272,13533 8133,13534"/>
              </emma:interpretation>
              <emma:one-of disjunction-type="recognition" id="oneOf9">
                <emma:interpretation id="interp45" emma:lang="en-US" emma:confidence="0.5">
                  <emma:literal>.</emma:literal>
                </emma:interpretation>
                <emma:interpretation id="interp46" emma:lang="en-US" emma:confidence="0">
                  <emma:literal>,</emma:literal>
                </emma:interpretation>
                <emma:interpretation id="interp47" emma:lang="en-US" emma:confidence="0">
                  <emma:literal>I</emma:literal>
                </emma:interpretation>
                <emma:interpretation id="interp48" emma:lang="en-US" emma:confidence="0">
                  <emma:literal>'</emma:literal>
                </emma:interpretation>
                <emma:interpretation id="interp49" emma:lang="en-US" emma:confidence="0">
                  <emma:literal>1</emma:literal>
                </emma:interpretation>
              </emma:one-of>
            </emma:emma>
          </inkml:annotationXML>
          <inkml:trace contextRef="#ctx0" brushRef="#br0" timeOffset="61129.3755">57 3874 326,'0'0'157,"0"0"-105,0 0-23,0 0 14,0 0 100,0 0-52,0 0 14,0 0 74,0 0 55,0 0-16,0 0-29,-70-13-11,70 12-32,0-1-51,0 2-24,2 0-23,-2 0-15,1 0-33,-1 0 0,2 0 28,-1 0 14,2 0-26,4-1 10,2 0 58,5-1 48,5 0-6,3-1-30,5-1-3,5-1 13,4 0-32,5 0-26,6 0-7,3-2-3,5-1-38,5 4-10,2-2 10,5 2 0,0 2-10,1 0-12,2 2 22,0 0-19,-2 2 15,2 1-31,-2 3 32,5 0 3,0 0 0,0 3 0,2-3 0,0 0-1,0 1 0,-3-1 1,0-1 0,0 1 0,-1-2 3,-3 4 10,-1-1-13,-1-1 0,-4 1 1,-3-1-1,-2-1-1,-1-2 1,-1 1 1,-1-2-1,-1-1 0,0 1 1,-3-2 12,-1 0-13,-1 0-1,-3 0-2,0-3 0,2 1 2,-1-2-1,1-2-13,2 3 14,-1-2-26,-1-1 25,2 1-2,-4-1 2,0-1-14,-5 2 13,-1 0 2,-4-1 1,-1 2 1,-3 0-1,-3 0 0,-2 3 0,-6-2-3,-1 2-12,-5 0 14,-2 1 1,-5 0-16,0 0 3,-4 0 10,0 0-10,0 0 10,-1 2 1,-1 2 2,2 1 16,-2 2-14,-1-1 1,3 2 13,-1 0-14,-1 0-2,5 2-14,-3-2 14,2 3-1,0-2-18,1 0 1,0 0 18,0-1 0,0-1 0,2 1-3,-3 0 3,1 0 0,3-1 0,-2-1 0,0 4 3,-1-3 0,1 0-3,-1 0 0,-2 1 0,1-1 16,-3-1-16,4 1 0,-2-1 13,-1-2-13,0 0 0,0 0 0,0-2 2,-2 2 20,2-2-20,0 2-2,-1 2 16,-1-1-1,1 1 5,-2 2-4,0 3 3,0 1-3,0 1-16,0 4 0,0 1 1,-3 1 2,1 0-3,2 4 0,-3 2 6,2 3 7,-1 2-13,-1 2-21,-1 3 21,1 2 0,0 3 0,-4 4-3,3 2 3,-2 2 0,2 2-7,-2 0-12,-1 2 19,1 1 3,2-1-3,-1 1 0,-2-3 0,0-2 4,1-2-4,1-2 0,-1-3 3,0-1-3,0-3-13,-2-1 2,3-1 11,-1-3 3,-1-2-3,3-1-9,-2-1 9,1-3 3,2-1-3,-2-4-17,2-1 17,-1-2 3,-1-1-3,0-4 0,1-1 10,-1-2 11,-1-3-21,-2 0 0,-1 1 17,1-2 12,-3-2-28,-1-1 1,-2-1 30,0 2-2,-2 0-30,-2-2 0,-1 3 23,-3-3 12,1 2-19,-3-1-13,-2-1 39,-2 2-7,-3 1-23,-3-1-11,-5 0 22,-1 1-20,-4 2-3,-2-1-6,-3 1 6,-3-1 1,-1 1-1,-1-2 0,-2 0 17,-3 0 4,0-1-20,-3-2 10,-3-1 21,1 0-3,-5 0-28,2 0 14,-2 0 20,1-1 19,0 0-16,1-2-3,2 2-1,2-1-5,1 1-29,3-2-20,3 2 20,0-2 15,2 0-15,1-2-28,-1-1 28,4-1 0,-2-1 0,-1-2-19,0-3 19,0-1 0,-4-3-40,-1-2-26,-1-2 28,-1-1 37,-2-2-2,1-2-18,-1-1 21,0 0 0,2 0-45,-2 3 7,3 0 38,1 5-2,4 5 2,1 5-22,4 4 9,4 4 1,3 1-11,2 3-21,4 5 21,2 2 20,2 2-22,3-1-7,5 0 10,5-1 9,3-2 0,7-3-22,6-3-26,3 0-44,0-2-191,6 0-78,7-3 99,-1-1-163,8-11-298</inkml:trace>
        </inkml:traceGroup>
        <inkml:traceGroup>
          <inkml:annotationXML>
            <emma:emma xmlns:emma="http://www.w3.org/2003/04/emma" version="1.0">
              <emma:interpretation id="{EB4C7BCD-F6F3-491F-A32C-9A8A3CA7C0B5}" emma:medium="tactile" emma:mode="ink">
                <msink:context xmlns:msink="http://schemas.microsoft.com/ink/2010/main" type="inkWord" rotatedBoundingBox="9533,10967 13883,10910 13909,12880 9559,12938"/>
              </emma:interpretation>
              <emma:one-of disjunction-type="recognition" id="oneOf10">
                <emma:interpretation id="interp50" emma:lang="en-US" emma:confidence="0.5">
                  <emma:literal>$iDrs.is</emma:literal>
                </emma:interpretation>
                <emma:interpretation id="interp51" emma:lang="en-US" emma:confidence="0">
                  <emma:literal>$iBus.is</emma:literal>
                </emma:interpretation>
                <emma:interpretation id="interp52" emma:lang="en-US" emma:confidence="0">
                  <emma:literal>$iDus.is</emma:literal>
                </emma:interpretation>
                <emma:interpretation id="interp53" emma:lang="en-US" emma:confidence="0">
                  <emma:literal>$iDis.is</emma:literal>
                </emma:interpretation>
                <emma:interpretation id="interp54" emma:lang="en-US" emma:confidence="0">
                  <emma:literal>$iDns.is</emma:literal>
                </emma:interpretation>
              </emma:one-of>
            </emma:emma>
          </inkml:annotationXML>
          <inkml:trace contextRef="#ctx0" brushRef="#br0" timeOffset="69799.0634">777 4731 388,'0'0'1686,"0"0"-1175,0 0-285,0 0-59,-42-77 96,38 66 74,1 5-100,2 3-105,1 2-70,0 0-7,0 1-55,0 0-30,0 0-39,0 2-6,-2 11-22,1 9 56,-3 12 41,-1 8 0,-1 8 0,1 4-1,-1 0-18,0-1 3,-1-3-28,4-3 6,2-6-54,1-4-45,0-5-67,3-3-155,5-7-141,-2-9-162,5-7-18</inkml:trace>
          <inkml:trace contextRef="#ctx0" brushRef="#br0" timeOffset="70183.8161">1081 4715 1820,'0'0'671,"0"0"-507,0 0-164,0 0-48,0 0-7,0 0 36,0 0 3,0 0-55,0 0 48,0 0 23,0 0 71,58 17-16,-41-5-13,-1 1-10,1 1 7,-2 0-23,-1 4 39,-4 0-10,-1 3 10,-3 3 6,-5 3 0,-1 1-13,0 3-29,-8 0 7,-3-1-14,-3-1-8,2-4 12,-1-3 6,-1-3-3,2-3-6,0-5 0,3-1 28,0-3-5,3-3-5,-1-2-2,5 0 16,-1-1 3,3-1-20,0 0 14,0 0 50,0 0-42,0 0-50,0 0-17,7 0 17,4-1-1,4-2 1,8-2-22,6 1-3,2 0 3,8 0-32,4 2-4,5-3 23,5 3 4,5-2-49,1-3-167,1-4-284,-15 4-289,19-12-412</inkml:trace>
          <inkml:trace contextRef="#ctx0" brushRef="#br0" timeOffset="70766.6453">1715 4839 1360,'0'0'1103,"0"0"-1006,0 0-72,0 0 72,-85 18 35,82-14-16,3-3-81,0 2-35,12 0 0,7 1 32,7 2 81,5-4-11,2-2-29,4 0-22,-1-1 16,-2-10-3,-2 1-23,1-4 3,-3-3 39,-4-1 12,-1-1-45,-4-1-15,-5-1 21,-2 1 1,-5 2-41,-3 0-15,-3 2 33,-3 2 10,0 0-43,-4-1 0,-7 2 1,-3 2-2,-3 1-72,-5 0-16,-4 4 57,-2 1-10,-3 4-32,1 1 4,-2 0 27,1 7 27,2 6-33,0 3-12,4 3 25,2 0 9,3 2-21,6 1-7,2-2 22,6 1-10,5 1-28,1-2 13,7 1 18,9 0 26,4-2-41,3-1 34,8-1 20,0-1 7,4-2-7,1 1 0,0-2 35,-2 0 10,1-1-35,-5 2 3,-2 1-10,-5-2 10,-6 1-13,-3 1 0,-5 0 0,-3 2 44,-6 1-18,0 0 9,-6 1 13,-6-1 9,-5-1-34,-3-1-11,-2-3 7,-2-2-19,-3-1 0,1-2 0,0-2 7,0-4 37,3-2-43,0 0-1,1-6 32,6-2 41,0-5-73,6-2-3,4-6-13,6-3-12,0-3-33,9-3-18,10 0 8,3 1 4,8 2-41,3 1-4,7 3 9,2 1-71,1 3-288,-11 3-272,15-3-83</inkml:trace>
          <inkml:trace contextRef="#ctx0" brushRef="#br0" timeOffset="71003.6222">2303 4682 2073,'0'0'1091,"0"0"-900,0 0-124,0 0 73,0 0-134,0 0-6,0 0-44,0 0 44,0 0 38,0 0-38,85 54 22,-44-28-3,2 2-17,2 3 0,-5 2-2,1 1 0,-6 0-2,-2 0-39,-4-1 3,-4 0-80,-4-3-60,0-4-69,-7-5-68,0-6-98,-6-5-162,-4-7-92</inkml:trace>
          <inkml:trace contextRef="#ctx0" brushRef="#br0" timeOffset="71237.775">2708 4571 391,'0'0'2583,"0"0"-2254,0 0-319,0 0-7,0 0-3,-79 26 54,65-8 13,0 4-35,-3 5-7,3 4 13,-5 5-6,1 3-31,-1 3-1,-4 4-16,0 3 14,2 1-11,-2-1-18,0-1 2,3-6 1,4-5-36,2-4-22,5-9-19,2-7-59,7-7-125,0-7-225,7-3-229,1-3 153,15-20-169</inkml:trace>
          <inkml:trace contextRef="#ctx0" brushRef="#br0" timeOffset="71537.8501">2945 4586 388,'0'0'2602,"0"0"-2171,0 0-409,0 0 4,0 0 6,0 0 78,0 0-24,0 0-32,0 0-17,0 0-37,0 0-27,-22 63 18,9-37 9,-3 5 22,0 2-22,-1 1 0,-1 1 6,3 0 10,-1 0-16,3-5 0,6 0 6,2-3-6,5-5 0,0-3-34,6-2 34,7-3 32,6-2-29,5-3 29,3-2 21,7-1-3,1-4-50,2-2-2,2 0 2,0 0 0,0-1-53,-2-6-35,-2 1-29,-3-1-64,-1-3-108,-5 1-125,-3-1-148,-7 1-205,-2-4-57</inkml:trace>
          <inkml:trace contextRef="#ctx0" brushRef="#br0" timeOffset="71727.3835">3147 4785 1791,'0'0'709,"0"0"-470,0 0-145,0 0-33,0 0-49,0 0 49,0 0-12,-11 65 40,17-31 58,1 4-32,2 7-70,-3 5-42,-2 3 13,0 4-16,-4 4-26,0 2-60,0 0-29,0 1-80,-4-2-159,1-16-199,-3 11-471</inkml:trace>
          <inkml:trace contextRef="#ctx0" brushRef="#br0" timeOffset="117495.657">3086 4957 13,'0'0'124,"0"0"107,0 0-12,0 0-7,0 0 36,0 0 9,0 0-72,0 0 167,0 0-96,0 0-75,4 0 1,-4 0-21,4 0-84,-1-4-15,2-2 41,2-4 15,3-5-34,1-3-30,3 0 10,0-2-3,-1-1-20,0 1 4,1-1 28,-2 0-19,-1 1-38,-1-2-14,1 0 33,-3 0 0,-1 0-34,-4-1-1,0-1 29,-1-1-3,-2 1-26,0-1-3,-3 2 3,-5-1 21,-3 3-21,-1 0 0,-1 6 13,-2 3 37,0 3-43,-4 3-5,2 5-2,-2 1 9,-4 1-9,0 8-44,0 5 42,-1 3-20,-2 4-32,1 3 3,2 2 51,2 0-2,2 2-8,4 0-31,0 1 22,6-1 6,2-1-31,1 0-10,6-1 12,0-2 26,4-1-28,6-1-9,4 0 53,4-1 29,5-1 3,3-1 13,2 1-1,3-1-2,1-1-29,2-1-10,-3 0-3,-2 1 19,-2-2-19,-2 2-21,-4 2 21,-3-2 16,-3 0-16,-5 3 0,-1-1 1,-8 2 21,-1 1-20,-4 0-2,-9 0-3,-4 0-19,-2-3-4,-5 1 4,-1-5 9,-4 0 13,-1-4-2,-2-2-16,1-3 18,1-3 13,-1-4 12,5 0-3,3-4-3,4-6 26,3-3-23,5-5-22,7-5-11,4-5-28,0-5-11,11-4-1,9-3-4,8 0 7,5 1-19,6 1-3,5 0-4,6 0-12,1 2-78,4 3-165,-14 8-343,18-10-411</inkml:trace>
          <inkml:trace contextRef="#ctx0" brushRef="#br0" timeOffset="120296.3243">2567 3909 1319,'0'0'23,"0"0"-10,0 0-13,0 0-85,0 0-32,0 0 6,0 0-26,0 0 10,0 0-19,0 0 18,0 0-84</inkml:trace>
          <inkml:trace contextRef="#ctx0" brushRef="#br0" timeOffset="120481.844">2603 3875 1391,'0'0'166,"0"0"-163,0 0-3,0 0-62,0 0-29,0 0-23,0 0-23,0 0-32,0 0-1,0 0 11,-24 1-99,26-1 33</inkml:trace>
          <inkml:trace contextRef="#ctx0" brushRef="#br0" timeOffset="120104.1155">2595 3759 1094,'0'0'567,"0"0"-405,0 0-162,0 0-29,0 0-124,0 0-16,0 0-23,0 0-16,0 0 77,0 0 7,-6 29-58,12-20-167</inkml:trace>
          <inkml:trace contextRef="#ctx0" brushRef="#br0" timeOffset="-6100.6045">7172 4073 241,'0'0'1069,"0"0"-851,0 0-97,0 0 48,-78-13 42,69 12 35,3 1-23,3 0-52,3 0-64,-1 0-27,-1 1-36,2 6-43,0 7-1,-1 9 67,1 11 49,0 9 9,0 10-26,4 9 9,4 5-16,0 9-35,4 2-16,-1 3 7,-2 0 9,4 0-38,-3-2-19,0-3 0,0-5-4,0-5-40,1-9-22,-2-4 6,0-7-55,1-4-73,-1-8-10,-2-5-68,-1-7-118,-2-8-180,-1-7-129,-3-7-87</inkml:trace>
          <inkml:trace contextRef="#ctx0" brushRef="#br0" timeOffset="62197.5645">7117 4161 352,'0'0'290,"0"0"10,0 0 212,0 0-246,0 0-94,0 0-55,0 0-6,0 0 9,0 0-33,0 0-22,-6 1 6,6-1 3,0 0-22,0 0-20,0 2 10,0 2-3,0 5 22,1 6 68,2 5 57,-1 7-36,-1 6-54,1 9-46,-2 5 33,0 7 25,0 8-41,0 7-23,0 4 25,-2 1 7,-1 3-35,2-3-10,-1 1 7,1-5 18,0-1-37,1-6-6,0-4-11,-2-5 23,2-4-25,-1-5-2,-1-3-8,2-4 7,-1-2-6,1-4-19,0-2 6,0-6-3,0-3-19,0-7-32,1-4-44,1-4 16,-1-5-51,1-1-49,0-8-52,1-9 15,3-10-231,-3 4-323,1-31-396</inkml:trace>
          <inkml:trace contextRef="#ctx0" brushRef="#br0" timeOffset="72463.7217">7701 4470 1721,'0'0'1095,"0"0"-831,0 0-227,0 0-36,0 0 1,0 0 97,0 0 61,0 0 18,39 78-33,-30-46-50,-3 6-64,1 4-9,-2 4-3,-1 2-19,-2 4-2,-2 0-23,0 3 6,0 0-3,0-2-32,-2-2-18,-1-6-4,0-5-45,3-8-60,0-7-81,0-7-82,3-10-225,2-2-234,7-10-304</inkml:trace>
          <inkml:trace contextRef="#ctx0" brushRef="#br0" timeOffset="72871.0877">8177 4589 3201,'0'0'455,"0"0"-398,0 0-29,0 0 32,0 0-19,0 0 9,0 0 44,0 0 23,0 0-48,100-27-29,-68 27 10,-1 4-34,1 4-16,-5 6-33,-1 1 33,-7 3 0,-2 7 0,-9 2-35,-7 6 1,-1 3 22,-12 5-54,-11 2-1,-4 3 45,-5-1 21,-4 1-21,-1-4 22,-2-4 13,3 0 9,1-5-22,1-5 0,3-6 12,6-2 30,3-7-26,8-4-1,3-3 38,4-3-6,6-2-47,1-1-28,0 0 16,5 0 10,7 1 2,7 2 18,5-2 35,5 0-3,6-1-50,3 0 0,2-2 13,-1-4 23,4-2-36,-2-2 0,1-1 0,0 0 0,0-1-35,4-2-56,3-1 38,7 0 50,9-3-78,3-3-266,-15 7-440,22-14-1027</inkml:trace>
        </inkml:traceGroup>
        <inkml:traceGroup>
          <inkml:annotationXML>
            <emma:emma xmlns:emma="http://www.w3.org/2003/04/emma" version="1.0">
              <emma:interpretation id="{2215D153-7E5E-4ABB-846E-AEFF118BA008}" emma:medium="tactile" emma:mode="ink">
                <msink:context xmlns:msink="http://schemas.microsoft.com/ink/2010/main" type="inkWord" rotatedBoundingBox="17409,11286 21598,11230 21618,12754 17429,12810">
                  <msink:destinationLink direction="with" ref="{241497ED-BA3D-421C-9D46-EEE7107E73A3}"/>
                </msink:context>
              </emma:interpretation>
              <emma:one-of disjunction-type="recognition" id="oneOf11">
                <emma:interpretation id="interp55" emma:lang="en-US" emma:confidence="0.5">
                  <emma:literal>1/1284×48</emma:literal>
                </emma:interpretation>
                <emma:interpretation id="interp56" emma:lang="en-US" emma:confidence="0">
                  <emma:literal>11128×48</emma:literal>
                </emma:interpretation>
                <emma:interpretation id="interp57" emma:lang="en-US" emma:confidence="0">
                  <emma:literal>111284×48</emma:literal>
                </emma:interpretation>
                <emma:interpretation id="interp58" emma:lang="en-US" emma:confidence="0">
                  <emma:literal>11284×48</emma:literal>
                </emma:interpretation>
                <emma:interpretation id="interp59" emma:lang="en-US" emma:confidence="0">
                  <emma:literal>111289×48</emma:literal>
                </emma:interpretation>
              </emma:one-of>
            </emma:emma>
          </inkml:annotationXML>
          <inkml:trace contextRef="#ctx0" brushRef="#br0" timeOffset="73478.0899">9032 4824 2096,'0'0'1172,"0"0"-1051,0 0-121,0 0 0,0 0 64,0 0 63,0 0-67,0 0-57,0 0 114,0 0 40,0 0-18,42 16-70,-11-18-25,1-7 2,0-3-5,-5-1-13,-2-1 12,0-3 10,-5 1 6,-4-1 3,-1-1 24,-3 0-12,-2-1-31,-4-1-28,-1 0-11,-5-4 18,0 1-19,0-1-10,-7-1-6,-6 1-15,-6 1-40,-4 1-33,-5 2-39,-4 6 15,-6 7 32,-1 4 7,-4 3 17,-2 11 25,0 7 28,1 5-9,3 1 12,5 2 14,5 2-17,9 1-12,5-2-7,10 3 16,7 0-7,1 2 29,16 0 28,8 0 22,7 1 0,8-1-15,5-1-10,4-1 0,0 1 10,4-1-32,-1-2 10,-3 0 18,0-3 3,-5 0-11,-5-1-7,-5-1 6,-9 1-20,-5-3-2,-9 0 0,-7-1 0,-4 0 0,-12-2-25,-7-2-33,-9 0-4,-7-2 15,-2-3 18,-2-4 19,0-5 10,3-2 16,-2-1-15,2-6-1,2-6 0,3-3 19,2-2-4,5-3-13,5-4 17,4-2-18,10-3-1,5-2-15,8-1 13,14 0-11,7 0-6,8 2-9,8 1 9,2 5-3,7 0 3,2 5 6,3 3 13,1 3 3,1 2-3,-1 3-14,-2 3 1,0 0-28,-5-1-209,-3 2-325,-3 0-151,-14 1-348</inkml:trace>
          <inkml:trace contextRef="#ctx0" brushRef="#br0" timeOffset="73701.514">9820 4602 950,'0'0'1422,"0"0"-1102,0 0-5,0 0 59,0 0-16,0 0-110,0 0-103,0 0-113,0 0-11,0 0 70,0 0 8,67 26-52,-27 3-35,2 5 7,0 3-19,-2 2-13,0 2-12,-2-1 13,-4-2 9,-3 0-75,-4-4-24,-3-3 11,-6-3-41,-2-6-91,-5-4-94,-1-7-162,-6-6-179,-1-2-384,-1-9 344</inkml:trace>
          <inkml:trace contextRef="#ctx0" brushRef="#br0" timeOffset="73930.4322">10225 4502 2085,'0'0'1366,"0"0"-1173,0 0-148,0 0-43,0 0 20,-87 63 38,72-33 40,-2 3-5,1 4-30,0 3-17,2 2-13,-1 2-35,-1 1-19,-2-1-15,0 1 20,-2-1 1,0-6-46,3-2-7,1-4 22,3-7-25,3-8-70,4-7-73,6-6-85,0-4-140,10-10-213,-1-2-91,17-19-83</inkml:trace>
          <inkml:trace contextRef="#ctx0" brushRef="#br0" timeOffset="74260.7273">10757 4279 2100,'0'0'1296,"0"0"-1175,0 0-93,0 0-27,0 0 59,0 0 76,0 0 12,0 0-79,0 0-34,0 0 21,0 0 5,-76 90-46,60-60-13,-1 0 20,-2 5 12,1 0-15,-2-2-16,3 1 38,1-2 15,5-2-25,-1-1-13,6-1 4,4-3 12,2 0-15,0-2-4,5 0 7,10-4 3,-2-1-10,7-1-14,0-4-1,6-4 0,1-1-3,2-5-28,4 0-6,-1-3 15,1 0-21,2-3-35,0-2-37,-4-1-42,0-2-41,-3-2-58,-3 1-78,-2 0-147,-4-1-227,-7 2-336</inkml:trace>
          <inkml:trace contextRef="#ctx0" brushRef="#br0" timeOffset="74477.7034">10890 4534 1554,'0'0'1845,"0"0"-1591,0 0-134,0 0-7,-79 28-3,71-10 38,2 8-14,-2 7-50,2 7-19,3 7-6,-1 3-4,1 3-55,0 1-6,-1 0-50,-2-3-15,-3 0-37,1-5-76,-6-2-96,-3-5-211,3-11-559,-14 1-343</inkml:trace>
          <inkml:trace contextRef="#ctx0" brushRef="#br0" timeOffset="119212.9177">10819 4794 1497,'0'0'345,"0"0"-209,0 0 29,0 0 82,0 0-31,0 0-52,0 0-35,0 0-42,0 0-23,0 0 3,0 0 10,-65-14-29,65 14-23,0 0-2,0 0-11,0-2-10,0 2 11,0 0 19,3 0-10,-1 0-20,2 0-1,4 0 24,1-1 29,8-1-3,1-1 0,6-2-4,1-4-22,5-2-9,2-1-13,-1-4 13,4 0-13,-2-2-2,0-3 1,-2 0 24,0-1-10,-5-1-4,-1 3 4,-5-2 9,-1 1 3,-4-1-12,-1 1-14,-6-1 17,1-3-8,-5 1-11,-1-2-14,-3 0 14,0-1 0,-2 0-11,-7 1-12,-2 2 21,-2 2 1,-4 3-2,-4 2 3,-3 5 0,-5 5 1,-2 1-1,-5 6-2,-4 0 1,-1 10 0,-3 2-15,0 5-2,2 2 18,2 5 2,3 0-2,6 3-16,4 0 15,7 0-12,4 3-18,4-2-4,6-1 13,6 0-7,0-1-6,6-1-3,8 3 38,6-3 16,0 3-13,4-2-3,4 2 22,3-2 3,0 3-25,0-2-16,1 0 16,-2 0 1,-2 0-1,-4 0-21,-4 0 21,-4 0 3,-4-1-3,-4 0-3,-8-1 3,0 0 28,-3-1-25,-8 0-2,-4-3 22,-2-1 11,-2-2-30,-4-5 8,-2 2 23,-3-5-3,2-2-30,-2-4 0,0 0 36,2-4-4,1 0-31,3-6 10,2-4 56,3-3 16,3-5-25,6-2-16,5-6-3,3-3-41,3-6-12,12-5-39,6-4 22,6-3-5,5-1-54,2 0-22,8 0 25,0 3-16,0 0-45,2 4-33,0 4-44,-6 1-111,-2 6-294,-11 8-350,0-8-4</inkml:trace>
          <inkml:trace contextRef="#ctx0" brushRef="#br0" timeOffset="-10886.1148">97 3729 1213,'0'0'1159,"0"0"-1017,0 0-93,0 0 77,0 0 67,0 0-17,0 0-176,0 0-38,0 0-20,0 0 58,0 0-3,-72 89-4,81-37 7,3 7 55,4 7 22,3 4-29,-3 6 35,0 7 6,-5 4-50,-1 7 8,-4 5 30,-2 4 27,-1 0-66,0 0-37,0-2-2,3-6 1,-1-7-38,3-6-66,-3-13 11,3-10-21,-1-13-27,-3-14-48,0-10-52,-1-12-111,0-10-161,-1 0-222,-2-23 112</inkml:trace>
          <inkml:trace contextRef="#ctx0" brushRef="#br0" timeOffset="154446.683">-2110 5775 141,'0'0'134,"0"0"-7,0 0-36,0 0 27,0 0 159,0 0-170,-48-66 1,42 60-14,1-1 4,2 2 23,-3 0 9,1 0 23,2 1 19,0 0-20,-3-1-19,2 0-29,1 1 29,-1-1-27,1 1 1,0 1-7,2 1-10,-1 0 0,2 1-77,0 1-13,0 0-42,0 0-6,0 0 13,0 0 15,0 0 17,0 0 2,0 1-1,3 7 2,3 8 22,2 8 43,1 8-23,0 9-7,2 5-16,-2 1-19,1 2-26,0-1-31,-1-1 8,0 1-54,-2-1-116,4 1-50,-2-2-120,1-3-18,-1-11-26,-1 9-258</inkml:trace>
          <inkml:trace contextRef="#ctx0" brushRef="#br0" timeOffset="186678.6791">-350 4862 52,'0'0'59,"0"0"6,0 0 26,0 0 37,0 0 67,0 0-130,0 0-22,0 0 9,-75-72 13,68 54-13,1 3-6,0-2 3,-2 1 0,4 3 123,-1 1-120,2 0 27,0 2 67,0 1 4,2 1 77,0 0-29,-1 2-52,2 2-42,0 0 6,0 0 22,0 3-25,0 1-46,0 0-29,0 0-3,0 0-29,0 0-20,0 0-9,0 0 3,0 0-6,0 0-36,0 5-3,0 7 71,0 5 55,0 8 10,0 7-27,0 7 11,-4 4-21,-2 1-28,-2 7-17,-1 0 17,-2 3 33,-1 1-33,-3 2-11,-2 1 11,-1-1 0,-1-1-13,-3-3 13,1-3 0,2-2 19,-3-6-17,5-6 15,-2-3 8,5-9-24,1-4-1,2-4-22,0-4 21,5-2-15,-1-4-33,4 0-21,0-5-1,3-1-20,0 0-97,0-1-81,2-9 32,5-7-52,2-8 110,-1 3-49,5-29-297</inkml:trace>
          <inkml:trace contextRef="#ctx0" brushRef="#br0" timeOffset="187126.5243">-484 4397 293,'0'0'1449,"0"0"-1394,0 0-54,0 0-1,0 0 56,0 0 18,0 0-19,0 0-29,0 0-14,0 0-12,-84 65-3,72-45-11,0 2 14,2 0 16,-3 0 7,1-3 16,0 0 13,1-2 19,0-1 13,2-4 0,1-4-6,0 2-26,5-7-23,-1 1-13,3-3 3,1-1-6,0 1-12,0-1 25,0 0 32,0 0-58,0 0-13,4 0-67,3-3-4,5-2 84,4-3 16,4-2 13,3-1 0,7 0-29,-1 2 0,3 0-3,2 2-20,0 1 0,0 4 10,0-1 11,-2 3-24,0 0 4,-3 4-10,-6 3 12,0 4-12,-2 1 6,-3 1 3,1 4-1,-5 0 22,0 0 1,0-1-2,-3 2-36,-1-2-74,0-3-79,-3-3-133,0-3-23,-4-2-118,-3-5-267</inkml:trace>
        </inkml:traceGroup>
      </inkml:traceGroup>
    </inkml:traceGroup>
  </inkml:traceGroup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</inkml:channelProperties>
      </inkml:inkSource>
      <inkml:timestamp xml:id="ts0" timeString="2024-03-15T15:04:15.160"/>
    </inkml:context>
    <inkml:brush xml:id="br0">
      <inkml:brushProperty name="width" value="0.14" units="cm"/>
      <inkml:brushProperty name="height" value="0.14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AF0FB0FB-F4FF-465B-88B6-1216CE861256}" emma:medium="tactile" emma:mode="ink">
          <msink:context xmlns:msink="http://schemas.microsoft.com/ink/2010/main" type="inkDrawing" rotatedBoundingBox="16383,6927 20534,5648 21380,8397 17230,9676" hotPoints="20831,6486 21001,8557 16872,8896 16702,6826" semanticType="enclosure" shapeName="Rectangle">
            <msink:sourceLink direction="with" ref="{28A078C7-70A3-45BC-B59A-B204B241C0E1}"/>
          </msink:context>
        </emma:interpretation>
      </emma:emma>
    </inkml:annotationXML>
    <inkml:trace contextRef="#ctx0" brushRef="#br0">162 154 2629,'0'0'392,"0"0"-299,0 0-93,0 0-51,0 0 50,0 0 1,0 0-39,0 0-28,0 0 15,0 0 51,0 0 2,89-47-1,-28 49 39,12 2 9,12-2-48,10 0 3,10 0-3,4-1 17,6 0-17,7 1-25,1-2 25,4 0 0,-1 0-10,0 0-12,-1-4 22,-2-2 16,-1 0-16,-4-2-40,-4-2 40,-3 0 0,-6 1-3,-4-2-16,-8 1 19,-7 1 0,-7 0-13,-5 0-7,-8 2 20,-5 0 0,-4 0-3,-5 3-23,1-1 26,-4 4-1,-2-2-37,-1 3-4,-2 0 39,-1 0 1,-4 4-47,-2 1 24,-3-2 25,-1 2 12,-1 1-12,-2-2-16,2-1 16,-2 1 25,1-2-25,-4 3 0,0-3 3,-1 2 26,-2-3-29,1 3-1,-2-3 1,-1 2 16,-2 0-16,-3-1-31,-1 2 31,-3 0 0,-1-2-3,-1 2-35,-2 0 38,-2 0 16,1 1-16,-2 2 0,-1-1 7,1 2 22,-1 2-29,0 3 1,-1 1-1,0 3 25,1 4-25,-4-1 0,2 5 3,-2 4 10,2 2-13,-1 4-4,-1 3 4,1 3 15,1 4-15,-2 0-1,2 3 1,-1 4 16,0-1-14,1 6-2,0-1 0,0 4 29,1 0-13,0 1-15,1 0 24,0 0-22,3-2 29,-3 0-32,1-2 0,0-3 13,2-1 3,-2-3-13,0-1-1,1-1 0,-2-3 16,0-2-18,-2-3-1,2-1 1,-4-5 14,0-1-14,-1-3 0,0-4 18,0-1-16,0-3-1,-2-2-1,-4-2 4,0 0 15,-1-1-19,-2-2 1,2 1 15,-4-3 0,0-2-14,1 1 11,-3-1 3,0-4 6,-2 4-6,-3-4-3,-3 0 10,-4 0-1,-2 1-9,-5-1-11,-2-1 17,-5 2-4,-7-2-15,-4 3-2,-6-1 2,-6-1-1,-8 3-22,-7-3-2,-5 3 6,-7-2 15,-4 0-24,-3 1 28,-3-1 0,-2-2 15,0 2-15,-4 0-1,2-1 1,-1 4 0,-1-2 0,4 2-12,2 0 12,1-1 3,6-1-3,-1 1-1,0-2-1,-1-2-1,-2-1-23,-2-2 26,-2-2 3,1-1 16,-3 0-19,-1 0-28,1 0 28,1 0 0,7 0 1,8 0 1,6-2 17,8 0 23,3 0-42,6-1-12,6 1 12,1-2 14,7 1-14,5-1-16,5-1 16,7-1 13,6-1-13,4-2-32,4 2 16,5-5-87,2 3-3,5-4-35,3-1-56,3 0-133,0 2-381,0-10-635</inkml:trace>
  </inkml:traceGroup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</inkml:channelProperties>
      </inkml:inkSource>
      <inkml:timestamp xml:id="ts0" timeString="2024-03-15T15:05:40.665"/>
    </inkml:context>
    <inkml:brush xml:id="br0">
      <inkml:brushProperty name="width" value="0.14" units="cm"/>
      <inkml:brushProperty name="height" value="0.14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241497ED-BA3D-421C-9D46-EEE7107E73A3}" emma:medium="tactile" emma:mode="ink">
          <msink:context xmlns:msink="http://schemas.microsoft.com/ink/2010/main" type="inkDrawing" rotatedBoundingBox="17353,11421 21685,10787 21962,12675 17629,13309" hotPoints="21554,10889 21812,12529 17343,13231 17085,11591" semanticType="enclosure" shapeName="Rectangle">
            <msink:sourceLink direction="with" ref="{2215D153-7E5E-4ABB-846E-AEFF118BA008}"/>
          </msink:context>
        </emma:interpretation>
      </emma:emma>
    </inkml:annotationXML>
    <inkml:trace contextRef="#ctx0" brushRef="#br0">0 361 1668,'0'0'665,"0"0"-472,0 0-193,0 0-177,0 0 177,0 0 61,0 0 142,94-16-35,-58 10-20,3 0 6,6-1-1,2 1-44,4-1-55,2 2-22,1-1 3,3 1-13,4-2-19,1 1 29,6-1-10,5-2 0,10 0 73,12-2 123,9-2-137,11 0-81,8 1 2,2 1-1,4 2-1,3 0-1,1 0-2,1 0 2,-1-2 1,0 3-12,-6-2 12,-3 2 1,-4-1 21,-8 2-22,-7 2-9,-7-1 9,-7 3 1,-7 0-1,-8 1 0,-9 1 0,-7 1 10,-5-2-10,-9 1 0,-3 1 0,-7-2 15,-3 1-13,-1 0 1,-5-2 25,-1 2-6,2-3-21,-2 2 0,-2-1 28,4 0 2,1 1-31,-1-1 1,3 1 1,2-1 16,0-1-18,2 2-11,-2-2 11,2 0 0,-1 0 0,-3 0-14,1 0 14,-2 0 3,-1 2-3,-2-2-20,0 0 20,-3 2 0,1 0-3,-4 1-20,-2 1 23,0 0 0,-5 0 0,3 5-17,-4-1 17,0 4 0,0 0-22,-1 0-22,-1 4 41,1 0 0,-1 2-44,2 1-1,-2 3 36,1 1 11,-1 5-34,-3 0 7,1 6 28,-3 1 0,-2 5-24,-1 4-14,-2 2 36,-1 5-1,0 0-45,0 3 4,0 0 44,0 2 0,-3-2-11,2 2 11,-2-2 7,0-2-1,-1-1-6,-1 1-17,-2-3 17,2-1 13,-3-3-13,1-1-17,-1-3 17,0-1 16,0-1-16,0-1 0,-2-4 0,-1 0 30,0 0-30,-3-2 0,0 0 7,0-2 24,-3 0-18,0-2-12,3-1 34,-3 0-1,1 0-34,-3 1 1,0-3 24,0-2-1,-1 0-24,-4-2 0,-1-2 9,-4 2 19,-1-3-28,-2-1 0,-5 1 22,0-1 41,-4 0-44,-3-2-16,-3 1 38,-3-1 19,-1 0-44,-8-2-3,-1 0 18,-7 0 12,-6-2-43,-3 1-10,-8 0 10,-7-2 0,-2 0-11,-4-2 11,-2-2 20,-2-1 20,0-1-40,-4 0-33,-2 0 33,-3 0 34,-5 0-34,-1 0 0,-2 0 9,-1 0 41,-1 0-50,1 4 0,-1 0 0,2 1 16,2 0-16,0 0-10,2-1 10,3-1 2,5-3 20,6 0 15,14-4-6,9-6 41,11-3-32,11-3-40,11-2-19,7-1-6,7 0-9,7-1-9,3 1-13,3 1-19,4 3-21,3-2-49,2 1-40,2 1-65,1-1-186,2 1-224,2 4-529</inkml:trace>
  </inkml:traceGroup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</inkml:channelProperties>
      </inkml:inkSource>
      <inkml:timestamp xml:id="ts0" timeString="2024-03-15T15:06:03.318"/>
    </inkml:context>
    <inkml:brush xml:id="br0">
      <inkml:brushProperty name="width" value="0.14" units="cm"/>
      <inkml:brushProperty name="height" value="0.14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66364DCF-9B69-4628-8FFE-98E7BAD3967A}" emma:medium="tactile" emma:mode="ink">
          <msink:context xmlns:msink="http://schemas.microsoft.com/ink/2010/main" type="inkDrawing" rotatedBoundingBox="12381,5627 19863,5593 19869,6842 12387,6875" semanticType="scratchOut" shapeName="Other">
            <msink:sourceLink direction="with" ref="{408C3817-4ADE-400B-93A2-FCEA10B87988}"/>
            <msink:sourceLink direction="with" ref="{5B53F400-E1B3-4DA6-9C28-767AFCB80EE9}"/>
          </msink:context>
        </emma:interpretation>
      </emma:emma>
    </inkml:annotationXML>
    <inkml:trace contextRef="#ctx0" brushRef="#br0">131 1025 1163,'0'0'751,"0"0"-576,0 0-126,0 0-4,0 0 65,0 0 26,0 0-19,0 0-24,0 0 49,0 0 19,0 0-39,-64-16-23,63 13-3,-2-4-32,0-3-61,-1-2 16,1-5 9,-2-2-2,2-4-4,-1-3-3,-1-3 16,2-3 3,-2-4-9,2-4-4,0-3 13,0-2-9,1-5-4,-1-1 22,0-2-18,3 0 34,0 4-38,0 1-24,0 7-1,0 5 16,0 4-16,3 2-3,-2 5-16,-1 3-10,0 3 17,0 3 12,0 3 1,0 5 2,0 0-3,0 4 0,0 0 0,0 2 0,0 1 0,0 1-3,0 0 2,0 0 1,0 0 0,0 0 0,0 0 12,0 0-12,0 0-1,0 0-21,0 0 20,0 0-17,0 0-19,0 0-6,0 0 13,0 0 31,0 0-13,4 0 13,4 0 0,6 0 45,6 3-26,8-1 16,6 1 15,5-3-2,7 1-23,6-1-13,3 0 1,6 0 37,4 0-34,6-1-16,3 1 0,5-1 9,5-2-9,5 2-15,5-1 14,4 0 0,1 0-18,1 1-25,-2 1 28,-2-1 13,-2 1-32,1 0 26,1 0 9,0 0 3,-1 0-3,-2 0-16,-2 0 16,-3 0-1,0 0-29,-3 1 1,-1 2 29,-4-1-2,-2 1-14,-2 0-7,-5-2 23,-2 0 0,-1 0 0,-3 2-19,1-2 19,-4 0 0,0 2-16,-4-2-15,3 1 31,-2-1 19,1 2-19,1-2-16,-1-1 16,1 1 0,-1-1 0,1 0-32,1 0 32,-2 0-1,2 0-24,-1 0-115,-2 0 86,-2-1 32,-1 1-16,-2 0-4,-1 0 20,1-1 3,-3 1-42,-3 0 10,-1-2 51,-2 2-1,0 0-25,-3 0 20,0 0 6,1 0 16,-1-1-16,0 1-21,1-1 21,-3-1 17,0 0-17,1-1-4,-4 2 4,1-2 13,-1 2-13,2 0-13,-2 0 13,-1 1 0,-1 0-1,1 0-50,-3 0 51,1 0 0,1-3-16,-3 2 5,0-1 11,-1 0 0,0-1-22,0 2-20,-2-3 42,1 3-2,-2-2-24,0 1-2,-3 2 28,1-2 0,0 2-6,1 0 6,-1 0 3,-1 0-1,4 0-2,-2-1-19,2 0 19,0-1 0,-2 2-6,1-1-14,-1 1 20,-1 0 0,-3 0 0,-1 0-42,-1 0 4,-3 0-152,0 0 112,-2 0 39,0 0 39,0 0 0,-2 0-6,-1 1-26,0 1 3,0-1 6,0 2-13,-3-3-6,2 1 42,1 2 13,-2-3-13,6 0-13,2 1 13,7-1 33,5 0-1,6 0 16,6 0 1,3-4 12,2-1 14,1 1-4,1-2-30,4 0-5,-4 0-35,1-2 0,-4 2 0,-4-1 1,-4 1-1,-4-1-1,-5 2-13,-7 0 10,-3 1 0,-5-1 3,-2 2 2,-8 1 24,1 1-7,-4 1 1,-1-1-20,1 1-2,-1 0-33,2 0-49,2 0-25,1 1 92,3 1 17,1 3-2,4-1 2,3 2 2,0-2 15,3 1-17,-1 1-3,1-2 2,-1 1 0,1-3-12,-2 2 2,-3-2 11,-1 0 0,-2 1-2,-2-2 1,-2 0 1,-2 0 3,0 1 0,-2-2-2,-1 1 12,2-1-11,2 0-2,1 0 0,3 0 13,3 0-11,0 0 12,6 0-14,-1 0 0,3 0 2,-1 0 0,2 0 11,-1-3 7,-3 0-1,-5 0-19,1 1 1,-7-1 1,-3 2 37,-2-2 12,-3 3-6,0-3 4,0 1-10,0 1-39,0 0 0,-2-2 0,-1 2 0,3 1-2,-3 0-14,3 0-6,0 0-36,0 0-23,-1 0-9,-1 5 90,2 1 8,-2 5-8,2-1-12,-2 4 12,1 0 23,-1 3-23,-1 1 1,2 2 19,-3 3 9,1 5-10,-2 1-6,3 3 32,-3 4 13,2 2-13,0 3-3,-1 1 19,0 3-19,-2 1-10,2 0-10,-1-2 7,2-2 25,1-1-12,-1-2-29,1-2 15,1-2 17,-1 0-26,1-3-19,-1 0 26,-2-1-23,1 0-3,-1-1 3,0-1 29,-1-2-16,2 1 12,0 0-27,-1-3 29,-1 0-9,2-5-21,1 1-4,1-6 4,-1 0 0,2-5-14,-3-1-28,3-3 10,0-2 4,0-1-36,0-3-42,0 0-12,-1 0-43,-1 0-154,-3-18-699</inkml:trace>
  </inkml:traceGroup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</inkml:channelProperties>
      </inkml:inkSource>
      <inkml:timestamp xml:id="ts0" timeString="2024-03-15T15:04:37.961"/>
    </inkml:context>
    <inkml:brush xml:id="br0">
      <inkml:brushProperty name="width" value="0.14" units="cm"/>
      <inkml:brushProperty name="height" value="0.14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34AC747E-8A69-4768-AD8D-C48504D9A566}" emma:medium="tactile" emma:mode="ink">
          <msink:context xmlns:msink="http://schemas.microsoft.com/ink/2010/main" type="inkDrawing" rotatedBoundingBox="2570,5768 8015,4986 8311,7043 2865,7825" semanticType="enclosure" shapeName="Other">
            <msink:sourceLink direction="with" ref="{703D7DEB-23AF-4DC4-B95F-8CC6B7450EA8}"/>
          </msink:context>
        </emma:interpretation>
      </emma:emma>
    </inkml:annotationXML>
    <inkml:trace contextRef="#ctx0" brushRef="#br0">-7358-1501 232,'0'0'1425,"0"0"-1363,0 0-16,0 0-33,0 0 113,0 0-126,0 0-91,0 0 0,0 0 65,0 0 26,0 0 13,79-28-10,-43 27 0,3 1 13,6 0 7,1 1 9,9 2-2,4 2-17,4 0 42,6 2-6,4-1 2,6-1-34,6 1 41,1-3-42,6 0 4,3-3-19,-1 0 1,3 0 21,-1-1-20,-2-3-3,1-2 0,-3 0 12,-1 1-12,-2 0 0,-1 1 0,-1-1 0,-2 1-1,0 1-35,0 1 36,-2-1 22,-3 2-22,0-2-20,-3 3 20,2 0 0,-1 0-13,1 0 4,3 0 9,-1 0 3,3 0-3,-2 0-12,-3 0 12,2-1 0,-3-4-17,2 0 17,-1-2 1,-5 0-1,-2 0-17,-4 1 17,-4-1 3,-2 1 0,-4-3-3,0 1-33,-3-2 32,-2 1 0,-4-3-34,-3 2-4,-4-1 16,0 3 3,-8 0-19,-1 0 7,-4 0 32,-3 2 10,-4 1-10,-2 0-10,-3 1 10,-2 0 6,-2 3-6,-2-3-19,-1 3 19,1-1 15,-2 0-15,2 0-1,1 1 1,-1 1 10,2-3-10,1 2-27,-1 0 27,3 0 13,0 1-13,-1-1-19,1-1 19,2 2 14,-1 0-14,0-1-13,-1 1 13,1 0 1,-3-1-1,0 1 0,0-2 21,1 1-8,-4 0-13,3-1-6,0 1 6,0 1 0,-3 0-3,1-1-6,2-1 9,-5 1 17,1 0-17,0 1 0,-1-1 3,0-2 20,3 1-20,-1 0-2,0-2-1,2 2 13,-1-1-13,0 2-28,0-3 28,0 3-2,-1 0 2,1-1-16,-2 1 15,1-1 1,-3 2 0,-1-1-4,-3 1-12,0 0 0,-2 0-7,-1 0 0,-1 0 20,0 0 2,0 0 0,2 0-1,-2 0 2,1 0 0,2 0 55,0 0-3,-2 0-16,2 1-17,0-1-6,0 3 10,0-1 0,2 0 25,0 2-12,-1 0-7,1 1 4,-1 2-4,0 0-16,1 2 3,0 3-14,1 2 21,-2 2 3,2 4 9,-1 2-22,-1 2 13,3 5-13,-3 1 20,1 5-17,-2 1-3,-1 1 0,1 5-13,0 1 0,0 3 9,-3 1-9,0 2-1,2 1 1,-2 2 0,0-2-9,0 0-14,1 2 21,-1-3 2,4-2 0,-1 0-23,0-4 23,3 1 2,-2-3 21,-1-1-23,2-2-2,-1-2-11,0-2 12,-3 0 1,2-2 0,-1-1 1,1-3-2,-2-2 0,2 0 1,-3-4 13,3-1-11,-2-2-2,-1-2-9,0-1 9,0-3 20,2-2-20,-2-3 0,0-2 41,0 0-29,0-1-12,0-3 3,0 2-2,0 0 15,0-1-16,0 1 0,0-2 1,0 2 25,0-2-26,0 2 1,0 2-1,-2-3 39,-2 2-38,1 1 1,0-1 20,-1-3-9,1 2-10,-3 0 9,4 0 14,-3 0 7,1-2-17,-1 1 0,1-2 32,0 2 13,-3-2-3,-1-1 3,-2 2 23,-3-2 2,0 0-44,-5 0-29,0 0 16,-5 0 3,-1 0-32,-5-2 0,0-1 32,-7 2 12,-1 0-40,-8-2 8,-6 3 17,-5 0 3,-6 0-32,-6 2 0,-1 0 53,-4 4 20,2-4-9,2 2-26,0 1 57,3-4-10,2 2-60,2-2-21,0-1 46,3 0-5,0 0-45,0 0 0,1 0 25,-2-4 13,1-1-36,-5-1 17,1 0 15,-6 0-34,-2 0-6,-1-1-16,-3 2 7,-1 2 12,-3 0-47,1 1 9,-3 0 41,-1 0-2,1 1-12,-5 0-42,-1 0-4,-5 1 60,1 0-19,-2 0 19,2 0 0,0 0 34,3 2-34,4-1 0,1 3 34,2-1-9,3 1-25,2 1 0,1-3 29,3 3-28,0-4-2,3 2 2,4-1 5,4-1 7,1 0-13,2 1-1,2-1 1,1 0 0,2 0 0,0 2-48,1 0 48,1 2 4,4-3-4,2 3 0,-1 2 3,2-1-3,0 2-22,1 0-10,-1-2 32,0 2 31,-1 1-31,1-2-35,0 0 35,1 2-13,1-1-6,0 3 0,1-4 17,3 4 2,1-4 0,2-1 1,5-1 9,2-3 15,2-2 19,4 0-12,1 0 2,1-2 14,3-3-33,2-1 11,4 1-26,-2 0 3,6-1-3,1 3-12,0-1 1,2 2 10,3-1-17,-1 1-14,1 2-2,1 0 2,0 0-18,0 0-39,0 0-53,0 0-33,0 0-39,1 6-43,1-1 93,-1 2-1,3 1-52,-3 2-107,2-1-11,0 0-114,-1-2 29,-1-2-138,-19-71 355</inkml:trace>
  </inkml:traceGroup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</inkml:channelProperties>
      </inkml:inkSource>
      <inkml:timestamp xml:id="ts0" timeString="2024-03-15T15:06:20.106"/>
    </inkml:context>
    <inkml:brush xml:id="br0">
      <inkml:brushProperty name="width" value="0.14" units="cm"/>
      <inkml:brushProperty name="height" value="0.14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FE209985-09E7-4564-A002-935C833D0DFD}" emma:medium="tactile" emma:mode="ink">
          <msink:context xmlns:msink="http://schemas.microsoft.com/ink/2010/main" type="inkDrawing" rotatedBoundingBox="11281,8832 18848,8588 18871,9318 11305,9563" semanticType="underline" shapeName="Other">
            <msink:sourceLink direction="with" ref="{F5930641-753C-4B76-84CB-5A8E941BC71A}"/>
            <msink:destinationLink direction="with" ref="{1CEB3646-2112-4530-8036-02569C5F5C33}"/>
          </msink:context>
        </emma:interpretation>
      </emma:emma>
    </inkml:annotationXML>
    <inkml:trace contextRef="#ctx0" brushRef="#br0">39 558 329,'0'0'278,"0"0"-184,0 0 291,0 0-190,0 0 4,0 0 67,0 0-6,0 0-49,0 0-33,0 0-33,0 0-6,-39-54-26,39 54-26,0 0-26,0 0-20,0 0-28,0 0-13,0 0 13,0-1-11,4 1-1,4 0-1,3-1 29,2 1 3,6-3-9,0 3-7,5 0-4,6 0-12,4 0 3,6 0 35,10 0 35,5 4-34,6 1-39,6 1 2,4 3-2,8 2 0,2 0-2,4 2-21,1 3 20,4-1 1,-1 2-11,0 0 12,-4-1-2,1 1 2,-4 0-12,0-2 10,-3-1 3,0 2 0,-4-3 0,0-2-1,0-1 1,1 1 13,5-5-1,6 0 71,6 0 99,8-1-166,6 1-16,0 1-70,2-1 16,-2 2 28,-1-1 7,0-3-26,0 0 10,-1 0 35,1-1-2,-1-2 2,-3 2 0,2-2 25,-5-1-25,2 0-10,-3 0 10,-2 0 26,-3-1-26,-1-3-7,-1-1 7,-3 2 7,-2-1-7,-4 1 0,-2-1 9,-2 0-6,-5 2-3,-3 0-3,-2 0 3,-3 1 0,-3 0-3,-1 0-10,-2 0 13,-4-1 23,0 1-23,-1 1 0,-1-1 3,-2-2 24,1 0-27,-2 1 0,-1-3 7,2-2 2,0 1-9,-1-2-12,1 0 12,3 1 12,-2-4-12,1 1-6,2 0 6,-1-1 21,-1 0-21,1-1 0,2 1 13,1-1-13,-4-1-3,5 2-20,-1-2 23,2 1 7,-1 0-7,1 0-16,0 0 16,0 2 6,-1 2-6,-2 0-6,3 1 6,-3 2 3,1-1-3,-3 2-23,-2 4 23,0-1 0,-3 1-7,-6 0-18,-1 0 25,-5 0 0,-3 0-10,-6 1 7,0 1 3,-6 0 3,-4 0-3,-2-1-3,-3 0 3,-6 1 16,-1-1-16,-1-1-13,-1 1 13,-2-1 0,1 1 0,0 1 0,0-1 0,0 0 16,2 0-16,-2-1 0,-1 2 0,3-1 27,0 0-27,0-1 0,0 2 12,1-2 27,0 0-38,2 0 0,-2 0 10,2 0 21,0 0-32,-1 0 0,1-4 3,-3 0 32,1-1-19,0 0-3,0-3 31,-2-2 13,-1-1-57,-2 1 1,-1-1 32,0-1 30,0 0-50,0 1-10,-3-2-3,0 0 29,-5-1-29,2 1-14,0-1 14,-1-3 25,-1-1-25,0 0-22,1-4 22,1 2 0,-1-4 0,-1 4-22,3-2 10,-1-1 11,-1 2 1,1-1-31,-1 0-17,0 2-37,0 1 5,-1 0-6,-1 3-6,1 2-1,0 2 4,0 3-36,1 2-20,0 2-35,1 3-133,0-2-187,4 3-170,-7-5-132</inkml:trace>
  </inkml:traceGroup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</inkml:channelProperties>
      </inkml:inkSource>
      <inkml:timestamp xml:id="ts0" timeString="2024-03-15T15:06:24.563"/>
    </inkml:context>
    <inkml:brush xml:id="br0">
      <inkml:brushProperty name="width" value="0.14" units="cm"/>
      <inkml:brushProperty name="height" value="0.14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46D1B23F-657A-460B-9789-A2E10B64D728}" emma:medium="tactile" emma:mode="ink">
          <msink:context xmlns:msink="http://schemas.microsoft.com/ink/2010/main" type="inkDrawing" rotatedBoundingBox="6381,10401 20039,11553 19790,14503 6132,13351" semanticType="underline" shapeName="Other"/>
        </emma:interpretation>
      </emma:emma>
    </inkml:annotationXML>
    <inkml:trace contextRef="#ctx0" brushRef="#br0">0 77 931,'0'0'225,"0"0"182,0 0-407,0 0-120,0 0 90,0 0 30,0 0 127,0 0 46,94-21-34,-67 14-80,3 1-33,2 0 0,1 0 29,0 0-16,-1 1-13,-2 1-13,1 0-13,-4 3-32,0 1-3,-4 0 32,0 0-1,-2 1-18,-3 4-14,-2 1 33,1 1 1,-3 1-31,-2 2 33,0 3 0,1 4 68,-3 1 10,-1 2-29,-2 4-30,3 3-3,-4 2-16,1 3 0,-1 5 19,2 4-18,-1 2 24,1 5-24,-1 5 1,4 2 43,-2 5 7,0 2 61,1 7 17,-2 0-11,1 2-13,-2 2-9,2 2-43,-3 1 27,1 1-27,-3-1-3,2 0-6,0 1 19,-2-1-10,0-1-9,-1 1 3,-3-2 15,0-2-18,0-2-10,0-3-16,0-5 19,-1-4 6,-2-3-25,-2-2 3,1-3 23,-1-2-20,0-1-6,-2-2 22,1 0-10,0-1-12,-3-2-3,1-1-3,2-4 2,-1-1 4,3-2-19,0-4-3,2 1-10,1-1-5,-1-2-20,2 0 6,-1-3 20,-2-2 11,3-4-15,0-2 0,0-4 14,-2-2 1,2 0-12,-1-5 1,1-2 12,0-1-1,0-3-21,0 1-4,0-1-9,0 0-3,3 2 0,1 1 35,1 2 3,0 3 0,1 0-11,3 1 8,0 1 0,2 1-9,0-2-17,4 3-12,1 0 15,2-2-47,1 1 38,1-1 13,5-1 21,-2-2 0,4 1-11,2 0 12,0-1 3,4-2-3,-1-1-11,3 3-2,2-2 13,0-1 19,2 1-19,4-1 0,1 0 0,-1-1 33,4-1-33,1 0 0,1 1 1,0-1 12,0-1-10,0 0 10,4 1 31,-1-1-10,2 1-34,2 0 0,1 0 22,2 0 36,2 1-49,-2 1-7,7 1-2,-4-1 29,3 1-29,0 1 0,-2 0 6,2-1-5,0 0-1,-3 0-19,0 2 19,-1-3-1,-1 1 0,-1-1 1,-3-1 3,1 0-3,-5 0-6,-1-2-26,1 0 32,-4-1 0,2 0-17,-3 0-8,0 0 25,-1-2 0,2-2-29,-2 0 16,3-1 13,0-3 4,-3 0-4,4 1-39,0-4 23,-2 4-12,1-1-26,-1 2-10,-1-3 62,-2 5-18,1-1-50,-3-1-32,2 1-4,-2 0 35,-1 1 10,1 1-7,-4-1 36,0 3-3,0 0-7,-2-1 6,0 0 13,-1 0-2,0-1-17,-2-1 6,0-1 36,-3 0-1,0 0-10,-3-1-8,0 0 18,1 2-1,-2-1-40,0 1 21,-1-1 21,1 4 0,0-2-26,-1 2-48,-1 1-11,-2-1-57,0-1 51,-1 1 55,0-2 36,-1 2-1,0-1-44,0-1-43,1 1-29,1-2 3,-1-2 29,0 3 33,1-2 52,-1-1-1,1 2-14,0 1-8,0-2 10,-2 2 0,-1-1-39,-2 3 10,-2-2 42,1 2 18,-5 0-2,1-2 20,-1-1 33,-4 1 45,1 0-4,1-1 24,-4 0 21,1 0 8,-3 0-43,3-1-33,-2 0 17,-1-3-17,0 2-51,2-2-34,-3-1 30,2 0-1,-1-1-31,-2-1-19,1 0 19,0-2 17,-1-1-17,-1 0-6,1-2 6,-1 1 26,-1-3-26,2 1 0,-2-4 10,0 0 26,0-2-17,0-5 1,0-1 9,0-3-20,1-3-9,1-1-22,-1-1 2,3-2 17,1 1-26,0 6-3,0 2 19,0 2 10,0 8-20,-2 2-16,1 2 13,-1 5 4,-3 2 3,4 5 15,-4 3-15,0 1-39,0 0-56,-4 4-67,-3 2-115,2-1-172,-9 5-99</inkml:trace>
    <inkml:trace contextRef="#ctx0" brushRef="#br0" timeOffset="1710.2396">5166 2964 65,'0'0'515,"0"0"-358,0 0-17,0 0-140,0 0 0,0 0 36,0 0 55,0 0 30,0 0 25,0 0 30,-21-64 6,25 61-35,2 0-11,1 0 16,2 0-15,2 2-43,1-1-20,2 1 13,1 1-16,1 0-35,4 0 9,1 5 33,1 0 2,2 1-41,5 1-23,3 2 38,4 0-2,4-1-30,4 1 17,6-2 18,3 1 11,13-1 5,7-1 90,10 1-7,8-1-104,5 2-52,4 1-29,4-2 29,2 3 37,1-2-37,3 2-3,-2 0 3,3-1 0,-2 1-6,1-1-10,-1-1 16,-1 0 25,-1-1-25,-5-1-28,-1 0 28,-6-1 29,-2 0-29,-3 0-23,-5 0 23,-1 1 28,-5-2-28,0 1 0,2-2 13,4 3 79,3-2 94,7-1-111,3 0-37,6 1-38,0 0-19,0 1-25,2-2 44,0 1 2,-2-1-2,0 0-28,-1-1 28,0 0 22,-2-1-22,0 0-9,1 0 9,-4-1 16,1 0-16,-4 1-11,-3-1 11,-3 0 14,-1 0-14,-5 0-15,-4 2 15,-3-2 1,-6 1-1,-2 0 0,-4 1 0,-2 1 1,-2-2 2,-1 1-2,-3 0-1,-1-1 0,-3 0 2,-3-1-2,-3 0 0,0 0 1,-1 0 11,0-2-12,-3 0 0,1 0 1,0-2-1,-3 2 0,3 0-3,-1 0 0,0 0 2,1 1-11,-1-2 9,1 0 0,-1 0-10,2-3-12,-1 2 3,1-2 9,2 1 13,-2-1-16,2-1-6,-2 1 7,4 0 13,-2-1-2,4 2 1,0 0 3,1 1-1,0-1-11,-3 2-1,3 1 12,-4 0-15,1 1-25,0 0 13,0 1 15,-4 0 10,2 0-13,-1 0 14,-2 0 2,-1 0 0,0 0-2,-5 1 1,2-1 1,-4 0 3,0 0-2,-4 0-1,0 0 22,-3 0-9,1 0-11,-2 0-2,-1 0 13,-3 0-13,-1 0-4,-2 0-11,-1 1 15,-3-1 1,-1 3-1,-1-2-4,-3 0 4,1 1-1,-4-1 1,0 0 0,-4-1 11,-1 0 14,-2 0 7,-1 0 12,0 0 19,0 0 0,0-2-42,-1-2-20,-5-1-1,3 0 12,-1-2-10,-1 2 1,0 0 28,-1-1-25,0 2-6,3 0 0,-1 0 1,1-2 19,-1 3-20,2-2-16,-1-2 16,0-2 4,0 0-4,3-3-25,-1-4 25,0-1-1,1-3-9,0-2 10,0-3 0,0-2 0,0-2-10,2-4-7,1 0 17,0-3 0,0 0-12,0-1-38,-1 1 3,1 2-4,-1 3-5,-2 6 2,3 2 32,-3 4-13,2 1-28,-1 1-27,-1 1 17,0 2-3,2-2-39,-2 1-20,2-1 30,-2 1 2,0-3-65,0 0-13,0-3-9,0 2-34,0-3-150,-4 7-133,-3-13-106</inkml:trace>
  </inkml:traceGroup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</inkml:channelProperties>
      </inkml:inkSource>
      <inkml:timestamp xml:id="ts0" timeString="2024-03-15T15:06:32.446"/>
    </inkml:context>
    <inkml:brush xml:id="br0">
      <inkml:brushProperty name="width" value="0.14" units="cm"/>
      <inkml:brushProperty name="height" value="0.14" units="cm"/>
      <inkml:brushProperty name="color" value="#ED1C24"/>
      <inkml:brushProperty name="fitToCurve" value="1"/>
    </inkml:brush>
  </inkml:definitions>
  <inkml:trace contextRef="#ctx0" brushRef="#br0">47-5 95,'0'0'772,"0"0"-609,0 0-140,0 0 36,0 0 43,0 0-102,0 0 0,0 0 39,0 0 0,0 0-39,0 0 0,-23 0-20,23 0 17,0 0-12,0 0 15,0 0 23,0 0 6,0 0-26,0 0 14,0 0 9,0 0 16,0 0-10,-1 0-2,-1 0 2,2 0-12,-3 0-20,2 0 2,1 0 37,0 0 10,-1 0-27,1 0-22,-2 0-14,2 0 11,0 0-26,0 0-4,0 0 11,0 0 19,0 0-19,0 0 2,0 0 20,0 0 16,0 0-3,0 0 10,0 0 26,0 0 0,0 0-4,0 0 1,0 0-4,0 0 0,0 0-12,0 0-30,0 0-14,0 0-22,0 0-13,0 0-3,0 0 7,0 0 9,0 0 10,0 0 9,0 0 14,0 0 3,0 0 3,0 0 14,0 0 2,0 0 14,0 0 3,0 0-15,0 0-21,0 0-19,0 0-7,0 0-20,0 0-32,0 0-36,-1 0-124,1 0-84,-6 2-229,13-4 266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</inkml:channelProperties>
      </inkml:inkSource>
      <inkml:timestamp xml:id="ts0" timeString="2024-03-15T15:07:36.607"/>
    </inkml:context>
    <inkml:brush xml:id="br0">
      <inkml:brushProperty name="width" value="0.14" units="cm"/>
      <inkml:brushProperty name="height" value="0.14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98461A64-5931-4970-A865-0BD6DD098FFD}" emma:medium="tactile" emma:mode="ink">
          <msink:context xmlns:msink="http://schemas.microsoft.com/ink/2010/main" type="inkDrawing" rotatedBoundingBox="10157,7337 10591,12258 9368,12365 8935,7444" semanticType="verticalRange" shapeName="Other">
            <msink:sourceLink direction="with" ref="{F5930641-753C-4B76-84CB-5A8E941BC71A}"/>
            <msink:sourceLink direction="with" ref="{B5C7A8C8-7306-4FFB-A138-8A253AEEBF75}"/>
            <msink:sourceLink direction="with" ref="{0ABA671B-FEB6-457E-B537-A00EBF1CC1B6}"/>
            <msink:sourceLink direction="with" ref="{A6B3FFEE-6657-436A-9A7D-C2EAB87EB8A5}"/>
            <msink:destinationLink direction="with" ref="{1CEB3646-2112-4530-8036-02569C5F5C33}"/>
          </msink:context>
        </emma:interpretation>
      </emma:emma>
    </inkml:annotationXML>
    <inkml:trace contextRef="#ctx0" brushRef="#br0">21 32 127,'0'0'382,"0"0"-226,0 0-84,0 0 42,0 0 0,0 0-49,0 0 66,0 0 31,0 0-28,0 0-37,-22-33-18,22 33-11,0 0-16,0 0-23,0 0-29,0 0-18,0 0-8,0 0-17,0 0-35,0 0-42,0 4 61,3 1 59,4 4 43,0 2-21,2 6-2,-2 2 16,3 4-17,1 4 11,-3 3-14,2 4 46,0 2-61,-2 1 73,0 1 99,1 2-31,-2 3-57,-1-1 25,0 4-7,-2-3-9,0 0-10,0 0-10,-1 0-16,0-2 10,-1 0-23,-1-1-32,1-1 29,-2 0-20,1-1 27,-1-1-14,2 3-10,-2-2 14,1 2 3,-1-1-7,2 1-34,-2 2 37,1-3-22,-1 2-16,0 1 0,0 0 29,1 1-7,-1-1-19,3 2 19,-3 0 10,3-1-30,-2 0 0,2-2 1,0-3 16,0 1-15,0-1 15,-2-1 6,2 2-22,0-3-3,0 0-11,-1-2 11,-1 2 1,1 0 18,-1 2-19,2-1 1,-2 0 1,-1 1 8,3-2-10,-2 3-3,2-3 0,0 1 3,0 1-1,0-2 1,0 3 0,1-1-1,-1-2-8,1 1 9,-1 0 2,0 3 10,0-2-12,0 3-23,1-1 23,-1-1-1,-1 1 2,1-1 0,-2 1 18,1-2-15,-2-2-4,0 0 3,0-1 19,0-1 0,0-1-6,0 2-13,0 0 16,0-2 5,2 2-24,-2-3-2,0 0 2,2-2 16,-2 0-16,1-2 0,-1 1 12,1 1 6,1-2-18,-1-2 0,-1 2 1,0-3 17,0-1-18,0 1-3,0-2 3,0 0 6,0 2-6,0-1-1,-1 2 1,-2-2 0,2 3 0,-1-1-13,-2-1 13,1 3 21,0-3-21,-3 1-16,2 1 16,-2-1 25,2-2-25,-2 1 0,1-1 0,0-1 19,-1 1-19,2-1-12,0 0 12,-3-2 22,2 1-22,1-2-21,0 2 21,-1-2 19,1 2-19,2-1-25,-2 0 25,0-1 0,3 2-9,-1-3-10,1 1 19,-1-4-1,1 1-11,-1-3-9,2-1 21,-1 2 0,1-3-18,0 2-10,0 2 28,0-2 0,0 2-9,0-1-11,0 0 20,0 1 3,0-1-3,0 1 0,0 0 0,0 0 0,0-1 0,0 2-29,0-1 29,0-1-1,0 2-2,0-1-13,0 0 16,0 0 0,0 0 0,1-1-6,1 1 6,-2-3 13,1 0-13,1-1-23,-1-1 22,1-4-1,-1 1-15,2 0-8,-2-3 25,3 1 0,-4-3-7,3 1-25,-1-2 31,-1 1-1,1-2-27,1 1-9,-2-2 37,5 3 0,0-3-1,2 1-8,2-1 10,-1 0 26,7 0-26,0 0 1,2-4 11,1-2 4,1 3-16,3-1-15,3-1 15,0-1 1,4 2 1,-2-2 0,4-2-2,2 2 0,1 0-3,1-2 0,1 2-77,2-1 48,1 1 17,1 1 15,1 1 1,1 1-1,0 2 0,2-1-1,-2 2 1,0 0 0,0 2-2,-1 2 0,-3 2-15,0-1-2,-3 2 16,-3-1-52,-4 0-31,-2 0-40,-5-1 30,-2-1 12,-1-1-61,-4 0-46,-4-2-78,-2 1-128,-2-2 36,-6 0-98,2 0-321</inkml:trace>
  </inkml:traceGroup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</inkml:channelProperties>
      </inkml:inkSource>
      <inkml:timestamp xml:id="ts0" timeString="2024-03-15T15:07:39.241"/>
    </inkml:context>
    <inkml:brush xml:id="br0">
      <inkml:brushProperty name="width" value="0.14" units="cm"/>
      <inkml:brushProperty name="height" value="0.14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1CEB3646-2112-4530-8036-02569C5F5C33}" emma:medium="tactile" emma:mode="ink">
          <msink:context xmlns:msink="http://schemas.microsoft.com/ink/2010/main" type="inkDrawing" rotatedBoundingBox="9340,9327 17452,8393 17637,10001 9525,10935" semanticType="callout" shapeName="Other">
            <msink:sourceLink direction="with" ref="{FE209985-09E7-4564-A002-935C833D0DFD}"/>
            <msink:sourceLink direction="with" ref="{98461A64-5931-4970-A865-0BD6DD098FFD}"/>
          </msink:context>
        </emma:interpretation>
      </emma:emma>
    </inkml:annotationXML>
    <inkml:trace contextRef="#ctx0" brushRef="#br0">0 1732 137,'0'0'509,"0"0"528,0 0-1037,0 0-22,0 0-115,0 0 43,0 0 35,0 0-3,0 0 7,0 0 55,67-25 10,-48 22 6,2 1-3,3-1 20,5 2 6,2 1 26,2-1 0,4 1-3,5 0 3,3 0-13,6 0 19,0 0-29,7 0 10,2 2-26,4 3 4,1 0 2,3 2-19,0-1 23,1 2 71,2 1-46,1-1-25,-3 3-23,1-1 13,-3 1-7,2-2 1,-1 3 3,-2-2 12,1-1-6,-4 1-3,-2-2-26,-1-2-21,-4 2 21,-1-4 6,-3 0 7,1-3 3,-4 0 0,1 2-13,-2-3 16,-3 1 7,1-1 0,-2 1-25,1-1 1,-3 0 20,4 0-19,-1 3 10,0-3-13,5 0 19,2 0 100,3 0-3,1 0-80,6 0-36,6 0 1,-1-3 12,3 2-10,2-3 13,3 1 42,0-3-36,2 0-22,-3 0 4,4-1 18,-5 1-22,3-2 13,-5 1-13,-2 1 31,1 1-31,-3 1-23,0 1 23,-3 1 0,-2-1 0,-3 2-29,-1 1 17,-1 0 11,-1 0-15,-2 0 16,0 0 0,-2 0 0,-2 1-10,0 1-14,-2 0 22,-1 2 1,0 0-37,-3 0 5,-2 1 32,-1 0-2,-1 2-26,-1-2 0,-2 1 28,2 2-2,-3-2-36,3 1 4,0-1 35,3 2-1,-2-3 1,4 0-10,1 1 10,2-3 6,2 0-6,1-2-10,1-1 8,2 0 2,3 0-42,-1-3 32,1-2 10,3-1 17,0-1-17,0 1 0,2-2 0,-1 0 10,1 2-8,-1-2-2,2-2 13,-3 1 2,3 0-15,-3-3-3,0 4 3,0-3 0,-2 1-12,-1 1 9,-3-2 3,-1 3 10,-3-2-10,-1 3-17,-3-1 17,1 0 16,-5 2-16,-1 1-6,-2-2 6,-3 2 14,-1 1-14,-3 0-18,-3 0 18,-2 2 11,-1 0-11,0-1-21,-2 2 21,-5 1 10,0-2-10,-1 2-30,-6 0 30,0 0-2,-2 0 2,-1 0-13,-2 0 13,-1 0 3,0 0-3,2 0-18,-1 0 18,-1 0 11,1 0-11,4 0-1,0 2 1,3-1 19,2-1-18,2 0 1,3 0-1,3 0 21,1 0-22,0 0-4,2-5 4,1 1 18,0-1-18,1-2-13,1 2 13,-1-1 0,0 1 0,-2-2-13,1 2-5,-2 0 18,1-2 0,-2 2 1,-2-1 0,-1-1 12,1 2-1,-3 0-12,-2 1-2,-1 0 2,-2-1 0,-3 4 1,0-1 1,-4 0-2,0 1-1,-1-1-12,1 1 0,0 1 11,-1-3-11,2 3 10,-3-1-10,4 1 13,0 0 0,-4 0-1,3 0 1,0 0 1,-2-1 11,0 1-11,-2-1 11,2 1 7,-1-2 0,-3 1-2,-1 1 8,1-1 14,-2 1 6,1-3-3,1 1-3,1-4-10,-1 0-28,4-2-1,-3-1-20,4 0 4,-2-1 14,0 1-1,1-1-12,2-1 15,-3 3 1,4-4-1,-2 1-2,0-1 2,1 0 13,0-1-11,-1-1 0,-1-1 14,1 1-3,-1-2-13,0 2 0,-2-3-1,0 0 0,-1 0-12,0 1 0,-1-5 13,-2 2-1,0-4-18,0-2 18,0-1-22,-2-7 4,-4 0-17,-1-4-6,-3-2-6,-1-4-7,-1 2 0,-2-1-32,-1-1 29,0 1-7,0 2 33,-1 0 29,2 0-10,-1 3 13,1-3-33,0 1 7,1-1-42,2 2-13,-1-2 39,1 4 6,3-2 20,-1 2 15,3 0 1,1 3-19,0 1 16,2 1-10,2 2 0,-1 5 13,2 5 11,0 1-8,0 4 98,0 2-59,0 2-29,0-2-13,2 3 1,1-1-1,0-1 26,-2 4-6,3-1-19,-2 3 12,-1 0 6,1 1 1,-2 3-18,1 1 1,-1 0 20,0 0-1,0 0-22,0 0-2,0 0-1,0 0-13,0 0-4,0 0 10,0 0 10,0 0 11,0 0-11,0 0 0,0 0 19,0 0-16,-3 1-3,3-1-39,-3 1-39,2 1-84,-2-1-72,0 0-65,0 1-131,-7 0-401,36-12 686</inkml:trace>
  </inkml:traceGroup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</inkml:channelProperties>
      </inkml:inkSource>
      <inkml:timestamp xml:id="ts0" timeString="2024-03-15T15:06:18.497"/>
    </inkml:context>
    <inkml:brush xml:id="br0">
      <inkml:brushProperty name="width" value="0.14" units="cm"/>
      <inkml:brushProperty name="height" value="0.14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D2D2A289-A73B-4406-B17F-16120D4B9301}" emma:medium="tactile" emma:mode="ink">
          <msink:context xmlns:msink="http://schemas.microsoft.com/ink/2010/main" type="inkDrawing" rotatedBoundingBox="5674,8721 11393,8309 11452,9123 5733,9535" semanticType="callout" shapeName="Other">
            <msink:sourceLink direction="to" ref="{6F2A0D2B-1663-40B1-84FA-8FE9195E3E11}"/>
            <msink:sourceLink direction="to" ref="{40EC54EF-FE58-4092-BBD7-C1F2485F300C}"/>
            <msink:sourceLink direction="to" ref="{3F11E46F-5D00-4B4C-936F-9461EFAE5F5F}"/>
          </msink:context>
        </emma:interpretation>
      </emma:emma>
    </inkml:annotationXML>
    <inkml:trace contextRef="#ctx0" brushRef="#br0">-4607 2303 395,'0'0'593,"0"0"-339,0 0-215,0 0-38,0 0 32,0 0-30,0 0 16,0 0 73,0 0 100,0 0 9,40 0 0,-24 0-48,0 0-7,3-1-23,1-2 12,3 1 10,1-2-22,1-1-24,4 1-41,1 0-32,5-1 9,2 0-22,4-1 9,-1 3-21,7-2 22,0-1-4,3 0-19,2 0 0,-2-1 0,2 1 1,-3-1-1,-3 1-1,-5 1 1,-4 0 10,-5-1-10,-6 4-12,-5-1 12,-2 2-2,-4 1-20,-4 0 6,-4 0 14,-1 0 1,-3 0-2,-2 0-13,1 0 14,-2 0 0,0 0-10,0 0 12,0 0 1,0 0 15,0 0-14,0 0 1,0 0 23,0 0-1,0-1-9,0 1-3,0 0 9,0 0-6,0 0-14,0 0-2,0 0 0,0 0 0,0 0-12,0 0 9,0 0 0,0 0 3,0 0-3,0 0-9,0 0 12,0 0 4,0 0-3,0 0-1,0 0 13,0 0 9,0 0-20,0-1 1,0 1 29,0-2-9,0 2-20,0 0-2,0 0 12,0 0-12,0 0-1,0 0-3,0 0 3,0 0 4,0 0-3,0 0 1,0 0 36,0 0 0,0 0-25,0 0-12,0 0 18,0 0-19,0 0 0,0 0-25,0 0 23,0 0-1,0 0-32,0 0-3,0 0 35,0 0-10,0 0-12,0 0 2,0 0 23,0 0 22,0 0-22,0 0 0,0 0 29,0 0 10,0 0-36,0 0-1,0-1 30,0 1-7,0 0-25,0 0-22,0 0 22,0 0 13,0 0-13,0 0 0,0 0 32,0 0 18,0-4-21,0-1-29,0-1 1,0-3 12,-2 2-13,1-1 0,1-1 25,-1 0 9,-1-1-34,1-2-16,-1-1 16,1-2 0,1 0-3,-2-6-14,2 2 17,0-5 6,-1 1-6,1-1 0,0-1 13,-2 1 6,2 1-17,-3 0-1,0 1 28,0 0-6,1 1-23,-1 0 0,0 1 6,0-3 20,0 1-26,-1-1 0,1 0 15,-1-1 27,1 0-42,-3 1 0,2 2 25,1 1 20,0 2-45,2 2 0,-1 3 6,1 4 32,-1 3-25,2 2-1,0 3 39,0 0-1,0 1-50,0 0 2,0 0 1,0 0-3,0 0-22,0 0-22,0 0 32,0 0 10,0 0-35,0 0-11,0 0 33,0 0 2,2 1-40,1 0 43,2 4 10,4-1 36,0 1-36,2 2 0,0-1 0,1 1 35,1-1-35,3-1-12,-1 2 12,2-2 35,-1-3-35,2 3 2,1-2 7,3 1 23,1-3-32,3 2-22,4-2 22,5 0 27,5 0-27,5-1-1,4 0 1,3 2-1,2-1-2,2-1-16,2 1 19,1 1 7,0 0-7,0 0-28,-1-1 28,1 0 3,-3 2-3,2-2-1,-2 0 1,-2 3 10,0-3-10,-3 1-12,-2 2 12,0-3 0,-3 3-1,1-2-3,-3 2-7,0-1 10,-2 1 1,0-1-12,0 1 12,0 0 13,-1 0-2,1 0-11,0 1-14,2 0 14,-2-1 0,-3 1-12,4 1 10,-4 0 2,0-1-1,4 0 0,-4 0 2,2-1-1,0 0 3,-2-2 16,3 1-18,-4-2 15,3 0-15,-3 2-1,3-1-1,-3-1 1,0 0 2,-1 2-2,-1-2-2,-1 3 1,0-2 0,0 2-1,1-1 1,-2-2 1,0 3 12,2-2-11,-4 2-1,1-2 13,0 2 3,1-3-13,0 3-1,0-2 11,3 1-2,-1-1-11,-2 0-10,2 0 10,-1 1 15,2 0-15,-1-1 1,0-1-1,-2 2 4,0-3-3,2 1-1,-4-1 12,5 1 4,-4-1-16,0 0 0,1 2 2,0-2 12,-1 0-14,2 0-1,0 1 1,-1 0 0,0 1-4,0-1-18,-1 2 22,0-1 0,0-1-11,2 3 11,-2-1 0,0 0 12,1-2-10,-3 0-1,-2-1 21,1 0-8,-2 0-14,-3 0 0,1 0 12,-2 0 2,0 0-14,-1 0-9,0-1 9,-2 0 9,0 1-9,-1-2-17,0 1 17,1 1 0,-1 0-2,-1 0-24,1 0 26,-2 0 3,-2 0-3,1 0 0,-2 0 0,-1 0 14,-1 0-14,-4 0 0,2 0 0,-2-2 28,-2 2-27,-2-1 2,-1 1 41,0-1 11,-2-2-21,-1-2-6,-1-1 28,3-3-6,-2-4-50,-1-3 2,0 0 12,0-1 12,0-1-26,0-2-28,0 1 28,0-1 0,0-2-7,0-3-11,2-4 18,-1-2 0,1-5-16,-1-4-24,1-1 21,-1-3 6,1 0-78,-1 2-10,1 1 45,-2 3 9,1 5-1,-1 8 21,0 7 27,0 7 0,0 4-25,0 6-89,-4 1-44,-4 1-78,-2 8-62,-4 5 25,-1 3-8,-3 2-131,5-2-189,-6 4-48</inkml:trace>
  </inkml:traceGroup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</inkml:channelProperties>
      </inkml:inkSource>
      <inkml:timestamp xml:id="ts0" timeString="2024-03-15T15:06:13.233"/>
    </inkml:context>
    <inkml:brush xml:id="br0">
      <inkml:brushProperty name="width" value="0.14" units="cm"/>
      <inkml:brushProperty name="height" value="0.14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58ADB273-2B26-4D75-B858-C96DD99B47E9}" emma:medium="tactile" emma:mode="ink">
          <msink:context xmlns:msink="http://schemas.microsoft.com/ink/2010/main" type="writingRegion" rotatedBoundingBox="1468,8513 5245,5379 8227,8972 4450,12106"/>
        </emma:interpretation>
      </emma:emma>
    </inkml:annotationXML>
    <inkml:traceGroup>
      <inkml:annotationXML>
        <emma:emma xmlns:emma="http://www.w3.org/2003/04/emma" version="1.0">
          <emma:interpretation id="{B9DED0BF-107D-4AB5-A097-EF3CF6AB15E6}" emma:medium="tactile" emma:mode="ink">
            <msink:context xmlns:msink="http://schemas.microsoft.com/ink/2010/main" type="paragraph" rotatedBoundingBox="3051,11320 2477,7218 3495,7076 4068,11178" alignmentLevel="1"/>
          </emma:interpretation>
        </emma:emma>
      </inkml:annotationXML>
      <inkml:traceGroup>
        <inkml:annotationXML>
          <emma:emma xmlns:emma="http://www.w3.org/2003/04/emma" version="1.0">
            <emma:interpretation id="{8E634F0F-B4C9-4F41-9C74-458000C00453}" emma:medium="tactile" emma:mode="ink">
              <msink:context xmlns:msink="http://schemas.microsoft.com/ink/2010/main" type="line" rotatedBoundingBox="3051,11320 2477,7218 3495,7076 4068,11178"/>
            </emma:interpretation>
          </emma:emma>
        </inkml:annotationXML>
        <inkml:traceGroup>
          <inkml:annotationXML>
            <emma:emma xmlns:emma="http://www.w3.org/2003/04/emma" version="1.0">
              <emma:interpretation id="{110F4165-373E-4001-93F8-068EAC107B6E}" emma:medium="tactile" emma:mode="ink">
                <msink:context xmlns:msink="http://schemas.microsoft.com/ink/2010/main" type="inkWord" rotatedBoundingBox="3051,11320 2477,7218 3495,7076 4068,11178"/>
              </emma:interpretation>
              <emma:one-of disjunction-type="recognition" id="oneOf0">
                <emma:interpretation id="interp0" emma:lang="en-US" emma:confidence="0.5">
                  <emma:literal>.</emma:literal>
                </emma:interpretation>
                <emma:interpretation id="interp1" emma:lang="en-US" emma:confidence="0">
                  <emma:literal>-</emma:literal>
                </emma:interpretation>
                <emma:interpretation id="interp2" emma:lang="en-US" emma:confidence="0">
                  <emma:literal>I</emma:literal>
                </emma:interpretation>
                <emma:interpretation id="interp3" emma:lang="en-US" emma:confidence="0">
                  <emma:literal>=</emma:literal>
                </emma:interpretation>
                <emma:interpretation id="interp4" emma:lang="en-US" emma:confidence="0">
                  <emma:literal>,</emma:literal>
                </emma:interpretation>
              </emma:one-of>
            </emma:emma>
          </inkml:annotationXML>
          <inkml:trace contextRef="#ctx0" brushRef="#br0">-6525 2137 1725,'0'0'1170,"0"0"-1125,0 0-13,0 0 32,0 0-64,0 0 1,0 0 40,0 0 35,0 0-60,0 0-16,0 0-44,-10-6-27,10 13-19,3 7 90,1 6 125,-1 6 0,1 7-58,2 6-10,-2 6 4,-1 5 9,4 8-7,1 6-15,-1 7 34,3 7 13,0 6-38,3 4-26,-3 0 16,3 1-12,0-1-13,-3-2-22,2-1 25,-3-2 19,0-4-29,-1-1-15,0-8 0,-4-6 23,2-4-12,-1-7-10,-3-6-1,3-4 3,-4-6-3,2-6-32,-3-5 10,0-7 6,2-6-9,-2-6-35,0-2-53,0-4 19,1-1 8,-1 0-9,0-6-3,0-6-68,-1-12-299,-1-8-161,-1 3-122,-4-34 74</inkml:trace>
          <inkml:trace contextRef="#ctx0" brushRef="#br0" timeOffset="-440.7848">-7198 77 36,'0'0'59,"0"0"25,0 0-9,0 0 183,0 0-177,0 0-45,0 0 36,0 0 16,0 0-23,0 0-16,0 0 26,-42-70 7,41 63-24,-1 1 7,1 0 4,-1-2-7,2 3-36,-1-1-13,1 0 16,0 1 7,0 1-35,0 1-1,0-2-26,3-1-20,1 1 4,3 0 3,-2-1 26,2 1 13,-2 0-2,1 0 2,-1 0 0,-1 3 13,-1-1 6,0 2 4,-3 1 13,0 0 22,1 0 17,-1 0-6,0 0-14,0 0-23,0 0-32,0 0-13,0 0 11,0 1 2,0 3 30,0 1 90,3 4 19,-2 1 14,1 2-52,-1 1-63,1 2-18,1 2-1,-2 4 17,2 0-23,0 3 32,0 5-32,-2 2 39,2 4 19,-1 2-39,-1 4 104,1 2-10,0 3-40,-2 4-21,2 0 25,-2 3-49,0 0-5,0 0 12,0-3-29,0 0 18,-2-2-36,-2-2 14,0 2 6,1-2-20,-3 0 30,3 4-6,-3-2-24,-1 2 20,3 0-20,-2 3-1,0-1 32,2-2-32,-2 3 0,3-3-12,-2 2 12,0-2 19,1 1-9,1 1-10,2-4 0,-2 4-13,1-3 13,1 1-10,1-2 10,-2-1 0,1 0-1,-2-2-31,-1 1 32,0-2 0,1 2 0,0 1 1,0-2-1,-2 1 0,1-1-19,1 1 16,-4 0 6,0-2-6,1-1-18,-1-1 19,-3 0 4,3-6-4,-1 0 1,0-4 1,-1-3 0,2 0 27,1-5-27,-1 1 0,1-2 12,1-4 1,-1-1-12,1-2 0,1-5 1,2-2-2,1-2 13,-2-2-13,2 1 16,-2-1-15,0 2-1,0-1-16,0 3 14,2 0 1,-2 2-21,0 0 6,0 0 0,0-1 15,2 1-12,-1 0 13,-1-3 0,2 1 1,-2-4-1,3-2 0,-4 0 18,4-2 0,0 1-18,0-2 0,0 0 15,0 0 4,0 0-16,0 0 0,0 0 25,0 0 4,0 0-30,0 0-2,0 0 3,0 0 0,0 0-3,0 0-28,0 0 12,0 0-10,1 0-37,5 0 5,1 0 58,2 0 45,5-5-43,4 2-2,2-1-1,4-1-12,1-2 0,5 1 13,2-1 16,4 1-16,0-1-22,1 0 19,4-2 3,2 1-1,2 2-9,0-2 9,3 3 1,-2 2 0,1 1-20,-5 2-22,-1 0 30,-3 0 10,-5 0-1,-3 0-8,-3 0 11,-2 0 0,-6 0 0,-4 0-28,-3 1 27,-1-1-11,-6 0-142,-1 1-204,-2-1 216,-1 0-58,-1 0-193,0 0-101,0 0-8</inkml:trace>
        </inkml:traceGroup>
      </inkml:traceGroup>
    </inkml:traceGroup>
    <inkml:traceGroup>
      <inkml:annotationXML>
        <emma:emma xmlns:emma="http://www.w3.org/2003/04/emma" version="1.0">
          <emma:interpretation id="{E065B8B6-BFEA-463A-833E-6A57CDE345AD}" emma:medium="tactile" emma:mode="ink">
            <msink:context xmlns:msink="http://schemas.microsoft.com/ink/2010/main" type="paragraph" rotatedBoundingBox="2852,10181 6629,7047 8227,8972 4450,12106" alignmentLevel="1"/>
          </emma:interpretation>
        </emma:emma>
      </inkml:annotationXML>
      <inkml:traceGroup>
        <inkml:annotationXML>
          <emma:emma xmlns:emma="http://www.w3.org/2003/04/emma" version="1.0">
            <emma:interpretation id="{F8F3FBC2-CDE7-495B-AD3A-8C63DE6A875A}" emma:medium="tactile" emma:mode="ink">
              <msink:context xmlns:msink="http://schemas.microsoft.com/ink/2010/main" type="line" rotatedBoundingBox="2852,10181 6629,7047 8227,8972 4450,12106"/>
            </emma:interpretation>
          </emma:emma>
        </inkml:annotationXML>
        <inkml:traceGroup>
          <inkml:annotationXML>
            <emma:emma xmlns:emma="http://www.w3.org/2003/04/emma" version="1.0">
              <emma:interpretation id="{3F11E46F-5D00-4B4C-936F-9461EFAE5F5F}" emma:medium="tactile" emma:mode="ink">
                <msink:context xmlns:msink="http://schemas.microsoft.com/ink/2010/main" type="inkWord" rotatedBoundingBox="2852,10181 5257,8186 6854,10111 4450,12106">
                  <msink:destinationLink direction="to" ref="{D2D2A289-A73B-4406-B17F-16120D4B9301}"/>
                </msink:context>
              </emma:interpretation>
              <emma:one-of disjunction-type="recognition" id="oneOf1">
                <emma:interpretation id="interp5" emma:lang="en-US" emma:confidence="0.5">
                  <emma:literal>Desis</emma:literal>
                </emma:interpretation>
                <emma:interpretation id="interp6" emma:lang="en-US" emma:confidence="0">
                  <emma:literal>Deists</emma:literal>
                </emma:interpretation>
                <emma:interpretation id="interp7" emma:lang="en-US" emma:confidence="0">
                  <emma:literal>Des-is</emma:literal>
                </emma:interpretation>
                <emma:interpretation id="interp8" emma:lang="en-US" emma:confidence="0">
                  <emma:literal>together},</emma:literal>
                </emma:interpretation>
                <emma:interpretation id="interp9" emma:lang="en-US" emma:confidence="0">
                  <emma:literal>together}.</emma:literal>
                </emma:interpretation>
              </emma:one-of>
            </emma:emma>
          </inkml:annotationXML>
          <inkml:trace contextRef="#ctx0" brushRef="#br0" timeOffset="2881.9741">-4877 3168 447,'0'0'502,"0"0"-196,0 0-127,0 0 0,0 0-3,0 0-4,0 0-13,0 0-27,0 0-21,0 0-47,0 0-64,-47 9-61,50-4 28,7 1 33,3 0 117,4 2-27,3-2-3,9-1 23,3-1 22,6-1-20,6-3-22,5 0 16,6-2-7,4-3-51,3-1 2,3-1 1,0 1-35,-2 1-16,2-2-19,-6 3 19,-1 2-1,-5 1-24,-3 1-29,-6 0-39,-5 0-38,-4 0-109,-7 0-115,-6 0-144,-8-2-239,-8-4-422</inkml:trace>
          <inkml:trace contextRef="#ctx0" brushRef="#br0" timeOffset="2154.1585">-4963 2252 668,'0'0'1379,"0"0"-1269,0 0-61,0 0 71,0 0 80,0 0-51,0 0-66,0 0-34,0 0-49,0 0-23,-24 4 23,31 0 3,7 0 113,2 3-48,3 0-14,2-1 23,1 1 25,4-2-9,4-2-10,3 1 34,5-3-12,4-1-51,1 0-4,6-5 20,0-2-14,4-3-55,-1 1-1,3-2 16,-5 1-6,-1 0-10,-4 0-33,-3 4 33,-8 1 0,-1 2-14,-7-1-14,-4 4 27,-3 0 0,-5 0-49,-1 0-10,-4 0 31,-3 0 4,1 2-26,-3 0-9,0 1 41,-1 0 19,0 0-22,0 0-7,0-1 29,-3 1-2,3 0-4,-3-2-4,0-1 10,0 0 27,0 0-27,1 0-21,-1 0 20,0 0 1,0 0-95,0 0-65,0 0-45,0 0-133,0 0-241,0-1-214,0-3-299,-1 9 931</inkml:trace>
          <inkml:trace contextRef="#ctx0" brushRef="#br0" timeOffset="9719.4538">-4251 2800 2040,'0'0'518,"0"0"-402,0 0-78,0 0 20,0 0 32,0 0 10,0 0-4,0 0-22,0 0-26,0 0-48,0 0-3,-15-9-93,15 9-39,0 0 0,0 2 6,0 5-6,0 3 135,0 4 48,0 3 10,0 4-15,0-1-43,0 2 0,0 0 0,0 1-32,-1 2-68,1-2-181,0 0-174,0-5-218,0 1-343</inkml:trace>
          <inkml:trace contextRef="#ctx0" brushRef="#br0" timeOffset="45034.1599">-5306 2746 973,'0'0'140,"0"0"127,0 0 78,0 0-115,0 0-77,0 0-101,0 0-52,0 0-62,0 0-32,0 0 45,-3-1 49,12 1 55,0 0 20,0 0-23,2 0-13,0 0-10,1 3-26,-1 0 13,1 1-13,-1 2 0,-1 1-3,1-1 0,-3 5-2,-1-1 2,-1 4 9,-3 3 17,-1 2 20,-2 4-24,-5 2 1,-5 2 9,-4 1-6,-1 1-24,-2-3 21,-1-1 0,3-3-7,0-3-3,2-3-12,3-4 2,3-3 7,3-1-10,1-4-29,0-3-20,3 1-16,0-2-25,4 0 28,6 0 62,5-3 75,5-4-36,3 1-36,4-3-3,4 0-17,-1 0 0,3 0-28,0 4-13,0 2-17,-2 3-16,-1 0-16,-4 3-75,0 6-224,-10-3-67</inkml:trace>
          <inkml:trace contextRef="#ctx0" brushRef="#br0" timeOffset="44635.1705">-5763 2947 722,'0'0'156,"0"0"-45,0 0 91,0 0 19,0 0-71,0 0-150,0 0-3,0 0-72,0 0 75,0 0 1,0 0-1,78-47-11,-55 42-28,0 2 7,0 0 12,-2 0 1,0 2-4,-2 1 21,-3 0-18,-1 0-6,-3 0 25,-2 3-22,-3 1 21,-3 0 2,-1 2 29,-3 2 14,0 0-1,0 3 10,-4 1 26,-2 0 20,-2 2 22,-1 3-10,2 0-15,-2-2-18,4 2-25,2-1-26,0-2-26,1-2-15,2-1-7,0-1-27,3-1 3,5-3 27,1 0 19,0-2 0,4-2 49,0-2-20,0 0 0,1-1 16,1-7-12,-1-1-1,-1-3-6,-1 1-6,1-3 6,-5-3-1,0 3-2,-1-3-7,-4 3-3,-2 0 3,-1 1 1,0 1-14,0 5 13,-4-1-15,-3 0-1,1 3-21,-1 0-2,1 1-6,1 0-17,0 3-28,2-1-95,0 0-201,2 1-37,1-2-75</inkml:trace>
          <inkml:trace contextRef="#ctx0" brushRef="#br0" timeOffset="44187.4144">-5701 2701 726,'0'0'137,"0"0"16,0 0 78,0 0 17,0 0-79,0 0-10,0 0-61,0 0-76,0 0-22,0 0-65,0 0-32,-4-5 97,4 18 19,0 2 40,0 6-7,-2 3 16,2 5-13,-3 0-22,2 2 2,1 0 1,0 0-5,0-2-31,0 0-39,4-4 7,2 0 3,0-2-23,1-1-19,2-2 58,-2 0-33,2-4-3,-2 0-29,1-6 10,0-1-39,-2-3-137,-2-4-56,0-2-52,-4 0-287</inkml:trace>
          <inkml:trace contextRef="#ctx0" brushRef="#br0" timeOffset="43873.8538">-6000 2773 134,'0'0'319,"0"0"-218,0 0 56,0 0 6,0 0-33,0 0 10,0 0-136,0 0 51,0 0 449,-37-71-312,36 53-153,1 0-3,-2-1 45,2 0 32,0-2-9,0 3-23,0 3 3,0 0 3,0 5 23,0 1-7,0 3 3,-1 3-9,0 1-14,1 2-19,-2 0-41,2 3-23,0 5-26,0 2-64,0 7 77,0 8 13,0 4 39,-1 9 12,-1 4-19,-1 6-31,-5 3 34,4 2-15,-2 0-17,0-3 29,-1 0-7,-2-5-25,2-1 0,0-3 0,-1-2-6,1-6-16,3-3-39,0-3 32,-1-7-3,2-2 3,0-5-25,2-2-27,-1-5-28,1-2-94,1-3-10,0-1 32,0 0-14,6-5-6,1-7-128,5-3-52,-2 1-49,6-13-232</inkml:trace>
          <inkml:trace contextRef="#ctx0" brushRef="#br0" timeOffset="47203.8209">-5813 3678 767,'0'0'75,"0"0"59,0 0 61,0 0-94,0 0-26,0 0 3,0 0 43,0 0-1,0 0-45,0 0-7,0 0-3,-35-49 7,31 41 15,-2 1 4,-1-3 3,-3 4 13,3 0 9,-1-1-22,-3 1-4,2-1-41,-1 1-33,0 2 3,-1-1 10,2 2 13,0 1-23,-1 0 1,4 2-8,2 0-12,0 0 0,2 0-15,1 0-20,1 0-26,-2 2-10,2 2 23,0 1 9,0-1 15,0 1 24,0 0 0,0-1 2,0-2-2,0 2-1,0-3 1,0 1 16,0 1-13,0-3-3,0 0 2,0 1 17,0-1 0,0 0 17,0 0 9,0 0 16,0 0-3,0 0 0,0 0 10,-1-4-43,-1 0-25,-3-2-16,2-2 0,0 1 16,0 0-2,0-1 2,0 2 11,2-4-11,-2 3-2,0-4-24,3 4 13,-3-3 11,3 4-1,0 3 0,0 0 3,0 2-13,0 1-26,0 0-19,0 0-35,0 1-40,0 5 46,1 5 87,5 3 0,0 2 42,2 6-26,-4 2 4,3 2 9,-3 3-28,-1 3-1,0 5 19,-3 3-16,0 3 14,0 0-14,-4 1-3,-2-4 22,-4-4 17,0-3-26,1-7 6,-2-2-17,-1-5 15,3-2-17,-2-3 0,1-3 1,0-1 21,1-5-3,2-2-6,0-3 23,1 0-20,0 0-16,-1-3-29,3-5 16,-1 0-3,2-4-3,3 1 6,-3-1-13,3-1 24,0-1-24,0 2 7,3 0 18,2 2-15,1 2-20,-1 3-3,4 1-3,0 1 0,1 3-13,1 0 33,2 6 6,3 1 13,-3 1 3,4 2-2,-2 1-1,0-4-13,-2 1-9,2-1 25,-1 0 19,1-3-19,-1 1 23,-1-4-23,0-1 42,0 0 3,1-3-12,-1-5 2,1-4 14,0-1-14,-1-2-15,0-3-19,-3-3 18,-1 1 4,-1-2-20,-1-3-3,-2-2 16,-2 0 6,-2 0-22,-1-1 0,0-1 0,0 0-3,0 1-16,-6-1-3,0 4 22,-5 0 3,2 2-3,-4 2-17,-2 2 6,-2 1 11,0 3 0,0 0-27,-3 7 25,1-2 0,3 5-16,-2 4-17,1 1 2,2 0-5,0 7 12,0 4-23,3 2 33,-1 2 15,3 1-18,4 2-10,0 1 9,3 2 7,1-2-19,2 0 6,0 1 25,7-1-2,0-2-23,3-3 22,3-1-15,0-3 19,3-1 2,1-3-1,3 1 21,3-4 4,1-3-4,2 0-5,-1-5-1,3-3 23,1-3-23,-1-2-3,1-2-11,-3-3-2,-1-1-10,-2 1 9,-2 0 1,-3-1 0,-3 3-18,-3 1 18,-1-1 0,-3 4 32,-4 1-16,-2 2-3,-1 0 20,-1 1-1,0 2-19,-1-2 3,-4 3-15,-1-2 28,-2 3-27,-1-1-2,-1 3-16,1-2 14,-2 4 0,2 0-40,0 0-3,0 4-17,1 2 1,1 5 2,1 3 14,-1 4 22,3 1-6,2 4 10,2 0 3,0 1 14,0-1 2,5 1 3,3-2-3,1 0-12,1-3 12,4-3 0,-2-3-15,2-5 2,2 0 13,-3-4 18,5-1 21,-3-3-20,1 0 7,-4-4 10,5-4 12,-4-3-2,4-5-11,-4 1-12,3-3-10,-3-3-10,0-1 10,0 0-12,1-1-1,-2 0 1,1 1-1,0 0-2,-3 2-1,3 2 1,-4 1 0,-1 3-15,0 3-8,-3 4 21,-1 3-12,-2 0-26,1 4-16,-2-1 0,-1 1-1,2 0-12,-1 0 71,1 0 1,-1 1 22,2 0-20,-1 2 10,-1-2-10,-1 0 15,0-1-18,1 0-1,-1 0 1,0 0 36,0 0 6,0 0 16,0 0 4,0 0 6,0 0-10,0 0 3,0 0-41,0-1-20,0-1-36,-2-2 34,-1 2 1,0-1-2,-2 2-16,1 1-1,-2 0-3,-2 0-25,-2 4-39,-1 4 12,-1 2 46,-2 4 13,2 2 16,0-1 1,0 3 18,3 2-19,1-1-3,2 0-10,3 0 10,3 1 0,0-1-27,0-1-2,8-1 16,1 0 16,3-5-4,0 0-12,4-3-2,0-1 18,5-3 13,2-4 6,2-1 23,4 0-9,1-5-6,3-5-27,-1-1-23,0-4 10,-2 1-52,-1-3-29,-6 4-266,4-8-275</inkml:trace>
          <inkml:trace contextRef="#ctx0" brushRef="#br0" timeOffset="14255.0371">891 1945 218,'0'0'626,"0"0"185,0 0-645,0 0-133,0 0 48,0 0 6,-78-11-19,65 11-38,-1 2 18,-2 1 30,1 2-29,-2 1-7,0 1 13,0 2 3,-5 4-36,-2 1-22,-1 4 17,-4 5-2,2 2-15,-1-1 0,4 4 26,1-2-7,6 3-19,1-1-13,4-1 10,3-2-26,4-1-10,5-1-48,0-5 22,11 0 0,5-1 17,6-3 30,7-1 18,5-3 4,7 0-4,5-3-98,4-2-126,2-4-117,-10 0-131,20-1-131</inkml:trace>
        </inkml:traceGroup>
        <inkml:traceGroup>
          <inkml:annotationXML>
            <emma:emma xmlns:emma="http://www.w3.org/2003/04/emma" version="1.0">
              <emma:interpretation id="{DC5CFB4B-5DE4-4E1E-A6B5-CC24FB7D9349}" emma:medium="tactile" emma:mode="ink">
                <msink:context xmlns:msink="http://schemas.microsoft.com/ink/2010/main" type="inkWord" rotatedBoundingBox="7179,8451 7543,8149 7786,8442 7422,8744"/>
              </emma:interpretation>
              <emma:one-of disjunction-type="recognition" id="oneOf2">
                <emma:interpretation id="interp10" emma:lang="en-US" emma:confidence="0.5">
                  <emma:literal>O</emma:literal>
                </emma:interpretation>
                <emma:interpretation id="interp11" emma:lang="en-US" emma:confidence="0">
                  <emma:literal>o</emma:literal>
                </emma:interpretation>
                <emma:interpretation id="interp12" emma:lang="en-US" emma:confidence="0">
                  <emma:literal>0</emma:literal>
                </emma:interpretation>
                <emma:interpretation id="interp13" emma:lang="en-US" emma:confidence="0">
                  <emma:literal>°</emma:literal>
                </emma:interpretation>
                <emma:interpretation id="interp14" emma:lang="en-US" emma:confidence="0">
                  <emma:literal>,</emma:literal>
                </emma:interpretation>
              </emma:one-of>
            </emma:emma>
          </inkml:annotationXML>
          <inkml:trace contextRef="#ctx0" brushRef="#br0" timeOffset="8426.0025">-2792 1048 969,'0'0'1090,"0"0"-993,0 0-64,0 0 116,0 0 51,0 0-35,0 0-59,0 0 3,0 0-32,0 0-13,0 0 7,-77-56-33,70 56-38,-3 5-25,-2 5-20,-3 4 6,-3 6 17,-1 4-1,3 2 23,-4 3 2,4 1 0,-1 1 20,4-2 17,0 0-7,5-4-32,3-1-20,4-4-12,1-2-6,1-1-33,8-1 42,5-4 29,2 0 20,4-2-18,2-2 23,4-3 56,3-2 28,0-3-36,2 0-12,-2-3 31,1-6-6,-1-4-4,-2-1-6,1-4 16,-2-3-23,-4 1-28,-2-3-15,-3-1 2,-7 1 16,-1 4-19,-6 0 3,-3 1 35,0-1-45,-5-2-18,-6 1-52,-8 0-4,-2 0-35,-6 2-38,-7 4-4,-2 4-7,1 4-22,-2 6-46,1 1-23,1 10-13,3 7-122,1 7-143,9-4-83,-10 11-109</inkml:trace>
        </inkml:traceGroup>
      </inkml:traceGroup>
    </inkml:traceGroup>
  </inkml:traceGroup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4095" units="cm"/>
          <inkml:channel name="Y" type="integer" max="4095" units="cm"/>
        </inkml:traceFormat>
        <inkml:channelProperties>
          <inkml:channelProperty channel="X" name="resolution" value="132.39574" units="1/cm"/>
          <inkml:channelProperty channel="Y" name="resolution" value="235.34483" units="1/cm"/>
        </inkml:channelProperties>
      </inkml:inkSource>
      <inkml:timestamp xml:id="ts0" timeString="2023-03-18T05:34:31.185"/>
    </inkml:context>
    <inkml:brush xml:id="br0">
      <inkml:brushProperty name="width" value="0.07" units="cm"/>
      <inkml:brushProperty name="height" value="0.07" units="cm"/>
      <inkml:brushProperty name="fitToCurve" value="1"/>
    </inkml:brush>
  </inkml:definitions>
  <inkml:traceGroup>
    <inkml:annotationXML>
      <emma:emma xmlns:emma="http://www.w3.org/2003/04/emma" version="1.0">
        <emma:interpretation id="{C58A2AAE-E159-406E-98C7-DAA0200C1E02}" emma:medium="tactile" emma:mode="ink">
          <msink:context xmlns:msink="http://schemas.microsoft.com/ink/2010/main" type="writingRegion" rotatedBoundingBox="1358,8746 24873,7690 25326,17793 1812,18849"/>
        </emma:interpretation>
      </emma:emma>
    </inkml:annotationXML>
    <inkml:traceGroup>
      <inkml:annotationXML>
        <emma:emma xmlns:emma="http://www.w3.org/2003/04/emma" version="1.0">
          <emma:interpretation id="{64BEA802-94CC-4A4B-8B37-D1DE5BD89329}" emma:medium="tactile" emma:mode="ink">
            <msink:context xmlns:msink="http://schemas.microsoft.com/ink/2010/main" type="paragraph" rotatedBoundingBox="8123,10121 23966,7510 24675,11812 8833,14423" alignmentLevel="2"/>
          </emma:interpretation>
        </emma:emma>
      </inkml:annotationXML>
      <inkml:traceGroup>
        <inkml:annotationXML>
          <emma:emma xmlns:emma="http://www.w3.org/2003/04/emma" version="1.0">
            <emma:interpretation id="{6E6B1388-FE8B-4899-A5C2-20AC97C2F02B}" emma:medium="tactile" emma:mode="ink">
              <msink:context xmlns:msink="http://schemas.microsoft.com/ink/2010/main" type="line" rotatedBoundingBox="8123,10121 23966,7510 24675,11812 8833,14423"/>
            </emma:interpretation>
          </emma:emma>
        </inkml:annotationXML>
        <inkml:traceGroup>
          <inkml:annotationXML>
            <emma:emma xmlns:emma="http://www.w3.org/2003/04/emma" version="1.0">
              <emma:interpretation id="{C0E7E5AD-CB28-4F18-905F-712CCDC99B58}" emma:medium="tactile" emma:mode="ink">
                <msink:context xmlns:msink="http://schemas.microsoft.com/ink/2010/main" type="inkWord" rotatedBoundingBox="8331,10734 13565,10487 13669,12672 8434,12919"/>
              </emma:interpretation>
              <emma:one-of disjunction-type="recognition" id="oneOf0">
                <emma:interpretation id="interp0" emma:lang="en-IN" emma:confidence="0">
                  <emma:literal>two</emma:literal>
                </emma:interpretation>
                <emma:interpretation id="interp1" emma:lang="en-IN" emma:confidence="0">
                  <emma:literal>who</emma:literal>
                </emma:interpretation>
                <emma:interpretation id="interp2" emma:lang="en-IN" emma:confidence="0">
                  <emma:literal>wo</emma:literal>
                </emma:interpretation>
                <emma:interpretation id="interp3" emma:lang="en-IN" emma:confidence="0">
                  <emma:literal>wot</emma:literal>
                </emma:interpretation>
                <emma:interpretation id="interp4" emma:lang="en-IN" emma:confidence="0">
                  <emma:literal>wow</emma:literal>
                </emma:interpretation>
              </emma:one-of>
            </emma:emma>
          </inkml:annotationXML>
          <inkml:trace contextRef="#ctx0" brushRef="#br0">-2643 242,'-76'-29,"50"15,26 14</inkml:trace>
          <inkml:trace contextRef="#ctx0" brushRef="#br0" timeOffset="99.0894">-3112 142,'-64'-43,"1"29,25-7,-25 21,-13-22,0 29,76-7</inkml:trace>
          <inkml:trace contextRef="#ctx0" brushRef="#br0" timeOffset="-2800.5641">803 99,'0'7,"0"1,0-16,0 8,0 0,0 0,0 0</inkml:trace>
        </inkml:traceGroup>
      </inkml:traceGroup>
    </inkml:traceGroup>
    <inkml:traceGroup>
      <inkml:annotationXML>
        <emma:emma xmlns:emma="http://www.w3.org/2003/04/emma" version="1.0">
          <emma:interpretation id="{F5218075-C6BD-4628-A947-3D6E62F81DAD}" emma:medium="tactile" emma:mode="ink">
            <msink:context xmlns:msink="http://schemas.microsoft.com/ink/2010/main" type="paragraph" rotatedBoundingBox="1559,12478 25079,11712 25284,17993 1763,18759" alignmentLevel="1"/>
          </emma:interpretation>
        </emma:emma>
      </inkml:annotationXML>
      <inkml:traceGroup>
        <inkml:annotationXML>
          <emma:emma xmlns:emma="http://www.w3.org/2003/04/emma" version="1.0">
            <emma:interpretation id="{BAA59969-8994-424A-A32B-2834FE02867B}" emma:medium="tactile" emma:mode="ink">
              <msink:context xmlns:msink="http://schemas.microsoft.com/ink/2010/main" type="line" rotatedBoundingBox="1559,12478 25079,11712 25216,15908 1695,16674"/>
            </emma:interpretation>
          </emma:emma>
        </inkml:annotationXML>
        <inkml:traceGroup>
          <inkml:annotationXML>
            <emma:emma xmlns:emma="http://www.w3.org/2003/04/emma" version="1.0">
              <emma:interpretation id="{6578844F-1127-48B9-AFE9-DA7AE0BCC4FB}" emma:medium="tactile" emma:mode="ink">
                <msink:context xmlns:msink="http://schemas.microsoft.com/ink/2010/main" type="inkWord" rotatedBoundingBox="8382,12634 13918,12454 14042,16272 8506,16452"/>
              </emma:interpretation>
              <emma:one-of disjunction-type="recognition" id="oneOf1">
                <emma:interpretation id="interp5" emma:lang="en-IN" emma:confidence="0">
                  <emma:literal>Size</emma:literal>
                </emma:interpretation>
                <emma:interpretation id="interp6" emma:lang="en-IN" emma:confidence="0">
                  <emma:literal>Size:</emma:literal>
                </emma:interpretation>
                <emma:interpretation id="interp7" emma:lang="en-IN" emma:confidence="0">
                  <emma:literal>size:</emma:literal>
                </emma:interpretation>
                <emma:interpretation id="interp8" emma:lang="en-IN" emma:confidence="0">
                  <emma:literal>size</emma:literal>
                </emma:interpretation>
                <emma:interpretation id="interp9" emma:lang="en-IN" emma:confidence="0">
                  <emma:literal>size.</emma:literal>
                </emma:interpretation>
              </emma:one-of>
            </emma:emma>
          </inkml:annotationXML>
          <inkml:trace contextRef="#ctx0" brushRef="#br0" timeOffset="9474.8254">-1871 2743,'13'-7,"12"57,51-21,-76-29</inkml:trace>
        </inkml:traceGroup>
      </inkml:traceGroup>
    </inkml:traceGroup>
  </inkml:traceGroup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4095" units="cm"/>
          <inkml:channel name="Y" type="integer" max="4095" units="cm"/>
        </inkml:traceFormat>
        <inkml:channelProperties>
          <inkml:channelProperty channel="X" name="resolution" value="132.39574" units="1/cm"/>
          <inkml:channelProperty channel="Y" name="resolution" value="235.34483" units="1/cm"/>
        </inkml:channelProperties>
      </inkml:inkSource>
      <inkml:timestamp xml:id="ts0" timeString="2023-03-18T05:36:15.423"/>
    </inkml:context>
    <inkml:brush xml:id="br0">
      <inkml:brushProperty name="width" value="0.07" units="cm"/>
      <inkml:brushProperty name="height" value="0.07" units="cm"/>
      <inkml:brushProperty name="fitToCurve" value="1"/>
    </inkml:brush>
  </inkml:definitions>
  <inkml:traceGroup>
    <inkml:annotationXML>
      <emma:emma xmlns:emma="http://www.w3.org/2003/04/emma" version="1.0">
        <emma:interpretation id="{1DCBBB53-9CA5-481D-9E12-5B3EEB994EAB}" emma:medium="tactile" emma:mode="ink">
          <msink:context xmlns:msink="http://schemas.microsoft.com/ink/2010/main" type="inkDrawing" rotatedBoundingBox="-4603,5167 -4197,5139 -4005,7867 -4412,7895" rotationAngle="-1729734664" semanticType="callout">
            <msink:sourceLink direction="with" ref="{51A27623-1817-4E4B-AD6F-8FBE0892CC0F}"/>
          </msink:context>
        </emma:interpretation>
      </emma:emma>
    </inkml:annotationXML>
    <inkml:trace contextRef="#ctx0" brushRef="#br0">202 428,'0'-7,"13"71,-38-64,25 0,12 29,1 85,-13-57,0 49,0 16,-13-8,1 57,-14 14,1 22,0-15,-13 22,-13 270,38-412,-12 412,25-469,13 13,12 29,0-28,-12-22,-13-7</inkml:trace>
  </inkml:traceGroup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4095" units="cm"/>
          <inkml:channel name="Y" type="integer" max="4095" units="cm"/>
        </inkml:traceFormat>
        <inkml:channelProperties>
          <inkml:channelProperty channel="X" name="resolution" value="132.39574" units="1/cm"/>
          <inkml:channelProperty channel="Y" name="resolution" value="235.34483" units="1/cm"/>
        </inkml:channelProperties>
      </inkml:inkSource>
      <inkml:timestamp xml:id="ts0" timeString="2023-03-18T05:36:23.543"/>
    </inkml:context>
    <inkml:brush xml:id="br0">
      <inkml:brushProperty name="width" value="0.07" units="cm"/>
      <inkml:brushProperty name="height" value="0.07" units="cm"/>
      <inkml:brushProperty name="fitToCurve" value="1"/>
    </inkml:brush>
  </inkml:definitions>
  <inkml:traceGroup>
    <inkml:annotationXML>
      <emma:emma xmlns:emma="http://www.w3.org/2003/04/emma" version="1.0">
        <emma:interpretation id="{9F42823B-84CA-40CA-826C-13272852CD79}" emma:medium="tactile" emma:mode="ink">
          <msink:context xmlns:msink="http://schemas.microsoft.com/ink/2010/main" type="inkDrawing" rotatedBoundingBox="-3265,6792 -2705,9730 -4134,10003 -4695,7065" semanticType="verticalRange" shapeName="Other">
            <msink:sourceLink direction="with" ref="{0D0146AC-0632-4CA4-B115-FF7F4C8B62CE}"/>
            <msink:sourceLink direction="with" ref="{BC799753-5A0E-4739-8E5E-3109E3FEBB7E}"/>
            <msink:sourceLink direction="with" ref="{21F9EB0E-80A1-4D53-8378-572456759350}"/>
            <msink:sourceLink direction="with" ref="{8C088136-626A-4348-93C8-E19373915906}"/>
            <msink:destinationLink direction="with" ref="{CF5878A0-8AE2-4122-B4B2-172D088A4116}"/>
          </msink:context>
        </emma:interpretation>
      </emma:emma>
    </inkml:annotationXML>
    <inkml:trace contextRef="#ctx0" brushRef="#br0">355 0,'13'15,"-13"-22,0 7,0 0,0 0,-13 14,-12 86,12-79,-12 15,-13 42,13-42,-13 99,0 0,12-56,14 78,-1-58,0-6,13 35,0-21,0 21,0 8,0-8,-12 15,-1-58,-12 43,12-42,0-36,1 50,12 49,0-106,0-36,12 43,-12 7,26-28,-1-15,0 7,13 1,0-1,0 0,0-14,0 1,26-8,126 185,-51-221,51 108,-165-94,51 93,38-185,-63 79,0 6,12 43,13-56,13-30,-26 44,-25-8,-38 36</inkml:trace>
  </inkml:traceGroup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4095" units="cm"/>
          <inkml:channel name="Y" type="integer" max="4095" units="cm"/>
        </inkml:traceFormat>
        <inkml:channelProperties>
          <inkml:channelProperty channel="X" name="resolution" value="132.39574" units="1/cm"/>
          <inkml:channelProperty channel="Y" name="resolution" value="235.34483" units="1/cm"/>
        </inkml:channelProperties>
      </inkml:inkSource>
      <inkml:timestamp xml:id="ts0" timeString="2023-03-18T05:36:25.025"/>
    </inkml:context>
    <inkml:brush xml:id="br0">
      <inkml:brushProperty name="width" value="0.07" units="cm"/>
      <inkml:brushProperty name="height" value="0.07" units="cm"/>
      <inkml:brushProperty name="fitToCurve" value="1"/>
    </inkml:brush>
  </inkml:definitions>
  <inkml:traceGroup>
    <inkml:annotationXML>
      <emma:emma xmlns:emma="http://www.w3.org/2003/04/emma" version="1.0">
        <emma:interpretation id="{CF5878A0-8AE2-4122-B4B2-172D088A4116}" emma:medium="tactile" emma:mode="ink">
          <msink:context xmlns:msink="http://schemas.microsoft.com/ink/2010/main" type="inkDrawing" rotatedBoundingBox="-3051,9233 -1088,11418 -2302,12508 -4265,10323" semanticType="callout" shapeName="Other">
            <msink:sourceLink direction="with" ref="{9F42823B-84CA-40CA-826C-13272852CD79}"/>
            <msink:sourceLink direction="with" ref="{E925AFE1-FD95-47DE-9738-D36486D8A2F3}"/>
          </msink:context>
        </emma:interpretation>
      </emma:emma>
    </inkml:annotationXML>
    <inkml:trace contextRef="#ctx0" brushRef="#br0">0 0,'13'28,"-26"-35,13 7,13 14,-13 8,12 14,1-1,12 15,1 50,-14-8,1 8,0 14,-1 7,-12 22,0-29,0 14,0-7,0-7,13-7,0 0,-1-14,1-36,12-7,1-8,-1-6,26-7,12-1,26-6,0-15,25 7,0-14,12 0,1 0,0 0,12 0,-12-7,-1 0,26-8,13-6,0 7,50-15,-50-21,-165 50</inkml:trace>
  </inkml:traceGroup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4095" units="cm"/>
          <inkml:channel name="Y" type="integer" max="4095" units="cm"/>
        </inkml:traceFormat>
        <inkml:channelProperties>
          <inkml:channelProperty channel="X" name="resolution" value="132.39574" units="1/cm"/>
          <inkml:channelProperty channel="Y" name="resolution" value="235.34483" units="1/cm"/>
        </inkml:channelProperties>
      </inkml:inkSource>
      <inkml:timestamp xml:id="ts0" timeString="2023-03-18T05:36:24.271"/>
    </inkml:context>
    <inkml:brush xml:id="br0">
      <inkml:brushProperty name="width" value="0.07" units="cm"/>
      <inkml:brushProperty name="height" value="0.07" units="cm"/>
      <inkml:brushProperty name="fitToCurve" value="1"/>
    </inkml:brush>
  </inkml:definitions>
  <inkml:traceGroup>
    <inkml:annotationXML>
      <emma:emma xmlns:emma="http://www.w3.org/2003/04/emma" version="1.0">
        <emma:interpretation id="{E925AFE1-FD95-47DE-9738-D36486D8A2F3}" emma:medium="tactile" emma:mode="ink">
          <msink:context xmlns:msink="http://schemas.microsoft.com/ink/2010/main" type="inkDrawing" rotatedBoundingBox="-1810,7197 -886,10663 -2270,11032 -3194,7566" semanticType="callout" shapeName="Other">
            <msink:sourceLink direction="to" ref="{8F4DD2CA-5BDE-46A0-8149-270C3B69AAE8}"/>
            <msink:sourceLink direction="from" ref="{956D2FD8-0295-4B64-8311-042426283526}"/>
            <msink:destinationLink direction="with" ref="{CF5878A0-8AE2-4122-B4B2-172D088A4116}"/>
          </msink:context>
        </emma:interpretation>
      </emma:emma>
    </inkml:annotationXML>
    <inkml:trace contextRef="#ctx0" brushRef="#br0">279 39,'-13'-43,"13"43,25 100,-37-128,12 21,0 7,-13 14,13-7,0-14,-13 28,13-21,0 7,-25 107,0-35,-1 142,1-79,0 15,-1 42,1-20,0 6,12-64,0-28,1 21,-1 171,13-257,0-6,13 42,-1-14,1-15,25 72,-13-43,1-35,12 42,0-14,0-7,0 0,25 7,-25-14,25-8,1 1,12 0,12-1,26 1,0-8,0 8,13 0,-13 14,13-1,-13 1,0 0,-13 7,1-14,-102-43</inkml:trace>
  </inkml:traceGroup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4095" units="cm"/>
          <inkml:channel name="Y" type="integer" max="4095" units="cm"/>
        </inkml:traceFormat>
        <inkml:channelProperties>
          <inkml:channelProperty channel="X" name="resolution" value="132.39574" units="1/cm"/>
          <inkml:channelProperty channel="Y" name="resolution" value="235.34483" units="1/cm"/>
        </inkml:channelProperties>
      </inkml:inkSource>
      <inkml:timestamp xml:id="ts0" timeString="2023-03-18T05:36:16.814"/>
    </inkml:context>
    <inkml:brush xml:id="br0">
      <inkml:brushProperty name="width" value="0.07" units="cm"/>
      <inkml:brushProperty name="height" value="0.07" units="cm"/>
      <inkml:brushProperty name="fitToCurve" value="1"/>
    </inkml:brush>
  </inkml:definitions>
  <inkml:traceGroup>
    <inkml:annotationXML>
      <emma:emma xmlns:emma="http://www.w3.org/2003/04/emma" version="1.0">
        <emma:interpretation id="{8F4DD2CA-5BDE-46A0-8149-270C3B69AAE8}" emma:medium="tactile" emma:mode="ink">
          <msink:context xmlns:msink="http://schemas.microsoft.com/ink/2010/main" type="inkDrawing" rotatedBoundingBox="-4502,4928 3222,4559 3347,7180 -4377,7549" hotPoints="-4317,4724 3212,4943 3144,7277 -4385,7058" semanticType="enclosure" shapeName="Rectangle">
            <msink:sourceLink direction="with" ref="{0D0146AC-0632-4CA4-B115-FF7F4C8B62CE}"/>
            <msink:destinationLink direction="to" ref="{E925AFE1-FD95-47DE-9738-D36486D8A2F3}"/>
            <msink:destinationLink direction="with" ref="{1D435E49-94F4-44F6-A824-70B6BFC96C61}"/>
          </msink:context>
        </emma:interpretation>
      </emma:emma>
    </inkml:annotationXML>
    <inkml:trace contextRef="#ctx0" brushRef="#br0">-6626-196,'-13'-7,"13"0,0 7,13 7,37-7,26 14,38 1,26-8,37-7,38-14,39 6,25 1,12-14,0 7,26-8,12 15,1-14,-26-8,25 22,-12 14,-38 0,0 0,-26-7,0 8,-12-8,0-8,-1 8,-12-14,1 7,-1-7,-38 0,0-1,-13-13,-38 14,-37 6,-14 8,-37 0,0 0,-13 8,-13-8,-12 7,12 0,-12 14,-1-7,14 8,-14-8,1 7,12 22,-12 0,13 7,-14 21,1-14,-13 29,13 6,-26 1,13 35,-13-28,1 35,-1-28,-13 29,14-15,-1 7,0-14,-12 0,12 7,1-21,-1-7,0-36,1 0,-1-7,0-8,13-13,-12-15,-14 8,-12 13,-38-28,-38 29,0-22,-50-7,-52 8,-12-1,-38-7,25 7,-50 15,38 21,-13-8,12-42,-24 15,24-15,1 14,-26 7,13-28,-13-7,-88-72,113 108,39-22,-51-29,-13 43,26-56,50 49,-76-78,89 28,26 21,-1-20,26 20,-1 1,39-8,12 15,1-7,12-1,76 22</inkml:trace>
  </inkml:traceGroup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4095" units="cm"/>
          <inkml:channel name="Y" type="integer" max="4095" units="cm"/>
        </inkml:traceFormat>
        <inkml:channelProperties>
          <inkml:channelProperty channel="X" name="resolution" value="132.39574" units="1/cm"/>
          <inkml:channelProperty channel="Y" name="resolution" value="235.34483" units="1/cm"/>
        </inkml:channelProperties>
      </inkml:inkSource>
      <inkml:timestamp xml:id="ts0" timeString="2023-03-18T05:36:27.840"/>
    </inkml:context>
    <inkml:brush xml:id="br0">
      <inkml:brushProperty name="width" value="0.07" units="cm"/>
      <inkml:brushProperty name="height" value="0.07" units="cm"/>
      <inkml:brushProperty name="fitToCurve" value="1"/>
    </inkml:brush>
  </inkml:definitions>
  <inkml:traceGroup>
    <inkml:annotationXML>
      <emma:emma xmlns:emma="http://www.w3.org/2003/04/emma" version="1.0">
        <emma:interpretation id="{55476046-63B2-4A22-A27E-D1F6E4224164}" emma:medium="tactile" emma:mode="ink">
          <msink:context xmlns:msink="http://schemas.microsoft.com/ink/2010/main" type="writingRegion" rotatedBoundingBox="-2507,1258 10619,727 11297,17486 -1828,18018"/>
        </emma:interpretation>
      </emma:emma>
    </inkml:annotationXML>
    <inkml:traceGroup>
      <inkml:annotationXML>
        <emma:emma xmlns:emma="http://www.w3.org/2003/04/emma" version="1.0">
          <emma:interpretation id="{7518C47F-357C-4521-A0AA-04B92B3A380C}" emma:medium="tactile" emma:mode="ink">
            <msink:context xmlns:msink="http://schemas.microsoft.com/ink/2010/main" type="paragraph" rotatedBoundingBox="195,1149 6937,876 7037,3353 295,3626" alignmentLevel="2"/>
          </emma:interpretation>
        </emma:emma>
      </inkml:annotationXML>
      <inkml:traceGroup>
        <inkml:annotationXML>
          <emma:emma xmlns:emma="http://www.w3.org/2003/04/emma" version="1.0">
            <emma:interpretation id="{CB296F88-0325-49C5-8356-920C8D4249BB}" emma:medium="tactile" emma:mode="ink">
              <msink:context xmlns:msink="http://schemas.microsoft.com/ink/2010/main" type="line" rotatedBoundingBox="195,1149 6937,876 7037,3353 295,3626"/>
            </emma:interpretation>
          </emma:emma>
        </inkml:annotationXML>
        <inkml:traceGroup>
          <inkml:annotationXML>
            <emma:emma xmlns:emma="http://www.w3.org/2003/04/emma" version="1.0">
              <emma:interpretation id="{51A27623-1817-4E4B-AD6F-8FBE0892CC0F}" emma:medium="tactile" emma:mode="ink">
                <msink:context xmlns:msink="http://schemas.microsoft.com/ink/2010/main" type="inkWord" rotatedBoundingBox="195,1149 6937,876 7037,3353 295,3626">
                  <msink:destinationLink direction="with" ref="{1DCBBB53-9CA5-481D-9E12-5B3EEB994EAB}"/>
                </msink:context>
              </emma:interpretation>
              <emma:one-of disjunction-type="recognition" id="oneOf0">
                <emma:interpretation id="interp0" emma:lang="en-IN" emma:confidence="0">
                  <emma:literal>this</emma:literal>
                </emma:interpretation>
                <emma:interpretation id="interp1" emma:lang="en-IN" emma:confidence="0">
                  <emma:literal>others</emma:literal>
                </emma:interpretation>
                <emma:interpretation id="interp2" emma:lang="en-IN" emma:confidence="0">
                  <emma:literal>to this</emma:literal>
                </emma:interpretation>
                <emma:interpretation id="interp3" emma:lang="en-IN" emma:confidence="0">
                  <emma:literal>to This</emma:literal>
                </emma:interpretation>
                <emma:interpretation id="interp4" emma:lang="en-IN" emma:confidence="0">
                  <emma:literal>t this</emma:literal>
                </emma:interpretation>
              </emma:one-of>
            </emma:emma>
          </inkml:annotationXML>
          <inkml:trace contextRef="#ctx0" brushRef="#br0">1766-1689,'-13'-15,"13"-13,-25-58,12 101,-12 27,12-6,-37 99,24-106,1 21,0 0,-1-8,-12 22,26 1,-1-1,13-7,25 28,13-13,0-15,38 0,0-15,0-27,0-23,13-6,-13-21,-76 35</inkml:trace>
          <inkml:trace contextRef="#ctx0" brushRef="#br0" timeOffset="162.1529">2323-1276,'0'-79,"-12"51,-39-93,38 99,-37-35,-26-14,12 36,-12-8,13 43,-13-7,0 21,13 0,12-21,51 7</inkml:trace>
          <inkml:trace contextRef="#ctx0" brushRef="#br0" timeOffset="1279.8119">2805-1005,'0'-29,"0"36,38-42,51 13,63 1,63-15,26-14,50-21,-12-22,-1-13,-24-30,-39 29,-37 0,-39-21,-63-36,-76 164</inkml:trace>
          <inkml:trace contextRef="#ctx0" brushRef="#br0" timeOffset="991.5558">3096-2067,'-12'-7,"12"-8,0 23,0-8,0-15,0 8,0 7,12 22,1-22,12 0,39-15,12 1,12-7,14 6,-14 8,-12 7,-12 7,-14 1,1 6,-13 21,-13 30,-12 20,-26 15,-25 7,0 14,-25 36,0 14,12 0,0-29,13 8,0 21,0-57,13 14,0-42,12-43,0-1,13-20,0-29,0 7</inkml:trace>
          <inkml:trace contextRef="#ctx0" brushRef="#br0" timeOffset="1960.5922">5478-2687,'0'7,"-13"7,13 0,0-6,0 41,0 16,-12 49,-1 42,0-27,-12-1,12 22,13-8,-12-21,12 0,-13-7,13-14,-13-7,13-22,0-28,0 7,0-29,0 1,0-8,0-14,-12-14,-1-15,13-14,-13 8,1-37,12-35,0 79,0-22,12 14,14 1,12 13,0 15,12 7,1-7,50 43,-12-1,-13 8,-13 0,1 28,-26 22,-13-15,-25 1,-25 13,-13 15,-26-14,14-22,-1-14,26-28,12-8,-12-14,12-7,-12-21,25 21</inkml:trace>
          <inkml:trace contextRef="#ctx0" brushRef="#br0" timeOffset="2200.8395">6390-1376,'13'14,"0"8,-13-8,12 14,1 15,0 21,-1 8,1-1,0-14,-1-21,-12-15,0-7,13-21,-13 7</inkml:trace>
          <inkml:trace contextRef="#ctx0" brushRef="#br0" timeOffset="2991.1103">6593-2495,'13'-7,"-13"14,0-7,0 22,0-15,0 0,12 0,1-14,25-7,13-36,25-29,12-20,-24 34,-14 30,-24 13,-1 1,-12 21,12 0,0 14,1 15,-1-1,-12 8,12 0,-12-8,-1 36,1 29,0-1,-13 58,12-29,-12 29,13 78,-13-64,13-14,-13-8,12-14,1-28,0-36,-1-28,14-15,24-14,39-35,38-50,12-8,-12-42,-13-8,-38 1,-38 71,-13 7,-12 28,0 1,-13 35,-13-14,0 7,-12 28,-13 15,0 78,13-50,25 29,12 14,14 29,12-8,0-21,0-7,0-14,-26-29,1-7,-13-21,-13-1,-50-6,-64-44,127 15</inkml:trace>
          <inkml:trace contextRef="#ctx0" brushRef="#br0" timeOffset="3160.3367">7125-2459,'152'-57,"89"21,190-28,-431 64</inkml:trace>
        </inkml:traceGroup>
      </inkml:traceGroup>
    </inkml:traceGroup>
    <inkml:traceGroup>
      <inkml:annotationXML>
        <emma:emma xmlns:emma="http://www.w3.org/2003/04/emma" version="1.0">
          <emma:interpretation id="{83F639A5-4EFB-452E-A71A-7397AB341A2C}" emma:medium="tactile" emma:mode="ink">
            <msink:context xmlns:msink="http://schemas.microsoft.com/ink/2010/main" type="paragraph" rotatedBoundingBox="-1138,3465 3426,3804 3339,4980 -1225,4641" alignmentLevel="1"/>
          </emma:interpretation>
        </emma:emma>
      </inkml:annotationXML>
      <inkml:traceGroup>
        <inkml:annotationXML>
          <emma:emma xmlns:emma="http://www.w3.org/2003/04/emma" version="1.0">
            <emma:interpretation id="{0D0146AC-0632-4CA4-B115-FF7F4C8B62CE}" emma:medium="tactile" emma:mode="ink">
              <msink:context xmlns:msink="http://schemas.microsoft.com/ink/2010/main" type="line" rotatedBoundingBox="-1138,3465 3426,3804 3339,4980 -1225,4641">
                <msink:destinationLink direction="with" ref="{9F42823B-84CA-40CA-826C-13272852CD79}"/>
                <msink:destinationLink direction="with" ref="{8F4DD2CA-5BDE-46A0-8149-270C3B69AAE8}"/>
                <msink:destinationLink direction="with" ref="{813966FA-3058-49E2-B83A-08281B693695}"/>
              </msink:context>
            </emma:interpretation>
          </emma:emma>
        </inkml:annotationXML>
        <inkml:traceGroup>
          <inkml:annotationXML>
            <emma:emma xmlns:emma="http://www.w3.org/2003/04/emma" version="1.0">
              <emma:interpretation id="{3B3B637F-64CC-439A-9B9A-465561482199}" emma:medium="tactile" emma:mode="ink">
                <msink:context xmlns:msink="http://schemas.microsoft.com/ink/2010/main" type="inkWord" rotatedBoundingBox="-1138,3465 3426,3804 3339,4980 -1225,4641">
                  <msink:destinationLink direction="with" ref="{9C6B0256-E228-4258-80A4-C20F43502DE7}"/>
                  <msink:destinationLink direction="with" ref="{EBDC76F7-75BB-4ED9-AF3A-BA2990560818}"/>
                  <msink:destinationLink direction="with" ref="{A19DE6C0-E445-4A95-9123-B6C28F533770}"/>
                  <msink:destinationLink direction="with" ref="{CDF590A3-248B-44C0-853C-FF2311ADF516}"/>
                  <msink:destinationLink direction="with" ref="{4E39691A-7C58-4372-ABD9-9E1996E9E1C9}"/>
                </msink:context>
              </emma:interpretation>
              <emma:one-of disjunction-type="recognition" id="oneOf1">
                <emma:interpretation id="interp5" emma:lang="en-IN" emma:confidence="0">
                  <emma:literal>r-s</emma:literal>
                </emma:interpretation>
                <emma:interpretation id="interp6" emma:lang="en-IN" emma:confidence="0">
                  <emma:literal>rs</emma:literal>
                </emma:interpretation>
                <emma:interpretation id="interp7" emma:lang="en-IN" emma:confidence="0">
                  <emma:literal>r</emma:literal>
                </emma:interpretation>
                <emma:interpretation id="interp8" emma:lang="en-IN" emma:confidence="0">
                  <emma:literal>ns</emma:literal>
                </emma:interpretation>
                <emma:interpretation id="interp9" emma:lang="en-IN" emma:confidence="0">
                  <emma:literal>n</emma:literal>
                </emma:interpretation>
              </emma:one-of>
            </emma:emma>
          </inkml:annotationXML>
          <inkml:trace contextRef="#ctx0" brushRef="#br0" timeOffset="-1283.7753">170 890,'-51'-57,"38"36,1 14,-14-15,14 1,-14-7,14-8,-1 15,13-29,0-7,13 0,-1-57,26 57,26 42,50-92,-64 100,39-43,-13 29,13-50,-1 21,-37 43,25-7,-25 14,37 42,-12-6,26 57,12-22,-114-71</inkml:trace>
          <inkml:trace contextRef="#ctx0" brushRef="#br0" timeOffset="-569.6364">4528 1140,'13'0,"-1"0,-12 0,0 0,0 0,-12-15,12-6,-13-7,-12-29,-13-36,0 36,-26-7,13 7,-37-22,-1 44,-25-29,0-36,51 100,-89-150,63 100,-25 8,25 6,-25-7,13 15,-140-179,38 207,-50 0,50 57,-12 14,25-78,13 135,12-99,26 156,-1-121,13 29,115-100,-1 21,-63-64,38 36,-25-114,25 64,38 64</inkml:trace>
          <inkml:trace contextRef="#ctx0" brushRef="#br0" timeOffset="-1233.9247">1791 541,'140'-43,"-52"22,-88 21</inkml:trace>
        </inkml:traceGroup>
      </inkml:traceGroup>
    </inkml:traceGroup>
    <inkml:traceGroup>
      <inkml:annotationXML>
        <emma:emma xmlns:emma="http://www.w3.org/2003/04/emma" version="1.0">
          <emma:interpretation id="{0BCADA9A-1F1B-4948-BABC-6DAC930052D1}" emma:medium="tactile" emma:mode="ink">
            <msink:context xmlns:msink="http://schemas.microsoft.com/ink/2010/main" type="paragraph" rotatedBoundingBox="5752,5759 10997,6005 10840,9345 5596,9099" alignmentLevel="3"/>
          </emma:interpretation>
        </emma:emma>
      </inkml:annotationXML>
      <inkml:traceGroup>
        <inkml:annotationXML>
          <emma:emma xmlns:emma="http://www.w3.org/2003/04/emma" version="1.0">
            <emma:interpretation id="{BC799753-5A0E-4739-8E5E-3109E3FEBB7E}" emma:medium="tactile" emma:mode="ink">
              <msink:context xmlns:msink="http://schemas.microsoft.com/ink/2010/main" type="line" rotatedBoundingBox="5906,5675 10668,6016 10533,7896 5772,7555">
                <msink:destinationLink direction="with" ref="{9F42823B-84CA-40CA-826C-13272852CD79}"/>
                <msink:destinationLink direction="with" ref="{90293346-3A65-4CDD-BC85-F4B9DF28EF8E}"/>
                <msink:destinationLink direction="with" ref="{E335BEA8-59B7-4A88-A651-9E9DB5261E8B}"/>
                <msink:destinationLink direction="with" ref="{813966FA-3058-49E2-B83A-08281B693695}"/>
                <msink:destinationLink direction="with" ref="{51B8387D-C132-4446-8C95-AD7D2DBC074C}"/>
              </msink:context>
            </emma:interpretation>
          </emma:emma>
        </inkml:annotationXML>
        <inkml:traceGroup>
          <inkml:annotationXML>
            <emma:emma xmlns:emma="http://www.w3.org/2003/04/emma" version="1.0">
              <emma:interpretation id="{E9912E8F-C80E-4853-9676-EEFA9C2638A8}" emma:medium="tactile" emma:mode="ink">
                <msink:context xmlns:msink="http://schemas.microsoft.com/ink/2010/main" type="inkWord" rotatedBoundingBox="5906,5675 10668,6016 10533,7896 5772,7555"/>
              </emma:interpretation>
              <emma:one-of disjunction-type="recognition" id="oneOf2">
                <emma:interpretation id="interp10" emma:lang="en-IN" emma:confidence="0">
                  <emma:literal>128x8</emma:literal>
                </emma:interpretation>
                <emma:interpretation id="interp11" emma:lang="en-IN" emma:confidence="0">
                  <emma:literal>'28x8</emma:literal>
                </emma:interpretation>
                <emma:interpretation id="interp12" emma:lang="en-IN" emma:confidence="0">
                  <emma:literal>12Sx8</emma:literal>
                </emma:interpretation>
                <emma:interpretation id="interp13" emma:lang="en-IN" emma:confidence="0">
                  <emma:literal>I28x8</emma:literal>
                </emma:interpretation>
                <emma:interpretation id="interp14" emma:lang="en-IN" emma:confidence="0">
                  <emma:literal>128X8</emma:literal>
                </emma:interpretation>
              </emma:one-of>
            </emma:emma>
          </inkml:annotationXML>
          <inkml:trace contextRef="#ctx0" brushRef="#br0" timeOffset="6969.7172">7822 2579,'0'0,"13"-7,-26 0,13 0,-13-7,13-8,-12 15,-1-7,13 0,-13-1,13 8,0 0,13-7,12 7,13 0,26 7,-1 7,13 28,-13 15,-12-7,-13 14,-25 14,-26 15,-12 28,-39 0,1 0,-26-7,1-7,-14-15,1-7,25-28,25-14,13-22,25 1,-12-8,12 0,13 0,0-7,26 7,12-7,38 0,25 0,26 14,0-7,-1 1,-24-8,12 7,0-7,-26 0,-88 0</inkml:trace>
          <inkml:trace contextRef="#ctx0" brushRef="#br0" timeOffset="7719.9095">8924 3000,'0'7,"0"-7,0 0,0 0,13 0,-1-14,39-8,0-6,-1-8,14-7,-13-14,-1 7,-12-7,0 0,-25 8,0-8,-13 7,-13-22,-12 8,-13 7,12-7,-12 7,0 21,0 8,-13 14,13 21,0-7,-12 50,12 0,0 28,38-21,0 21,38 15,12 0,1 14,25-1,0-6,0 0,-25-14,0-22,-1 7,-24-21,-1 21,-12-28,-13 0,-13-8,-12 8,-51 7,0-22,-13-6,13-15,0-7,0-14,12-22,26-21,13-7,38 0,37-57,39-22,38 22,12 0,-139 121</inkml:trace>
          <inkml:trace contextRef="#ctx0" brushRef="#br0" timeOffset="8249.3154">10419 2700,'-38'8,"-13"20,-50 36,-26 36,-25 57,114-100,-25 43,-26 42,26-28,0-36,25-20,12-51,1 35,25-42</inkml:trace>
          <inkml:trace contextRef="#ctx0" brushRef="#br0" timeOffset="8009.7476">9773 2715,'25'14,"-25"-14,26 14,12 29,38 14,12 28,14 8,-14 0,-12-15,-25-14,12 22,-37-51,12 22,-13-7,-12-21,-13-22,25 0,-25-7</inkml:trace>
          <inkml:trace contextRef="#ctx0" brushRef="#br0" timeOffset="8999.7139">11217 3278,'-12'-22,"-1"15,26 7,-13 7,0-7,0 7,12-7,1 8,0-8,37-29,26-42,0-29,13-7,-26 0,-12-57,-13 86,-13-8,-25 1,0 42,0 15,-12-37,-14 37,-37 14,-38-8,-1 58,-37 21,12 21,26 15,12 21,26 0,38 7,25-14,38 14,50 86,1-93,38 36,-26-51,0 1,-37-29,-26-28,0 0,-38-36,12 14,-12-21,-25 50,-26-7,-50-7,0-22,-13-7,-51-43,38-21,26-14,37-43,26-14,51 14,76-114,88-93,102 29,38 35,12 36,-329 221</inkml:trace>
          <inkml:trace contextRef="#ctx0" brushRef="#br0" timeOffset="6209.8815">7087 2301,'13'-35,"-13"35,0 0,0 0,0 0,0 0,0 0,0 0,0 0,0 0,0 14,-13 7,13 8,13 28,-13 0,0 7,12 22,-12 6,-12 22,12 7,0-14,-13 0,0 7,1 0,12-71,0-43</inkml:trace>
        </inkml:traceGroup>
      </inkml:traceGroup>
      <inkml:traceGroup>
        <inkml:annotationXML>
          <emma:emma xmlns:emma="http://www.w3.org/2003/04/emma" version="1.0">
            <emma:interpretation id="{21F9EB0E-80A1-4D53-8378-572456759350}" emma:medium="tactile" emma:mode="ink">
              <msink:context xmlns:msink="http://schemas.microsoft.com/ink/2010/main" type="line" rotatedBoundingBox="5675,7398 10920,7643 10840,9345 5596,9099">
                <msink:destinationLink direction="with" ref="{9F42823B-84CA-40CA-826C-13272852CD79}"/>
                <msink:destinationLink direction="with" ref="{B15B3745-8083-4208-BE44-544B406B6B92}"/>
                <msink:destinationLink direction="with" ref="{E335BEA8-59B7-4A88-A651-9E9DB5261E8B}"/>
                <msink:destinationLink direction="with" ref="{0ACBC7AA-F130-4016-B5D0-35DF55B9FB57}"/>
                <msink:destinationLink direction="with" ref="{813966FA-3058-49E2-B83A-08281B693695}"/>
                <msink:destinationLink direction="with" ref="{51B8387D-C132-4446-8C95-AD7D2DBC074C}"/>
              </msink:context>
            </emma:interpretation>
          </emma:emma>
        </inkml:annotationXML>
        <inkml:traceGroup>
          <inkml:annotationXML>
            <emma:emma xmlns:emma="http://www.w3.org/2003/04/emma" version="1.0">
              <emma:interpretation id="{405246BE-B794-46A3-B9F0-F1E70B5B7255}" emma:medium="tactile" emma:mode="ink">
                <msink:context xmlns:msink="http://schemas.microsoft.com/ink/2010/main" type="inkWord" rotatedBoundingBox="5675,7398 10920,7643 10840,9345 5596,9099">
                  <msink:destinationLink direction="with" ref="{90293346-3A65-4CDD-BC85-F4B9DF28EF8E}"/>
                </msink:context>
              </emma:interpretation>
              <emma:one-of disjunction-type="recognition" id="oneOf3">
                <emma:interpretation id="interp15" emma:lang="en-IN" emma:confidence="0">
                  <emma:literal>2.1x8</emma:literal>
                </emma:interpretation>
                <emma:interpretation id="interp16" emma:lang="en-IN" emma:confidence="0">
                  <emma:literal>11.1x8</emma:literal>
                </emma:interpretation>
                <emma:interpretation id="interp17" emma:lang="en-IN" emma:confidence="0">
                  <emma:literal>'1.1x8</emma:literal>
                </emma:interpretation>
                <emma:interpretation id="interp18" emma:lang="en-IN" emma:confidence="0">
                  <emma:literal>"1.1x8</emma:literal>
                </emma:interpretation>
                <emma:interpretation id="interp19" emma:lang="en-IN" emma:confidence="0">
                  <emma:literal>"2.1x8</emma:literal>
                </emma:interpretation>
              </emma:one-of>
            </emma:emma>
          </inkml:annotationXML>
          <inkml:trace contextRef="#ctx0" brushRef="#br0" timeOffset="81242.2714">6859 4161,'76'-99,"-13"13,-63 86</inkml:trace>
          <inkml:trace contextRef="#ctx0" brushRef="#br0" timeOffset="81622.2583">7404 3948,'63'42,"-38"1,-12-22,0 8,-1 28,-12 7,-12 36,-14-15,1 8,-13 0,0-15,0-7,13-21,-13-7,12-14,1-15,0 0,-1-7,1 0,-13-7,13 0,12-7,-12 7,12-7,0 7,1 0,12 0,-13-7,13 7,13 0,12-7,13 0,13 28,12-7,13 29,-76-43</inkml:trace>
          <inkml:trace contextRef="#ctx0" brushRef="#br0" timeOffset="81703.038">7632 5216,'25'50,"1"14,-14-50,14-14,24 36,-50-36</inkml:trace>
          <inkml:trace contextRef="#ctx0" brushRef="#br0" timeOffset="82401.0552">8126 3698,'-13'29,"13"-65,0 36,-12 7,12 0,-13 15,13-22,-13 21,13-14,0-7,0 0,13 7,38-14,12 14,26-7,12-28,-12 42,-13-21,-13 28,-38-21,51 129,-76-122,13-7,-13 0,-13 28,1 22,-1 7,0-7,-12 28,25-6,-13-15,26 7,25 0,0-14,-38-50</inkml:trace>
          <inkml:trace contextRef="#ctx0" brushRef="#br0" timeOffset="81733.9564">8316 5344,'0'0</inkml:trace>
          <inkml:trace contextRef="#ctx0" brushRef="#br0" timeOffset="83241.9162">9406 4133,'0'0,"0"-29,0 22,0 7,0-28,0 35,12 7,14 29,12-15,12 22,39 43,12-29,1-7,-1 14,0 8,1-1,-26 8,-26-29,14 0,-26-7,-13-29,-12 0,-13-21,0 0,-26-21,14-29,12 50</inkml:trace>
          <inkml:trace contextRef="#ctx0" brushRef="#br0" timeOffset="83461.2107">10166 4268,'0'7,"0"1,-13-1,0 7,-12 29,-13 7,0 7,-13 7,1 0,-1-7,13 14,0-14,0 0,25-35,13-1,0-21</inkml:trace>
          <inkml:trace contextRef="#ctx0" brushRef="#br0" timeOffset="84181.06">11141 4646,'13'28,"-26"-28,13 15,0-8,0 14,13-7,12 15,1-8,-14-13,26-8,13-22,12-21,-12 8,-13-8,0-7,0-14,-38 35,13-28,-13 36,0 0,-13-8,-12-14,-26-113,38 148,1 8,-14 8,14-8,-26 21,12 8,1-1,12 15,1 14,12-14,12 21,26 28,13-6,12-1,1-6,-14-8,-12-21,-12 7,-14-14,-12-15,-50 43,-52-6,-12-1,0-29,38-20,0-8,13-22,25-20,38-44,101-113,140-100,63 42,165-70,-469 320</inkml:trace>
        </inkml:traceGroup>
      </inkml:traceGroup>
    </inkml:traceGroup>
    <inkml:traceGroup>
      <inkml:annotationXML>
        <emma:emma xmlns:emma="http://www.w3.org/2003/04/emma" version="1.0">
          <emma:interpretation id="{0950F7FE-03A4-4AC2-8BEE-937A36C25A24}" emma:medium="tactile" emma:mode="ink">
            <msink:context xmlns:msink="http://schemas.microsoft.com/ink/2010/main" type="paragraph" rotatedBoundingBox="-2281,9269 10764,8180 11101,12221 -1944,13310" alignmentLevel="1"/>
          </emma:interpretation>
        </emma:emma>
      </inkml:annotationXML>
      <inkml:traceGroup>
        <inkml:annotationXML>
          <emma:emma xmlns:emma="http://www.w3.org/2003/04/emma" version="1.0">
            <emma:interpretation id="{8C088136-626A-4348-93C8-E19373915906}" emma:medium="tactile" emma:mode="ink">
              <msink:context xmlns:msink="http://schemas.microsoft.com/ink/2010/main" type="line" rotatedBoundingBox="-2281,9269 10764,8180 11076,11918 -1969,13007">
                <msink:destinationLink direction="with" ref="{9F42823B-84CA-40CA-826C-13272852CD79}"/>
                <msink:destinationLink direction="with" ref="{D9D0E59E-A734-4ECB-9D0D-A97A3C879C54}"/>
                <msink:destinationLink direction="with" ref="{FE9E89B9-953E-4A96-8234-32EDA11E7DE0}"/>
                <msink:destinationLink direction="with" ref="{51B8387D-C132-4446-8C95-AD7D2DBC074C}"/>
              </msink:context>
            </emma:interpretation>
          </emma:emma>
        </inkml:annotationXML>
        <inkml:traceGroup>
          <inkml:annotationXML>
            <emma:emma xmlns:emma="http://www.w3.org/2003/04/emma" version="1.0">
              <emma:interpretation id="{956D2FD8-0295-4B64-8311-042426283526}" emma:medium="tactile" emma:mode="ink">
                <msink:context xmlns:msink="http://schemas.microsoft.com/ink/2010/main" type="inkWord" rotatedBoundingBox="-2281,9269 10764,8180 11076,11918 -1969,13007">
                  <msink:destinationLink direction="from" ref="{E925AFE1-FD95-47DE-9738-D36486D8A2F3}"/>
                </msink:context>
              </emma:interpretation>
              <emma:one-of disjunction-type="recognition" id="oneOf4">
                <emma:interpretation id="interp20" emma:lang="en-IN" emma:confidence="0">
                  <emma:literal>#¥ 1128*</emma:literal>
                </emma:interpretation>
                <emma:interpretation id="interp21" emma:lang="en-IN" emma:confidence="0">
                  <emma:literal>#¥1128*</emma:literal>
                </emma:interpretation>
                <emma:interpretation id="interp22" emma:lang="en-IN" emma:confidence="0">
                  <emma:literal>#¥1128.94* *</emma:literal>
                </emma:interpretation>
                <emma:interpretation id="interp23" emma:lang="en-IN" emma:confidence="0">
                  <emma:literal>#2¥ 1128x4</emma:literal>
                </emma:interpretation>
                <emma:interpretation id="interp24" emma:lang="en-IN" emma:confidence="0">
                  <emma:literal>#¥31128*</emma:literal>
                </emma:interpretation>
              </emma:one-of>
            </emma:emma>
          </inkml:annotationXML>
          <inkml:trace contextRef="#ctx0" brushRef="#br0" timeOffset="-20037.7649">4819 7432,'26'-7,"-14"22,14-15,24 21,39 7,38 22,-1-21,64-65,13 79,152 78,-64-78,26-15,-89-78,-228 50</inkml:trace>
          <inkml:trace contextRef="#ctx0" brushRef="#br0" timeOffset="-21245.675">4997 6542,'0'0,"0"-8,0 8,0 0,0 0,0 0,0 0</inkml:trace>
          <inkml:trace contextRef="#ctx0" brushRef="#br0" timeOffset="9804.0574">7239 6399,'0'-7,"0"-14,0 28,0 0,0 14,0 8,0 21,-13 42,1 1,-14 14,1-22,-13 15,-13 21,26-78,0 28,25-71</inkml:trace>
          <inkml:trace contextRef="#ctx0" brushRef="#br0" timeOffset="-26016.175">2209 5245,'0'-15,"0"15,0 0,0 0,51 428,-38-314,-13-36,-26-163,26 71,-12 35,-14-21,-37 150,12 21,-12-7,38 7,-26 50,13-58,-13 158,13 164,38-414,-12 50,12-121,-13 228,-12-64,12-57,-12 7,-1-7,-12-43,38-64</inkml:trace>
          <inkml:trace contextRef="#ctx0" brushRef="#br0" timeOffset="-25057.8348">2083 5401,'12'43,"-24"-29,12-14,0 0,0 0,12 15,1-22,25 21,38 21,25 30,1-44,-14-21,26 7,13 0,0-21,0 28,12 22,165 277,-101-370,-165 0,0 15,0 56,0-14,0-36,-13 29,13 100,-25-72,-1 0,-24 44,-1 70,-12-28,12-43,-12 79,12 6,0 1,13-50,-12 85,12-57,0 15,-13 14,13 6,-13-49,13 172,-12-158,-1-36,0 22,1-14,-1 0,-12-29,12-7,0-14,1-14,-26-8,0 1,-26-1,-24-6,-39 6,-12-6,-39-8,-12-21,-25 28,12-14,13 1,51-30,37 22,-12-7,51-7,63 14</inkml:trace>
          <inkml:trace contextRef="#ctx0" brushRef="#br0" timeOffset="-25010.9644">1475 8758,'-38'-29,"38"29</inkml:trace>
          <inkml:trace contextRef="#ctx0" brushRef="#br0" timeOffset="-24476.0054">-603 6670,'0'-14,"0"7,12 14,26-7,38 7,51-7,101 21,-12-35,24-15,-12 22,-25 7,25-7,-13 14,-50-7,13 22,-26 6,-26-6,-12-1,0 0,-38 8,26-8,-14-21,-37 14,-51-14</inkml:trace>
          <inkml:trace contextRef="#ctx0" brushRef="#br0" timeOffset="-24054.9719">-755 7881,'-38'-7,"0"-78,0 99,38-14,-13-14,13 28,0-14,13 29,12-8,76-78,51 64,64-114,113 107,-329 0,469-78,-38 106,-13-35,-76 78,-89-35,-75 7,-90-50,-88 7</inkml:trace>
          <inkml:trace contextRef="#ctx0" brushRef="#br0" timeOffset="-23016.7956">3907 6470,'-13'15,"13"-15,0 0,0 0,0 0,0 0,0 0,0 0,0 0,13 0,25-8,13-6,37 7,39-14,0-15,-13 15,-13-1,1 29,-14 1,-24-8,24 28,-37-14,-26 1,-25-15</inkml:trace>
          <inkml:trace contextRef="#ctx0" brushRef="#br0" timeOffset="-22605.8785">3578 7375,'-13'0,"26"8,-13-8,0-8,25 16,13 6,13-21,50-22,-12 29,25 0,25-21,-12 21,-1 14,1 0,-13-7,-25-14,-13 29,-38 106,-38-128</inkml:trace>
          <inkml:trace contextRef="#ctx0" brushRef="#br0" timeOffset="24442.449">2298 6449,'0'7,"0"-14,0 7,0 0,0 0,13 0,-13 0,12-7,14 0,-1 7,13 0,13 7,-26 0,13 14,-13 8,-12 42,-26 15,-12 42,-38 0,-1-7,1-28,0-15,12 1,13-36,25-22,-12 7,12-13,13-1,0-14,0 7,13 7,12 1,13 13,0 15,26 7,-1 7,0-15,1 8,-1 7,0-7,-12 7,12-7,1-7,-26-15,-38-28</inkml:trace>
          <inkml:trace contextRef="#ctx0" brushRef="#br0" timeOffset="24828.1898">3350 6249,'12'-7,"-12"0,0 7,0 7,0 0,-12 36,-14 14,-12 29,0 21,13 0,-13-1,13-6,-1-14,14-8,12-14,0-7,12 0,1-14,0-7,-13-36</inkml:trace>
          <inkml:trace contextRef="#ctx0" brushRef="#br0" timeOffset="25417.9125">2665 7112,'13'14,"-13"-21,13 7,12 0,13 0,26 0,12 0,-13 7,0-7,-12 0,-13 0,0 0,0 0,-13 7,13-7,-12 14,-1-14,-12 7,-1 8,-12-1,13-7,-13 15,0-1,0 0,13 29,-13-14,12 14,1-8,0-6,-1-7,14 6,-14-13,1-8,12-7,-12-7,0-7,12-15,-12-6,-1-1,1 1,-13-1,0 8,-25 0,-26-8,0 29,51 0</inkml:trace>
          <inkml:trace contextRef="#ctx0" brushRef="#br0" timeOffset="26407.6528">4084 6385,'26'7,"-39"-7,13 0,0 0,0 0,0 0,0 7,0 14,-25 8,-13 14,0 21,-13 0,13-7,13 7,-1-7,14-7,-1-7,26 0,25 6,25-13,13-7,38-8,-13-21,26-14,-13-1,0-27,-25 13,-26-6,-12 20,-51 15</inkml:trace>
          <inkml:trace contextRef="#ctx0" brushRef="#br0" timeOffset="26557.2938">4528 6784,'-38'107,"-13"-15,-25 144,-25 163,-26 7,127-406</inkml:trace>
          <inkml:trace contextRef="#ctx0" brushRef="#br0" timeOffset="-22244.9114">3426 8131,'0'0,"-13"-150,26 164,12-6,26 56,12-36,0-28,51 14,13-21,25-7,-13 28,1-28,-1 50,-75-51,-64 15</inkml:trace>
          <inkml:trace contextRef="#ctx0" brushRef="#br0" timeOffset="-36393.0783">10052 6884,'-26'85,"1"-49,25-36</inkml:trace>
          <inkml:trace contextRef="#ctx0" brushRef="#br0" timeOffset="10350.4884">7911 6463,'0'7,"-13"0,13-7,0 0,0 0,0 0,25-14,-12 14,38 0,-1-14,26 28,-12 8,-14-8,-12 0,0 29,-25-15,-13 58,-25 64,-39-29,-12 0,13-21,25-36,0-7,13-29,12-13,13-8,-13 14,13-7,0-14,26-7,24 0,52-14,24-15,1 0,0-6,-1 6,-12 0,-12-6,-14-1,-88 43</inkml:trace>
          <inkml:trace contextRef="#ctx0" brushRef="#br0" timeOffset="11018.538">9089 6542,'-13'0,"13"0,13 0,-13 0,0 0,0 0,0 0,0 0,12 0,14-15,50-77,-25 42,12-29,13-13,-38 35,13-36,12-135,-50 192,-13 15,0-22,-13 1,-12 6,-26-7,0 36,-25 7,13 21,0 1,-1 21,26-8,13-6,25-1,25 29,26 7,38 22,12 7,0-15,1 29,-26-15,-13-13,-12 21,-26-8,-12-13,-26 6,-12-6,-13-15,-38 14,0-28,12-22,1-20,12-8,1-22,-1-35,26-7,12-21,38-22,64-86,0 8,-89 185</inkml:trace>
          <inkml:trace contextRef="#ctx0" brushRef="#br0" timeOffset="11289.2009">9824 6121,'38'64,"0"-7,38 29,25-58,51 93,0-6,13 41,-153-120,26 21,0 0,-12-7,-1-15,0-20,-25-15</inkml:trace>
          <inkml:trace contextRef="#ctx0" brushRef="#br0" timeOffset="11552.0713">10761 6057,'13'7,"-26"7,13-14,-13 29,-12 14,-13 56,-13-13,13-15,-12 29,12 14,-13 0,26-7,-13-22,25-42,13-43</inkml:trace>
          <inkml:trace contextRef="#ctx0" brushRef="#br0" timeOffset="11998.5243">11597 5751,'13'-43,"-13"57,0-14,0 21,-13 36,1 36,-14-43,-12 36,0-1,13 1,-13-8,0-7,25 0,1 8,12-15,12 22,14-1,37 15,0-15,26-21,12-14,26-7,-13-29,13-7,-13-42,-114 35</inkml:trace>
          <inkml:trace contextRef="#ctx0" brushRef="#br0" timeOffset="12170.2164">12003 6634,'0'-21,"0"21</inkml:trace>
          <inkml:trace contextRef="#ctx0" brushRef="#br0" timeOffset="12769.381">11534 6463,'13'14,"-13"-28,0 14,0 0,0 0,0 0,0 0,38-28,12-51,39-35,-26 7,1-49,-14 27,-37 108,0-36,-1 0,-24-14,12 71,-38-57,-26 0,1 42,-13 1,-13 21,13 15,13-15,-13 50,25 14,26-21,0 0,37 64,26 21,26 29,24 0,1-14,0-1,-13-35,0 0,-76-114</inkml:trace>
          <inkml:trace contextRef="#ctx0" brushRef="#br0" timeOffset="12979.6585">12041 7283,'0'50,"-26"-36,26-14,-25 14,-13 0,-25-14,-13-7,-13-21,0-36,1-15,24-28,26-14,26-21,12-8,76-135,50 50,64-164,-190 399</inkml:trace>
        </inkml:traceGroup>
      </inkml:traceGroup>
      <inkml:traceGroup>
        <inkml:annotationXML>
          <emma:emma xmlns:emma="http://www.w3.org/2003/04/emma" version="1.0">
            <emma:interpretation id="{9F6A7264-B9D8-4728-BA84-DD39D92F46B1}" emma:medium="tactile" emma:mode="ink">
              <msink:context xmlns:msink="http://schemas.microsoft.com/ink/2010/main" type="line" rotatedBoundingBox="5814,11202 10478,10790 10607,12257 5943,12669">
                <msink:destinationLink direction="with" ref="{FE9E89B9-953E-4A96-8234-32EDA11E7DE0}"/>
                <msink:destinationLink direction="with" ref="{0ACBC7AA-F130-4016-B5D0-35DF55B9FB57}"/>
              </msink:context>
            </emma:interpretation>
          </emma:emma>
        </inkml:annotationXML>
        <inkml:traceGroup>
          <inkml:annotationXML>
            <emma:emma xmlns:emma="http://www.w3.org/2003/04/emma" version="1.0">
              <emma:interpretation id="{23A09B1D-6D8C-4342-9690-3A7C22863D98}" emma:medium="tactile" emma:mode="ink">
                <msink:context xmlns:msink="http://schemas.microsoft.com/ink/2010/main" type="inkWord" rotatedBoundingBox="5814,11202 10478,10790 10607,12257 5943,12669"/>
              </emma:interpretation>
              <emma:one-of disjunction-type="recognition" id="oneOf5">
                <emma:interpretation id="interp25" emma:lang="en-IN" emma:confidence="0">
                  <emma:literal>27xer</emma:literal>
                </emma:interpretation>
                <emma:interpretation id="interp26" emma:lang="en-IN" emma:confidence="0">
                  <emma:literal>nxer</emma:literal>
                </emma:interpretation>
                <emma:interpretation id="interp27" emma:lang="en-IN" emma:confidence="0">
                  <emma:literal>27xlr</emma:literal>
                </emma:interpretation>
                <emma:interpretation id="interp28" emma:lang="en-IN" emma:confidence="0">
                  <emma:literal>27x0,</emma:literal>
                </emma:interpretation>
                <emma:interpretation id="interp29" emma:lang="en-IN" emma:confidence="0">
                  <emma:literal>27x5</emma:literal>
                </emma:interpretation>
              </emma:one-of>
            </emma:emma>
          </inkml:annotationXML>
          <inkml:trace contextRef="#ctx0" brushRef="#br0" timeOffset="85391.4419">7049 7739,'13'-14,"-13"-15,12 22,1 0,25-15,0 22,25 36,-12-22,12 15,-25-15,0 22,13 28,-38 0,-13-43,0 8,-26 42,-24-42,-1 49,-12 0,25-56,0-15,12 0,1 0,12 0,1 0,12-7,0 0,0-7,0 7,38-21,12 14,26 14,0 0,38 22,-25-8,13 36,-26-7,0 7,-13 0,0 14,-37-42,-1-1,0-14,1-14,24-21,-50 21</inkml:trace>
          <inkml:trace contextRef="#ctx0" brushRef="#br0" timeOffset="85831.02">7721 7575,'0'-29,"0"37,12-16,14 8,24-14,39-7,12-1,-12 22,0 15,-13-22,-13-8,-25 15,13 7,-13 43,-38-43,12 65,-12 27,0 23,0 20,13-35,0-7,-1-22,26-14,0 1,13-23,0-27,-1-8,-50-7</inkml:trace>
          <inkml:trace contextRef="#ctx0" brushRef="#br0" timeOffset="86370.6829">10090 7361,'-26'57,"-12"-35,-63 70,-13 22,-51 15,-12 13,12 15,13 35,152-185,0 8,0-8,0-7,0 0</inkml:trace>
          <inkml:trace contextRef="#ctx0" brushRef="#br0" timeOffset="86144.2954">9330 7746,'-13'7,"0"-28,13 21,0 28,0-28,0 0,0 0,0 0,0 7,13-7,12 15,39 20,12 15,12-14,26 42,-25-35,12 21,-25-14,-25-22,-26-20,1 6,-1 0,-12-35,-13 21</inkml:trace>
          <inkml:trace contextRef="#ctx0" brushRef="#br0" timeOffset="87041.8674">10748 8587,'-88'-7,"62"0,-62-57,88-93,164-171,217-142,214-58,-595 528</inkml:trace>
          <inkml:trace contextRef="#ctx0" brushRef="#br0" timeOffset="86942.6268">10901 8060,'0'35,"0"-6,0-29,0 14,25-28,13-1,38-20,13-15,12-36,-12-20,-1-1,-24 7,-26 29,0 14,-38 7,12 14,-24-7,-26 8,-13-1,-25 8,0 6,0 8,13 7,12 7,0-7,26 7,0 7,-1 7,26 7,0 1,13 42,25 7,13 36,-1-29,26 15,-12 0,-14 21,-12-57,-38 14,-12 15,-39 20,51-106</inkml:trace>
        </inkml:traceGroup>
      </inkml:traceGroup>
    </inkml:traceGroup>
    <inkml:traceGroup>
      <inkml:annotationXML>
        <emma:emma xmlns:emma="http://www.w3.org/2003/04/emma" version="1.0">
          <emma:interpretation id="{AA020569-2FDC-4C96-8D17-6A17ED7FB95B}" emma:medium="tactile" emma:mode="ink">
            <msink:context xmlns:msink="http://schemas.microsoft.com/ink/2010/main" type="paragraph" rotatedBoundingBox="2225,11606 8013,12081 7814,14502 2026,14027" alignmentLevel="2"/>
          </emma:interpretation>
        </emma:emma>
      </inkml:annotationXML>
      <inkml:traceGroup>
        <inkml:annotationXML>
          <emma:emma xmlns:emma="http://www.w3.org/2003/04/emma" version="1.0">
            <emma:interpretation id="{20A8ED58-5195-419E-A286-E6426E47EECD}" emma:medium="tactile" emma:mode="ink">
              <msink:context xmlns:msink="http://schemas.microsoft.com/ink/2010/main" type="inkBullet" rotatedBoundingBox="2225,11606 4543,11796 4344,14217 2026,14027"/>
            </emma:interpretation>
            <emma:one-of disjunction-type="recognition" id="oneOf6">
              <emma:interpretation id="interp30" emma:lang="en-IN" emma:confidence="0">
                <emma:literal>A</emma:literal>
              </emma:interpretation>
              <emma:interpretation id="interp31" emma:lang="en-IN" emma:confidence="0">
                <emma:literal>]</emma:literal>
              </emma:interpretation>
              <emma:interpretation id="interp32" emma:lang="en-IN" emma:confidence="0">
                <emma:literal>a</emma:literal>
              </emma:interpretation>
              <emma:interpretation id="interp33" emma:lang="en-IN" emma:confidence="0">
                <emma:literal>1</emma:literal>
              </emma:interpretation>
              <emma:interpretation id="interp34" emma:lang="en-IN" emma:confidence="0">
                <emma:literal>%</emma:literal>
              </emma:interpretation>
            </emma:one-of>
          </emma:emma>
        </inkml:annotationXML>
        <inkml:trace contextRef="#ctx0" brushRef="#br0" timeOffset="-21896.7379">3362 8708,'13'0,"-13"-7,13 7,12 0,0 0,51 7,0 0,38 7,0 1,13 13,25 8,25-1,-12-27,-165-8</inkml:trace>
        <inkml:trace contextRef="#ctx0" brushRef="#br0" timeOffset="-19107.574">3856 7960,'-12'50,"12"-22,12-14,-12-6,26-8,12-36,0 29,25-7,-12 6,12-6,51 93,-38-122,0 14,0-13,-25 27,63 129,-89-107,13 8,-12-1,12 7,0 65,0-51,0 1,-13-15,13 36,0 8,0 27,-13 8,1-7,-14-15,14 8,-1 28,-12 42,12-49,-25-57,13 64,-1 0,-12 43,0-143,-25-7,12 214,1-114,-1-43,0 8,1-22,12-1,0-20,0-8,-13 1,13-1,13 0,-1 1,14-1,-1-7,26-6,12-23,51 30,38-8,-152-7</inkml:trace>
        <inkml:trace contextRef="#ctx0" brushRef="#br0" timeOffset="-18577.2972">3932 8893,'13'-14,"-13"21,0-7,0 7,13 29,12-15,0 44,-12 41,12 1,26 164,-51-185,0 6,13 58,-13-150</inkml:trace>
      </inkml:traceGroup>
      <inkml:traceGroup>
        <inkml:annotationXML>
          <emma:emma xmlns:emma="http://www.w3.org/2003/04/emma" version="1.0">
            <emma:interpretation id="{3EF8D16E-FFD1-4DF3-9F32-FD9CAF327461}" emma:medium="tactile" emma:mode="ink">
              <msink:context xmlns:msink="http://schemas.microsoft.com/ink/2010/main" type="line" rotatedBoundingBox="5424,12097 7995,12309 7930,13097 5360,12886"/>
            </emma:interpretation>
          </emma:emma>
        </inkml:annotationXML>
        <inkml:traceGroup>
          <inkml:annotationXML>
            <emma:emma xmlns:emma="http://www.w3.org/2003/04/emma" version="1.0">
              <emma:interpretation id="{0BBD2EFD-8734-4DD9-8AF0-3434BE069EE4}" emma:medium="tactile" emma:mode="ink">
                <msink:context xmlns:msink="http://schemas.microsoft.com/ink/2010/main" type="inkWord" rotatedBoundingBox="5424,12097 7995,12309 7930,13097 5360,12886"/>
              </emma:interpretation>
              <emma:one-of disjunction-type="recognition" id="oneOf7">
                <emma:interpretation id="interp35" emma:lang="en-IN" emma:confidence="0">
                  <emma:literal>-</emma:literal>
                </emma:interpretation>
                <emma:interpretation id="interp36" emma:lang="en-IN" emma:confidence="0">
                  <emma:literal>_</emma:literal>
                </emma:interpretation>
                <emma:interpretation id="interp37" emma:lang="en-IN" emma:confidence="0">
                  <emma:literal>.</emma:literal>
                </emma:interpretation>
                <emma:interpretation id="interp38" emma:lang="en-IN" emma:confidence="0">
                  <emma:literal>~</emma:literal>
                </emma:interpretation>
                <emma:interpretation id="interp39" emma:lang="en-IN" emma:confidence="0">
                  <emma:literal>`</emma:literal>
                </emma:interpretation>
              </emma:one-of>
            </emma:emma>
          </inkml:annotationXML>
          <inkml:trace contextRef="#ctx0" brushRef="#br0" timeOffset="-35092.7056">6568 9121,'25'-28,"-25"35,0-7,0 0,0 0,0 0,0-7,25 0,51-7,76-36,26-22,24 15,64-14,-50 21,113-42,-151 63,12-14,12 29,-24-14,-26 13,-13 1,-12 21,-127-7</inkml:trace>
        </inkml:traceGroup>
      </inkml:traceGroup>
    </inkml:traceGroup>
    <inkml:traceGroup>
      <inkml:annotationXML>
        <emma:emma xmlns:emma="http://www.w3.org/2003/04/emma" version="1.0">
          <emma:interpretation id="{C766E9C9-A57B-4598-9F36-3911CBB8FB7D}" emma:medium="tactile" emma:mode="ink">
            <msink:context xmlns:msink="http://schemas.microsoft.com/ink/2010/main" type="paragraph" rotatedBoundingBox="1609,13446 10708,11921 11611,17310 2512,18835" alignmentLevel="2"/>
          </emma:interpretation>
        </emma:emma>
      </inkml:annotationXML>
      <inkml:traceGroup>
        <inkml:annotationXML>
          <emma:emma xmlns:emma="http://www.w3.org/2003/04/emma" version="1.0">
            <emma:interpretation id="{3207B2B4-60C4-435E-BCE1-8BBEA0B3279E}" emma:medium="tactile" emma:mode="ink">
              <msink:context xmlns:msink="http://schemas.microsoft.com/ink/2010/main" type="inkBullet" rotatedBoundingBox="1715,14078 2759,13903 3248,16823 2205,16998"/>
            </emma:interpretation>
            <emma:one-of disjunction-type="recognition" id="oneOf8">
              <emma:interpretation id="interp40" emma:lang="en-IN" emma:confidence="0">
                <emma:literal>"</emma:literal>
              </emma:interpretation>
              <emma:interpretation id="interp41" emma:lang="en-IN" emma:confidence="0">
                <emma:literal>y</emma:literal>
              </emma:interpretation>
              <emma:interpretation id="interp42" emma:lang="en-IN" emma:confidence="0">
                <emma:literal>;</emma:literal>
              </emma:interpretation>
              <emma:interpretation id="interp43" emma:lang="en-IN" emma:confidence="0">
                <emma:literal>Y</emma:literal>
              </emma:interpretation>
              <emma:interpretation id="interp44" emma:lang="en-IN" emma:confidence="0">
                <emma:literal>1</emma:literal>
              </emma:interpretation>
            </emma:one-of>
          </emma:emma>
        </inkml:annotationXML>
        <inkml:trace contextRef="#ctx0" brushRef="#br0" timeOffset="-17287.9282">3970 10162,'0'-7,"-12"-8,12 30,0-8,-13 0,13 22,0 28,-13 7,1 43,-14 14,1 50,-13 28,0 44,-13-1,13-128,-50 371,12-94,12 94,1-129,63-356</inkml:trace>
        <inkml:trace contextRef="#ctx0" brushRef="#br0" timeOffset="-18418.2024">4008 10761,'-50'206,"24"-127,-24 156,12-50,-26 107,64-249,0 0,-12 64,12-65,-13 72,13 0,-13 8,13-1,0-121</inkml:trace>
      </inkml:traceGroup>
      <inkml:traceGroup>
        <inkml:annotationXML>
          <emma:emma xmlns:emma="http://www.w3.org/2003/04/emma" version="1.0">
            <emma:interpretation id="{01A761D2-D076-462C-B28C-71CA2F5F03A1}" emma:medium="tactile" emma:mode="ink">
              <msink:context xmlns:msink="http://schemas.microsoft.com/ink/2010/main" type="line" rotatedBoundingBox="4384,12981 10708,11921 11142,14515 4818,15575">
                <msink:destinationLink direction="with" ref="{FE9E89B9-953E-4A96-8234-32EDA11E7DE0}"/>
                <msink:destinationLink direction="with" ref="{0BEF0AF5-992D-4DB2-8C2B-18D5ED332475}"/>
              </msink:context>
            </emma:interpretation>
          </emma:emma>
        </inkml:annotationXML>
        <inkml:traceGroup>
          <inkml:annotationXML>
            <emma:emma xmlns:emma="http://www.w3.org/2003/04/emma" version="1.0">
              <emma:interpretation id="{0EE48178-39AE-4CE3-A860-4E07B264BEB0}" emma:medium="tactile" emma:mode="ink">
                <msink:context xmlns:msink="http://schemas.microsoft.com/ink/2010/main" type="inkWord" rotatedBoundingBox="4384,12981 10708,11921 11142,14515 4818,15575"/>
              </emma:interpretation>
              <emma:one-of disjunction-type="recognition" id="oneOf9">
                <emma:interpretation id="interp45" emma:lang="en-IN" emma:confidence="0">
                  <emma:literal>Hey*</emma:literal>
                </emma:interpretation>
                <emma:interpretation id="interp46" emma:lang="en-IN" emma:confidence="0">
                  <emma:literal>Hey-of</emma:literal>
                </emma:interpretation>
                <emma:interpretation id="interp47" emma:lang="en-IN" emma:confidence="0">
                  <emma:literal>1118B*</emma:literal>
                </emma:interpretation>
                <emma:interpretation id="interp48" emma:lang="en-IN" emma:confidence="0">
                  <emma:literal>Hey-if</emma:literal>
                </emma:interpretation>
                <emma:interpretation id="interp49" emma:lang="en-IN" emma:confidence="0">
                  <emma:literal>+118B*</emma:literal>
                </emma:interpretation>
              </emma:one-of>
            </emma:emma>
          </inkml:annotationXML>
          <inkml:trace contextRef="#ctx0" brushRef="#br0" timeOffset="-34555.138">9773 8516,'51'35,"-51"-35,38 29,-13-1,13 1,13 35,12-7,-25 36,13-1,-39 15,14 7,-26 7,12 8,-12-58,-25 71,12-20,1-16,-14-6,1 36,12-22,1-7,-1-8,13 1,-13-22,1-6,-1-15,0-14,13-22,-12 7,-14 1,-37 7,-26-29,-75 28,-14-28,-62 1,-27 6,-75 21,64-20,-64-1,50 7,1-14,37 1,-12-16,51 1,25 7,51-14,12 0,13-8,25 8,26 7,-1 0,64 7</inkml:trace>
          <inkml:trace contextRef="#ctx0" brushRef="#br0" timeOffset="-35461.2852">6492 9221,'-13'0,"13"0,0 0,0 7,0-7,-13 15,13 13,-12 15,-1 21,0-14,13 42,13 194,-13-201,13 43,-1 22,-12 7,26 28,-1-14,-12-43,-1-14,-12-42,13-22,-13-15,0-13,0-15,0-7</inkml:trace>
          <inkml:trace contextRef="#ctx0" brushRef="#br0" timeOffset="-18974.9241">6441 10404,'114'-7,"-76"7,13 0,-1 14,14-7,-26 1,0-8,-13 0,0 0,13-65,-38 65</inkml:trace>
          <inkml:trace contextRef="#ctx0" brushRef="#br0" timeOffset="13729.3047">7150 9905,'0'-92,"-12"70,12 37,0-15,0 21,-13 93,0-71,1-22,-1 15,0 49,1 1,-1 6,0 15,1-7,-1 14,13-114</inkml:trace>
          <inkml:trace contextRef="#ctx0" brushRef="#br0" timeOffset="14304.5861">7683 10646,'25'-28,"0"28,-12 0,12 0,39-14,37-1,38-20,1 13,37-20,-25-15,-25-15,-51 1,63-93,-139 164</inkml:trace>
          <inkml:trace contextRef="#ctx0" brushRef="#br0" timeOffset="14140.0279">7645 9806,'0'-93,"25"79,-12 14,-1-22,14 29,-1-35,13 14,0 7,13 7,-13 7,0 7,-13-7,0 29,1-1,-14 37,-24 56,-26-43,-13 36,0-6,1-23,12-21,25-35,-12 0,12-8,13-28</inkml:trace>
          <inkml:trace contextRef="#ctx0" brushRef="#br0" timeOffset="14989.3235">9241 9706,'-13'50,"26"0,-13-50,0-29,0 29,0 0,13 7,-1-42,14 20,24-6,1 0,0-44,-1 30,-12-37,13-20,-26 63,-12-35,0 43,-13 7,0-1,-26 1,-12 14,-38-14,0 14,-25 28,-13 8,12 28,26-21,13 78,38-92,25-51,12 136,77 107,-13-93,64 65,-115-186,26 14,-13 8,12 21,-24-15,-14 1,-24 0,-14 21,-24 7,-52 0,1-14,-1-43,-12-21,13-36,12-43,26-21,50 14,13-21,26-14,50-79,50 64,64-42,13 21,-63 57,-140 114</inkml:trace>
          <inkml:trace contextRef="#ctx0" brushRef="#br0" timeOffset="15668.3514">10901 9934,'0'-121,"-51"-36,-38 171,-25 65,-25 113,12 0,-12 29,25-35,0-8,12-29,102-149,-12 0,12-7,0 7</inkml:trace>
          <inkml:trace contextRef="#ctx0" brushRef="#br0" timeOffset="15380.9628">10280 9257,'25'-14,"-38"-1,26 51,-13-15,13 51,12 6,0 15,13-36,13 121,-13-78,0-36,13 43,-1 14,-12-64,-38-57</inkml:trace>
          <inkml:trace contextRef="#ctx0" brushRef="#br0" timeOffset="16969.8374">11382 9920,'0'-50,"0"-43,0 100,13 22,-1-15,26-7,0-7,26-21,12 6,25-6,13-86,-13-7,-50 14,0 36,-26-7,0 21,-25 7,0 15,-12-29,-14 7,-12 7,-12 22,-1 7,0 21,1-7,-14 35,-12-6,13 78,25-50,13 28,12 29,26 15,12 77,13-21,13-49,-1-8,1-7,-13-14,0-14,-25-15,12-21,-25-21,0 7,0-29,0 7,-13-6,-25 6,-12-21,-39-21,0-22,-25-29,13-6,38-15,25-6,25-87,89-134,114-37,63-13,-253 370</inkml:trace>
          <inkml:trace contextRef="#ctx0" brushRef="#br0" timeOffset="16099.1251">11623 9435,'12'14,"-12"-57,13 93,-13-35,0-23,-38 123,25-66,-25 80,13-51,-13 22,13-29,-1-7,14-21,-1-7,13-8,0-14,13 22,25 0,0-15,25-64,26 107,-13-42,-26-22,39 7,-26 0,13-43,-25 15,-51 21</inkml:trace>
        </inkml:traceGroup>
      </inkml:traceGroup>
      <inkml:traceGroup>
        <inkml:annotationXML>
          <emma:emma xmlns:emma="http://www.w3.org/2003/04/emma" version="1.0">
            <emma:interpretation id="{EE1CD1B4-B9BA-458B-865E-BBBAD32E0C7A}" emma:medium="tactile" emma:mode="ink">
              <msink:context xmlns:msink="http://schemas.microsoft.com/ink/2010/main" type="line" rotatedBoundingBox="6069,15559 10444,15487 10478,17523 6103,17595">
                <msink:destinationLink direction="with" ref="{5AC090F1-3650-45FD-8156-5867BFD6C85C}"/>
              </msink:context>
            </emma:interpretation>
          </emma:emma>
        </inkml:annotationXML>
        <inkml:traceGroup>
          <inkml:annotationXML>
            <emma:emma xmlns:emma="http://www.w3.org/2003/04/emma" version="1.0">
              <emma:interpretation id="{F5A6AD41-FE90-4EC9-80E6-256DCBF04E4A}" emma:medium="tactile" emma:mode="ink">
                <msink:context xmlns:msink="http://schemas.microsoft.com/ink/2010/main" type="inkWord" rotatedBoundingBox="6069,15559 10444,15487 10478,17523 6103,17595"/>
              </emma:interpretation>
              <emma:one-of disjunction-type="recognition" id="oneOf10">
                <emma:interpretation id="interp50" emma:lang="en-IN" emma:confidence="0">
                  <emma:literal>12844</emma:literal>
                </emma:interpretation>
                <emma:interpretation id="interp51" emma:lang="en-IN" emma:confidence="0">
                  <emma:literal>128x4</emma:literal>
                </emma:interpretation>
                <emma:interpretation id="interp52" emma:lang="en-IN" emma:confidence="0">
                  <emma:literal>118x4</emma:literal>
                </emma:interpretation>
                <emma:interpretation id="interp53" emma:lang="en-IN" emma:confidence="0">
                  <emma:literal>18x4</emma:literal>
                </emma:interpretation>
                <emma:interpretation id="interp54" emma:lang="en-IN" emma:confidence="0">
                  <emma:literal>128x44</emma:literal>
                </emma:interpretation>
              </emma:one-of>
            </emma:emma>
          </inkml:annotationXML>
          <inkml:trace contextRef="#ctx0" brushRef="#br0" timeOffset="18369.0486">7987 12100,'25'0,"-12"-14,-13 14,0 0,0 0,12 0,1 14,25 22,-13 14,13 0,-12 14,-1 36,-25 14,-38 35,0 1,-13 7,-12-15,12-28,1-21,24-36,14-36,-1 8,0-15,13-7,0-7,0 0,13-7,25-7,38-15,0 8,0 7,0-1,13 15,-1-7,1 22,0-1,-13-21,-76 7</inkml:trace>
          <inkml:trace contextRef="#ctx0" brushRef="#br0" timeOffset="19128.8238">9114 12735,'0'-8,"13"16,-13-8,0 0,0 0,0 0,0 0,0 0,12-15,1 1,12-29,-12 1,13-15,-14-1,1-6,0-35,-1-30,1 15,-13 22,-13 13,-25 15,0 0,-13 43,-12 6,0 22,-26 29,13 35,0 43,13 0,25 8,25 13,13-14,25 15,26-8,12-7,13-7,0-21,0 21,0-22,0-13,-12-1,-13-14,-13-14,-13-14,0-15,-12-7,-13 1,-13-1,-12 0,0-14,-26-7,-25-14,0-29,0-36,12-6,1-15,38 0,12-14,26-29,37-21,77-50,-13 21,0 79,-114 121</inkml:trace>
          <inkml:trace contextRef="#ctx0" brushRef="#br0" timeOffset="19728.2547">10596 12086,'-25'21,"-13"22,-51 43,-25 56,-50 44,-1 34,13 8,0 22,25-22,127-214,0 8,0-1,13 0,-13-21</inkml:trace>
          <inkml:trace contextRef="#ctx0" brushRef="#br0" timeOffset="19459.3244">9887 12200,'25'7,"-25"7,0-6,0 6,26 29,12 28,0 21,25 15,-12 29,12-22,-25-14,13-1,-13-27,12 13,-24-28,12-7,-13-43,-25-7</inkml:trace>
          <inkml:trace contextRef="#ctx0" brushRef="#br0" timeOffset="20099.4896">11534 11929,'0'7,"0"8,-13-8,-12 43,-13 28,-38 43,25 0,-25 15,26-15,-1-21,26-29,-1-14,1-7,25-7,0-8,13 15,37 0,39-7,25-8,38-42,13-21,-165 28</inkml:trace>
          <inkml:trace contextRef="#ctx0" brushRef="#br0" timeOffset="20278.9695">11673 12948,'-12'43,"12"-7,-13 92,-25 86,-38 178,76-392</inkml:trace>
          <inkml:trace contextRef="#ctx0" brushRef="#br0" timeOffset="17821.6014">7366 12207,'-13'-7,"13"-7,0 14,0 0,0 7,0 14,0 15,0 28,-13 29,13 28,0 7,-12 0,-1 15,0-8,13 1,0-58,0-78</inkml:trace>
        </inkml:traceGroup>
      </inkml:traceGroup>
    </inkml:traceGroup>
  </inkml:traceGroup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4095" units="cm"/>
          <inkml:channel name="Y" type="integer" max="4095" units="cm"/>
        </inkml:traceFormat>
        <inkml:channelProperties>
          <inkml:channelProperty channel="X" name="resolution" value="132.39574" units="1/cm"/>
          <inkml:channelProperty channel="Y" name="resolution" value="235.34483" units="1/cm"/>
        </inkml:channelProperties>
      </inkml:inkSource>
      <inkml:timestamp xml:id="ts0" timeString="2023-03-18T05:35:49.085"/>
    </inkml:context>
    <inkml:brush xml:id="br0">
      <inkml:brushProperty name="width" value="0.07" units="cm"/>
      <inkml:brushProperty name="height" value="0.07" units="cm"/>
      <inkml:brushProperty name="fitToCurve" value="1"/>
    </inkml:brush>
  </inkml:definitions>
  <inkml:traceGroup>
    <inkml:annotationXML>
      <emma:emma xmlns:emma="http://www.w3.org/2003/04/emma" version="1.0">
        <emma:interpretation id="{90293346-3A65-4CDD-BC85-F4B9DF28EF8E}" emma:medium="tactile" emma:mode="ink">
          <msink:context xmlns:msink="http://schemas.microsoft.com/ink/2010/main" type="inkDrawing" rotatedBoundingBox="3437,5435 8519,4498 9149,7915 4067,8852" hotPoints="8766,5182 8762,8227 4910,8222 4914,5177" semanticType="enclosure" shapeName="Rectangle">
            <msink:sourceLink direction="with" ref="{405246BE-B794-46A3-B9F0-F1E70B5B7255}"/>
            <msink:sourceLink direction="with" ref="{BC799753-5A0E-4739-8E5E-3109E3FEBB7E}"/>
            <msink:destinationLink direction="with" ref="{1D435E49-94F4-44F6-A824-70B6BFC96C61}"/>
          </msink:context>
        </emma:interpretation>
      </emma:emma>
    </inkml:annotationXML>
    <inkml:trace contextRef="#ctx0" brushRef="#br0">6175 1603,'-25'7,"37"0,-24 114,12-92,0-1,12 115,1-8,-13 29,13 50,-13-36,0 29,-13-8,13 51,-25-51,12 94,-12-144,12 51,13-72,0 29,-13-36,13-28,0-1,0-49,13-14,-13-29</inkml:trace>
    <inkml:trace contextRef="#ctx0" brushRef="#br0" timeOffset="985.928">6099 1403,'0'22,"0"-22,0-7,0 7,13 0,12 0,64-22,12 1,64-15,12 8,26-8,12 8,26 6,-13 8,25 7,-12 7,25 14,0 8,-38-37,-13 44,1-8,-77-7,-25 15,-25-22,-26 14,-12 8,0-15,-1 36,-24-43,12 79,-13-8,0 43,1 107,-1-121,0 43,-12-22,0 43,-1-14,1 42,-13-77,0 42,13-29,-39 0,14 1,-1 13,0-42,1-28,-1-15,0-57,1 64,-1 0,-12-28,-1 0,1-14,-38-1,-39-7,-37-21,-114 22,-26-8,-241 64,39-70,-77 34,558-42,-620 22,37 6,76-21,152 43,140-64,190-129,25 108,101 42,-25-21,38-200,-63 214,-51 0</inkml:trace>
  </inkml:traceGroup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4095" units="cm"/>
          <inkml:channel name="Y" type="integer" max="4095" units="cm"/>
        </inkml:traceFormat>
        <inkml:channelProperties>
          <inkml:channelProperty channel="X" name="resolution" value="132.39574" units="1/cm"/>
          <inkml:channelProperty channel="Y" name="resolution" value="235.34483" units="1/cm"/>
        </inkml:channelProperties>
      </inkml:inkSource>
      <inkml:timestamp xml:id="ts0" timeString="2023-03-18T05:38:03.681"/>
    </inkml:context>
    <inkml:brush xml:id="br0">
      <inkml:brushProperty name="width" value="0.07" units="cm"/>
      <inkml:brushProperty name="height" value="0.07" units="cm"/>
      <inkml:brushProperty name="fitToCurve" value="1"/>
    </inkml:brush>
  </inkml:definitions>
  <inkml:traceGroup>
    <inkml:annotationXML>
      <emma:emma xmlns:emma="http://www.w3.org/2003/04/emma" version="1.0">
        <emma:interpretation id="{1D435E49-94F4-44F6-A824-70B6BFC96C61}" emma:medium="tactile" emma:mode="ink">
          <msink:context xmlns:msink="http://schemas.microsoft.com/ink/2010/main" type="inkDrawing" rotatedBoundingBox="1781,5711 4823,5673 4834,6564 1792,6602" semanticType="callout" shapeName="Other">
            <msink:sourceLink direction="with" ref="{90293346-3A65-4CDD-BC85-F4B9DF28EF8E}"/>
            <msink:sourceLink direction="with" ref="{8F4DD2CA-5BDE-46A0-8149-270C3B69AAE8}"/>
          </msink:context>
        </emma:interpretation>
      </emma:emma>
    </inkml:annotationXML>
    <inkml:trace contextRef="#ctx0" brushRef="#br0">2995 2373,'25'-15,"1"-6,50 7,12-221,52 249,-102 21,38-6,12-8,14-28,12-14,12-8,1-13,12 20,13-13,-25 27,25-13,-25 21,0-14,12 0,-12 21,-13-29,-13-20,-12 49,-13 7,-13-21,0-7,1 21,-14 7,-12-14,-12-14,12 14,-13 7,0 7,1 0,-14 1,14-8,-14 7,-12-7,13 7,0 8,-1 13,1-20,-13 13,13 36,0 0,-13-7,0-14,0 21,-13 0,0 22,0-8,1 15,24-22,-12-71</inkml:trace>
  </inkml:traceGroup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4095" units="cm"/>
          <inkml:channel name="Y" type="integer" max="4095" units="cm"/>
        </inkml:traceFormat>
        <inkml:channelProperties>
          <inkml:channelProperty channel="X" name="resolution" value="132.39574" units="1/cm"/>
          <inkml:channelProperty channel="Y" name="resolution" value="235.34483" units="1/cm"/>
        </inkml:channelProperties>
      </inkml:inkSource>
      <inkml:timestamp xml:id="ts0" timeString="2023-03-18T05:35:51.398"/>
    </inkml:context>
    <inkml:brush xml:id="br0">
      <inkml:brushProperty name="width" value="0.07" units="cm"/>
      <inkml:brushProperty name="height" value="0.07" units="cm"/>
      <inkml:brushProperty name="fitToCurve" value="1"/>
    </inkml:brush>
  </inkml:definitions>
  <inkml:traceGroup>
    <inkml:annotationXML>
      <emma:emma xmlns:emma="http://www.w3.org/2003/04/emma" version="1.0">
        <emma:interpretation id="{B15B3745-8083-4208-BE44-544B406B6B92}" emma:medium="tactile" emma:mode="ink">
          <msink:context xmlns:msink="http://schemas.microsoft.com/ink/2010/main" type="inkDrawing" rotatedBoundingBox="5262,9402 8793,9142 8851,9935 5321,10196" semanticType="underline" shapeName="Other">
            <msink:sourceLink direction="with" ref="{21F9EB0E-80A1-4D53-8378-572456759350}"/>
          </msink:context>
        </emma:interpretation>
      </emma:emma>
    </inkml:annotationXML>
    <inkml:trace contextRef="#ctx0" brushRef="#br0">6492 5929,'12'0,"-24"-7,12 7,0-29,0 58,12-29,-12 0,26-15,37 15,89 36,-13-36,39-36,100 58,103-172,-1 79,12-79,-37 100,-13-21,-63 64,-38-22,-64 29,-177 0,0 29,13 14,12-8,0 94,-12-101,25 115,-25-94,12 73,-12-37,-13 22,0-107</inkml:trace>
  </inkml:traceGroup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4095" units="cm"/>
          <inkml:channel name="Y" type="integer" max="4095" units="cm"/>
        </inkml:traceFormat>
        <inkml:channelProperties>
          <inkml:channelProperty channel="X" name="resolution" value="132.39574" units="1/cm"/>
          <inkml:channelProperty channel="Y" name="resolution" value="235.34483" units="1/cm"/>
        </inkml:channelProperties>
      </inkml:inkSource>
      <inkml:timestamp xml:id="ts0" timeString="2023-03-18T05:35:51.739"/>
    </inkml:context>
    <inkml:brush xml:id="br0">
      <inkml:brushProperty name="width" value="0.07" units="cm"/>
      <inkml:brushProperty name="height" value="0.07" units="cm"/>
      <inkml:brushProperty name="fitToCurve" value="1"/>
    </inkml:brush>
  </inkml:definitions>
  <inkml:traceGroup>
    <inkml:annotationXML>
      <emma:emma xmlns:emma="http://www.w3.org/2003/04/emma" version="1.0">
        <emma:interpretation id="{D9D0E59E-A734-4ECB-9D0D-A97A3C879C54}" emma:medium="tactile" emma:mode="ink">
          <msink:context xmlns:msink="http://schemas.microsoft.com/ink/2010/main" type="inkDrawing" rotatedBoundingBox="4189,11683 8683,11090 8719,11362 4225,11955" semanticType="underline" shapeName="Other">
            <msink:sourceLink direction="with" ref="{8C088136-626A-4348-93C8-E19373915906}"/>
          </msink:context>
        </emma:interpretation>
      </emma:emma>
    </inkml:annotationXML>
    <inkml:trace contextRef="#ctx0" brushRef="#br0">9900 7390,'-38'-57,"12"57,1 64,12-36,-12 8,0-36,-51 50,-13 21,-12-35,-39-15,-88 15,13-43,-254 71,26-7,-90 78,65-92,12 35,63-56,89-15,76-7,114-86,25 51,127 35,-25 14,-1-14,26 50,-38-50</inkml:trace>
  </inkml:traceGroup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4095" units="cm"/>
          <inkml:channel name="Y" type="integer" max="4095" units="cm"/>
        </inkml:traceFormat>
        <inkml:channelProperties>
          <inkml:channelProperty channel="X" name="resolution" value="132.39574" units="1/cm"/>
          <inkml:channelProperty channel="Y" name="resolution" value="235.34483" units="1/cm"/>
        </inkml:channelProperties>
      </inkml:inkSource>
      <inkml:timestamp xml:id="ts0" timeString="2023-03-18T05:38:06.211"/>
    </inkml:context>
    <inkml:brush xml:id="br0">
      <inkml:brushProperty name="width" value="0.07" units="cm"/>
      <inkml:brushProperty name="height" value="0.07" units="cm"/>
      <inkml:brushProperty name="fitToCurve" value="1"/>
    </inkml:brush>
  </inkml:definitions>
  <inkml:traceGroup>
    <inkml:annotationXML>
      <emma:emma xmlns:emma="http://www.w3.org/2003/04/emma" version="1.0">
        <emma:interpretation id="{2A0D8B91-E801-4DD9-B347-0AFC3153018E}" emma:medium="tactile" emma:mode="ink">
          <msink:context xmlns:msink="http://schemas.microsoft.com/ink/2010/main" type="inkDrawing" rotatedBoundingBox="4862,13571 5294,17269 4142,17403 3709,13706" semanticType="callout" shapeName="Other">
            <msink:sourceLink direction="with" ref="{FE9E89B9-953E-4A96-8234-32EDA11E7DE0}"/>
            <msink:sourceLink direction="with" ref="{5AC090F1-3650-45FD-8156-5867BFD6C85C}"/>
          </msink:context>
        </emma:interpretation>
      </emma:emma>
    </inkml:annotationXML>
    <inkml:trace contextRef="#ctx0" brushRef="#br0">48 0,'13'157,"-26"-121,13-36,13 71,-13 36,0 42,0 101,12-72,-12-50,0 143,0-57,-12 35,-14-6,14-30,-1 1,0-36,26 1,0-30,25-6,38 28,12-43,14-42,62-22,115-36,215-28,-494 0</inkml:trace>
  </inkml:traceGroup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4095" units="cm"/>
          <inkml:channel name="Y" type="integer" max="4095" units="cm"/>
        </inkml:traceFormat>
        <inkml:channelProperties>
          <inkml:channelProperty channel="X" name="resolution" value="132.39574" units="1/cm"/>
          <inkml:channelProperty channel="Y" name="resolution" value="235.34483" units="1/cm"/>
        </inkml:channelProperties>
      </inkml:inkSource>
      <inkml:timestamp xml:id="ts0" timeString="2023-03-18T05:38:05.621"/>
    </inkml:context>
    <inkml:brush xml:id="br0">
      <inkml:brushProperty name="width" value="0.07" units="cm"/>
      <inkml:brushProperty name="height" value="0.07" units="cm"/>
      <inkml:brushProperty name="fitToCurve" value="1"/>
    </inkml:brush>
  </inkml:definitions>
  <inkml:traceGroup>
    <inkml:annotationXML>
      <emma:emma xmlns:emma="http://www.w3.org/2003/04/emma" version="1.0">
        <emma:interpretation id="{FE9E89B9-953E-4A96-8234-32EDA11E7DE0}" emma:medium="tactile" emma:mode="ink">
          <msink:context xmlns:msink="http://schemas.microsoft.com/ink/2010/main" type="inkDrawing" rotatedBoundingBox="4700,10634 4839,14125 4316,14146 4178,10655" semanticType="verticalRange" shapeName="Other">
            <msink:sourceLink direction="with" ref="{8C088136-626A-4348-93C8-E19373915906}"/>
            <msink:sourceLink direction="with" ref="{9F6A7264-B9D8-4728-BA84-DD39D92F46B1}"/>
            <msink:sourceLink direction="with" ref="{01A761D2-D076-462C-B28C-71CA2F5F03A1}"/>
            <msink:destinationLink direction="with" ref="{2A0D8B91-E801-4DD9-B347-0AFC3153018E}"/>
          </msink:context>
        </emma:interpretation>
      </emma:emma>
    </inkml:annotationXML>
    <inkml:trace contextRef="#ctx0" brushRef="#br0">67 0,'0'14,"0"-14,0 0,0 7,0 36,-13 14,1 0,-1 7,13 57,0 7,-13-6,1-51,12 78,0 80,0-108,0 35,12-6,-12 43,0-30,-12-63,12 78,0-21,0-14,0-101,0 58,0-43,12 36,-12 7,26-1,-26-49,12 36,1-1,0-13,12-1,0 0,26-21,38 0,50-29,13-14,-152-7</inkml:trace>
  </inkml:traceGroup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ax="4095" units="cm"/>
          <inkml:channel name="Y" type="integer" max="4095" units="cm"/>
        </inkml:traceFormat>
        <inkml:channelProperties>
          <inkml:channelProperty channel="X" name="resolution" value="132.39574" units="1/cm"/>
          <inkml:channelProperty channel="Y" name="resolution" value="235.34483" units="1/cm"/>
        </inkml:channelProperties>
      </inkml:inkSource>
      <inkml:timestamp xml:id="ts0" timeString="2023-03-18T05:38:04.969"/>
    </inkml:context>
    <inkml:brush xml:id="br0">
      <inkml:brushProperty name="width" value="0.07" units="cm"/>
      <inkml:brushProperty name="height" value="0.07" units="cm"/>
      <inkml:brushProperty name="fitToCurve" value="1"/>
    </inkml:brush>
  </inkml:definitions>
  <inkml:traceGroup>
    <inkml:annotationXML>
      <emma:emma xmlns:emma="http://www.w3.org/2003/04/emma" version="1.0">
        <emma:interpretation id="{E335BEA8-59B7-4A88-A651-9E9DB5261E8B}" emma:medium="tactile" emma:mode="ink">
          <msink:context xmlns:msink="http://schemas.microsoft.com/ink/2010/main" type="inkDrawing" rotatedBoundingBox="5605,5959 5713,10948 4314,10978 4207,5989" semanticType="verticalRange" shapeName="Other">
            <msink:sourceLink direction="with" ref="{BC799753-5A0E-4739-8E5E-3109E3FEBB7E}"/>
            <msink:sourceLink direction="with" ref="{21F9EB0E-80A1-4D53-8378-572456759350}"/>
          </msink:context>
        </emma:interpretation>
      </emma:emma>
    </inkml:annotationXML>
    <inkml:trace contextRef="#ctx0" brushRef="#br0">283 0,'12'64,"-24"-43,12-6,0 6,12 22,1 21,0 0,-1 22,1 6,-13 8,0 7,-13 0,1 7,-1 14,-12 22,12 21,-12-50,12 29,-12 13,12-20,13-36,-25 28,12-21,0 15,1 6,12 8,-13-51,0 15,13 114,0-150,-12-7,12 29,-13-57,13 56,-13-35,26 43,-13-64,-13 56,13 8,-12-7,12-15,-13 1,0-1,1-14,-1 0,13 0,0 8,0-22,0-1,0 1,0-7,13 0,-13-8,12-6,1 7,12-8,13 8,26-8,12 15,12-29,52 0,-13-6,25-16,0 8,-13 29,-25-29,-38 0,0 0,25 0,-101 0</inkml:trace>
  </inkml:traceGroup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ax="4095" units="cm"/>
          <inkml:channel name="Y" type="integer" max="4095" units="cm"/>
        </inkml:traceFormat>
        <inkml:channelProperties>
          <inkml:channelProperty channel="X" name="resolution" value="132.39574" units="1/cm"/>
          <inkml:channelProperty channel="Y" name="resolution" value="235.34483" units="1/cm"/>
        </inkml:channelProperties>
      </inkml:inkSource>
      <inkml:timestamp xml:id="ts0" timeString="2023-03-18T05:35:50.928"/>
    </inkml:context>
    <inkml:brush xml:id="br0">
      <inkml:brushProperty name="width" value="0.07" units="cm"/>
      <inkml:brushProperty name="height" value="0.07" units="cm"/>
      <inkml:brushProperty name="fitToCurve" value="1"/>
    </inkml:brush>
  </inkml:definitions>
  <inkml:traceGroup>
    <inkml:annotationXML>
      <emma:emma xmlns:emma="http://www.w3.org/2003/04/emma" version="1.0">
        <emma:interpretation id="{0ACBC7AA-F130-4016-B5D0-35DF55B9FB57}" emma:medium="tactile" emma:mode="ink">
          <msink:context xmlns:msink="http://schemas.microsoft.com/ink/2010/main" type="inkDrawing" rotatedBoundingBox="5131,12351 5397,9670 5448,9675 5182,12357" semanticType="verticalRange" shapeName="Line">
            <msink:sourceLink direction="with" ref="{21F9EB0E-80A1-4D53-8378-572456759350}"/>
            <msink:sourceLink direction="with" ref="{9F6A7264-B9D8-4728-BA84-DD39D92F46B1}"/>
          </msink:context>
        </emma:interpretation>
      </emma:emma>
    </inkml:annotationXML>
    <inkml:trace contextRef="#ctx0" brushRef="#br0">6631 6071,'0'-71,"-13"-15,13 79,0 107,0-107,0 7,0-7,13-14,-13 13,0 8,-13 57,1-49,-1 127,0-14,-12 43,12 7,-12 36,12 6,1-6,-1-64,-12 135,25 7,-26-136,14-6,-14-36,14-7,-1-43,13-29,-13 1,1-8,12-28,0 7</inkml:trace>
  </inkml:traceGroup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ax="4095" units="cm"/>
          <inkml:channel name="Y" type="integer" max="4095" units="cm"/>
        </inkml:traceFormat>
        <inkml:channelProperties>
          <inkml:channelProperty channel="X" name="resolution" value="132.39574" units="1/cm"/>
          <inkml:channelProperty channel="Y" name="resolution" value="235.34483" units="1/cm"/>
        </inkml:channelProperties>
      </inkml:inkSource>
      <inkml:timestamp xml:id="ts0" timeString="2023-03-18T05:36:09.674"/>
    </inkml:context>
    <inkml:brush xml:id="br0">
      <inkml:brushProperty name="width" value="0.07" units="cm"/>
      <inkml:brushProperty name="height" value="0.07" units="cm"/>
      <inkml:brushProperty name="fitToCurve" value="1"/>
    </inkml:brush>
  </inkml:definitions>
  <inkml:traceGroup>
    <inkml:annotationXML>
      <emma:emma xmlns:emma="http://www.w3.org/2003/04/emma" version="1.0">
        <emma:interpretation id="{0BEF0AF5-992D-4DB2-8C2B-18D5ED332475}" emma:medium="tactile" emma:mode="ink">
          <msink:context xmlns:msink="http://schemas.microsoft.com/ink/2010/main" type="inkDrawing" rotatedBoundingBox="2534,16785 5841,16791 5840,16961 2533,16955" semanticType="underline" shapeName="Other">
            <msink:sourceLink direction="with" ref="{01A761D2-D076-462C-B28C-71CA2F5F03A1}"/>
          </msink:context>
        </emma:interpretation>
      </emma:emma>
    </inkml:annotationXML>
    <inkml:trace contextRef="#ctx0" brushRef="#br0">3742 13020,'13'57,"0"-43,-13 0,12 7,26-6,0-1,38 7,13-6,50-15,39-15,-1 15,39-14,24-14,-12 20,13 16,12-16,26-6,-25 14,-14 0,1 22,-64-8,-12-7,-165-7</inkml:trace>
  </inkml:traceGroup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ax="4095" units="cm"/>
          <inkml:channel name="Y" type="integer" max="4095" units="cm"/>
        </inkml:traceFormat>
        <inkml:channelProperties>
          <inkml:channelProperty channel="X" name="resolution" value="132.39574" units="1/cm"/>
          <inkml:channelProperty channel="Y" name="resolution" value="235.34483" units="1/cm"/>
        </inkml:channelProperties>
      </inkml:inkSource>
      <inkml:timestamp xml:id="ts0" timeString="2023-03-18T05:35:53.963"/>
    </inkml:context>
    <inkml:brush xml:id="br0">
      <inkml:brushProperty name="width" value="0.07" units="cm"/>
      <inkml:brushProperty name="height" value="0.07" units="cm"/>
      <inkml:brushProperty name="fitToCurve" value="1"/>
    </inkml:brush>
  </inkml:definitions>
  <inkml:traceGroup>
    <inkml:annotationXML>
      <emma:emma xmlns:emma="http://www.w3.org/2003/04/emma" version="1.0">
        <emma:interpretation id="{5AC090F1-3650-45FD-8156-5867BFD6C85C}" emma:medium="tactile" emma:mode="ink">
          <msink:context xmlns:msink="http://schemas.microsoft.com/ink/2010/main" type="inkDrawing" rotatedBoundingBox="4990,15090 9038,15315 8884,18097 4835,17872" hotPoints="8919,15376 8933,17928 5271,17949 5257,15397" semanticType="enclosure" shapeName="Rectangle">
            <msink:sourceLink direction="with" ref="{EE1CD1B4-B9BA-458B-865E-BBBAD32E0C7A}"/>
            <msink:destinationLink direction="with" ref="{2A0D8B91-E801-4DD9-B347-0AFC3153018E}"/>
          </msink:context>
        </emma:interpretation>
      </emma:emma>
    </inkml:annotationXML>
    <inkml:trace contextRef="#ctx0" brushRef="#br0">6441 11708,'0'15,"-13"-23,13 8,0 29,0 7,13 56,-13 29,13 36,-13 14,12 22,1-1,-13 0,13-13,12-8,-25-36,0 0,13-21,-13-28,0-15,0-28,0 0,0 0,-13-36,13-7</inkml:trace>
    <inkml:trace contextRef="#ctx0" brushRef="#br0" timeOffset="970.8587">6150 12200,'0'-7,"0"14,0-7,0 0,12-7,52-7,37-22,26-7,75-28,1-29,0 22,37 7,1 6,0 16,25-8,-25 21,-1 22,-24-1,-14 1,-37 0,0 7,-38 7,-39 0,1 14,-26-14,-12 0,-13 7,0 7,0-6,0 6,-13 0,26 15,0 13,-13 15,0 7,0 8,-13 13,0 36,-12-21,-13 28,13 8,-13 21,0-8,-13 15,13-14,-13 21,13-7,-12 7,12-22,-13-34,13-1,-13-29,1-14,-1-28,13-14,0-1,-13-7,1-6,-1-1,-25-7,-13 7,-12-14,-76 7,-13-7,-13 0,-50-7,-1 7,1 0,-26-7,0 0,-50-7,50 0,-12-8,12 8,38 0,-12-8,12-6,1 14,-26-15,228 29</inkml:trace>
  </inkml:traceGroup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ax="4095" units="cm"/>
          <inkml:channel name="Y" type="integer" max="4095" units="cm"/>
        </inkml:traceFormat>
        <inkml:channelProperties>
          <inkml:channelProperty channel="X" name="resolution" value="132.39574" units="1/cm"/>
          <inkml:channelProperty channel="Y" name="resolution" value="235.34483" units="1/cm"/>
        </inkml:channelProperties>
      </inkml:inkSource>
      <inkml:timestamp xml:id="ts0" timeString="2023-03-18T05:36:26.257"/>
    </inkml:context>
    <inkml:brush xml:id="br0">
      <inkml:brushProperty name="width" value="0.07" units="cm"/>
      <inkml:brushProperty name="height" value="0.07" units="cm"/>
      <inkml:brushProperty name="fitToCurve" value="1"/>
    </inkml:brush>
  </inkml:definitions>
  <inkml:traceGroup>
    <inkml:annotationXML>
      <emma:emma xmlns:emma="http://www.w3.org/2003/04/emma" version="1.0">
        <emma:interpretation id="{9C6B0256-E228-4258-80A4-C20F43502DE7}" emma:medium="tactile" emma:mode="ink">
          <msink:context xmlns:msink="http://schemas.microsoft.com/ink/2010/main" type="inkDrawing" rotatedBoundingBox="-920,4639 -907,4675 -912,4677 -924,4641" semanticType="callout" shapeName="Other">
            <msink:sourceLink direction="with" ref="{3B3B637F-64CC-439A-9B9A-465561482199}"/>
          </msink:context>
        </emma:interpretation>
      </emma:emma>
    </inkml:annotationXML>
    <inkml:trace contextRef="#ctx0" brushRef="#br0">284 876,'12'36,"-12"-51,0 23,0-8,0 0,0 0,0 0</inkml:trace>
  </inkml:traceGroup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ax="4095" units="cm"/>
          <inkml:channel name="Y" type="integer" max="4095" units="cm"/>
        </inkml:traceFormat>
        <inkml:channelProperties>
          <inkml:channelProperty channel="X" name="resolution" value="132.39574" units="1/cm"/>
          <inkml:channelProperty channel="Y" name="resolution" value="235.34483" units="1/cm"/>
        </inkml:channelProperties>
      </inkml:inkSource>
      <inkml:timestamp xml:id="ts0" timeString="2023-03-18T05:36:19.812"/>
    </inkml:context>
    <inkml:brush xml:id="br0">
      <inkml:brushProperty name="width" value="0.07" units="cm"/>
      <inkml:brushProperty name="height" value="0.07" units="cm"/>
      <inkml:brushProperty name="fitToCurve" value="1"/>
    </inkml:brush>
  </inkml:definitions>
  <inkml:traceGroup>
    <inkml:annotationXML>
      <emma:emma xmlns:emma="http://www.w3.org/2003/04/emma" version="1.0">
        <emma:interpretation id="{EBDC76F7-75BB-4ED9-AF3A-BA2990560818}" emma:medium="tactile" emma:mode="ink">
          <msink:context xmlns:msink="http://schemas.microsoft.com/ink/2010/main" type="inkDrawing" rotatedBoundingBox="-3392,7108 -2895,4741 -2771,4767 -3268,7135" semanticType="callout" shapeName="Other">
            <msink:sourceLink direction="with" ref="{3B3B637F-64CC-439A-9B9A-465561482199}"/>
          </msink:context>
        </emma:interpretation>
      </emma:emma>
    </inkml:annotationXML>
    <inkml:trace contextRef="#ctx0" brushRef="#br0">-1591 1004,'0'15,"0"-37,0 22,0 7,0 15,-13 6,-12 51,-1 13,-12 15,0 14,-12 0,-1 22,13-15,13 15,-13 28,12-36,13 29,-12-28,12 13,1 8,12-36,-13-7,0 7,1-57,12-14,0-50</inkml:trace>
  </inkml:traceGroup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ax="4095" units="cm"/>
          <inkml:channel name="Y" type="integer" max="4095" units="cm"/>
        </inkml:traceFormat>
        <inkml:channelProperties>
          <inkml:channelProperty channel="X" name="resolution" value="132.39574" units="1/cm"/>
          <inkml:channelProperty channel="Y" name="resolution" value="235.34483" units="1/cm"/>
        </inkml:channelProperties>
      </inkml:inkSource>
      <inkml:timestamp xml:id="ts0" timeString="2023-03-18T05:36:20.354"/>
    </inkml:context>
    <inkml:brush xml:id="br0">
      <inkml:brushProperty name="width" value="0.07" units="cm"/>
      <inkml:brushProperty name="height" value="0.07" units="cm"/>
      <inkml:brushProperty name="fitToCurve" value="1"/>
    </inkml:brush>
  </inkml:definitions>
  <inkml:traceGroup>
    <inkml:annotationXML>
      <emma:emma xmlns:emma="http://www.w3.org/2003/04/emma" version="1.0">
        <emma:interpretation id="{A19DE6C0-E445-4A95-9123-B6C28F533770}" emma:medium="tactile" emma:mode="ink">
          <msink:context xmlns:msink="http://schemas.microsoft.com/ink/2010/main" type="inkDrawing" rotatedBoundingBox="-2008,7709 -1556,4519 -1413,4540 -1865,7730" semanticType="callout" shapeName="Other">
            <msink:sourceLink direction="with" ref="{3B3B637F-64CC-439A-9B9A-465561482199}"/>
            <msink:sourceLink direction="with" ref="{813966FA-3058-49E2-B83A-08281B693695}"/>
          </msink:context>
        </emma:interpretation>
      </emma:emma>
    </inkml:annotationXML>
    <inkml:trace contextRef="#ctx0" brushRef="#br0">-337 783,'25'0,"-12"-21,-13 28,0-7,0 7,0 8,13 6,-13 29,12 7,1 35,-13 1,-13 14,-12 85,0 15,-13-93,-39 314,1-115,-12 115,12-100,12-8,77-327,-13 86,0-79,51 335,-51-321,0-43,0 8,12-29,-12 50</inkml:trace>
  </inkml:traceGroup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ax="4095" units="cm"/>
          <inkml:channel name="Y" type="integer" max="4095" units="cm"/>
        </inkml:traceFormat>
        <inkml:channelProperties>
          <inkml:channelProperty channel="X" name="resolution" value="132.39574" units="1/cm"/>
          <inkml:channelProperty channel="Y" name="resolution" value="235.34483" units="1/cm"/>
        </inkml:channelProperties>
      </inkml:inkSource>
      <inkml:timestamp xml:id="ts0" timeString="2023-03-18T05:36:21.105"/>
    </inkml:context>
    <inkml:brush xml:id="br0">
      <inkml:brushProperty name="width" value="0.07" units="cm"/>
      <inkml:brushProperty name="height" value="0.07" units="cm"/>
      <inkml:brushProperty name="fitToCurve" value="1"/>
    </inkml:brush>
  </inkml:definitions>
  <inkml:traceGroup>
    <inkml:annotationXML>
      <emma:emma xmlns:emma="http://www.w3.org/2003/04/emma" version="1.0">
        <emma:interpretation id="{813966FA-3058-49E2-B83A-08281B693695}" emma:medium="tactile" emma:mode="ink">
          <msink:context xmlns:msink="http://schemas.microsoft.com/ink/2010/main" type="inkDrawing" rotatedBoundingBox="-780,8039 -385,4824 -200,4847 -594,8062" semanticType="verticalRange" shapeName="Other">
            <msink:sourceLink direction="with" ref="{0D0146AC-0632-4CA4-B115-FF7F4C8B62CE}"/>
            <msink:sourceLink direction="with" ref="{BC799753-5A0E-4739-8E5E-3109E3FEBB7E}"/>
            <msink:sourceLink direction="with" ref="{21F9EB0E-80A1-4D53-8378-572456759350}"/>
            <msink:destinationLink direction="with" ref="{A19DE6C0-E445-4A95-9123-B6C28F533770}"/>
            <msink:destinationLink direction="with" ref="{CDF590A3-248B-44C0-853C-FF2311ADF516}"/>
          </msink:context>
        </emma:interpretation>
      </emma:emma>
    </inkml:annotationXML>
    <inkml:trace contextRef="#ctx0" brushRef="#br0">892 1090,'12'-14,"-24"6,12 8,0 0,0 0,0 15,12-15,-12 7,0 7,13 22,-13 7,0-15,-13 79,-12 0,-26 306,13-263,-25 78,0 0,37 7,-12-7,13-35,12-115,1 178,12-92,0-42,0-1,12-14,1 14,-13-50,13-14,12 43,-25-100</inkml:trace>
  </inkml:traceGroup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ax="4095" units="cm"/>
          <inkml:channel name="Y" type="integer" max="4095" units="cm"/>
        </inkml:traceFormat>
        <inkml:channelProperties>
          <inkml:channelProperty channel="X" name="resolution" value="132.39574" units="1/cm"/>
          <inkml:channelProperty channel="Y" name="resolution" value="235.34483" units="1/cm"/>
        </inkml:channelProperties>
      </inkml:inkSource>
      <inkml:timestamp xml:id="ts0" timeString="2023-03-18T05:36:21.645"/>
    </inkml:context>
    <inkml:brush xml:id="br0">
      <inkml:brushProperty name="width" value="0.07" units="cm"/>
      <inkml:brushProperty name="height" value="0.07" units="cm"/>
      <inkml:brushProperty name="fitToCurve" value="1"/>
    </inkml:brush>
  </inkml:definitions>
  <inkml:traceGroup>
    <inkml:annotationXML>
      <emma:emma xmlns:emma="http://www.w3.org/2003/04/emma" version="1.0">
        <emma:interpretation id="{CDF590A3-248B-44C0-853C-FF2311ADF516}" emma:medium="tactile" emma:mode="ink">
          <msink:context xmlns:msink="http://schemas.microsoft.com/ink/2010/main" type="inkDrawing" rotatedBoundingBox="-40,7713 707,4588 850,4622 102,7748" semanticType="callout" shapeName="Other">
            <msink:sourceLink direction="with" ref="{813966FA-3058-49E2-B83A-08281B693695}"/>
            <msink:sourceLink direction="with" ref="{3B3B637F-64CC-439A-9B9A-465561482199}"/>
          </msink:context>
        </emma:interpretation>
      </emma:emma>
    </inkml:annotationXML>
    <inkml:trace contextRef="#ctx0" brushRef="#br0">1994 855,'25'-7,"-25"14,0-7,0 0,0 7,0 0,-12 14,-1 29,-12 21,-1 22,-24 43,-1 20,0 1,-12 21,0 15,-1 63,1-21,12-28,1-7,12 170,25-284,-12-51,12 86,0 300,-12-293,25-156,0 6,0 22</inkml:trace>
  </inkml:traceGroup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ax="4095" units="cm"/>
          <inkml:channel name="Y" type="integer" max="4095" units="cm"/>
        </inkml:traceFormat>
        <inkml:channelProperties>
          <inkml:channelProperty channel="X" name="resolution" value="132.39574" units="1/cm"/>
          <inkml:channelProperty channel="Y" name="resolution" value="235.34483" units="1/cm"/>
        </inkml:channelProperties>
      </inkml:inkSource>
      <inkml:timestamp xml:id="ts0" timeString="2023-03-18T05:36:22.062"/>
    </inkml:context>
    <inkml:brush xml:id="br0">
      <inkml:brushProperty name="width" value="0.07" units="cm"/>
      <inkml:brushProperty name="height" value="0.07" units="cm"/>
      <inkml:brushProperty name="fitToCurve" value="1"/>
    </inkml:brush>
  </inkml:definitions>
  <inkml:traceGroup>
    <inkml:annotationXML>
      <emma:emma xmlns:emma="http://www.w3.org/2003/04/emma" version="1.0">
        <emma:interpretation id="{C3B32EC7-9B81-476B-81A8-D8832D97F34E}" emma:medium="tactile" emma:mode="ink">
          <msink:context xmlns:msink="http://schemas.microsoft.com/ink/2010/main" type="inkDrawing" rotatedBoundingBox="1090,4895 1244,7626 1066,7636 912,4905" shapeName="Other"/>
        </emma:interpretation>
      </emma:emma>
    </inkml:annotationXML>
    <inkml:trace contextRef="#ctx0" brushRef="#br0">2121 1154,'12'-7,"-12"0,0 7,13 14,0 15,12 20,0 23,13 77,-12-28,-14-35,52 285,-64-300,0 71,-13 37,13 41,-13 8,1-7,-1 36,13-58,0-56,13-8,-1-92,1-64,-13 21</inkml:trace>
  </inkml:traceGroup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ax="4095" units="cm"/>
          <inkml:channel name="Y" type="integer" max="4095" units="cm"/>
        </inkml:traceFormat>
        <inkml:channelProperties>
          <inkml:channelProperty channel="X" name="resolution" value="132.39574" units="1/cm"/>
          <inkml:channelProperty channel="Y" name="resolution" value="235.34483" units="1/cm"/>
        </inkml:channelProperties>
      </inkml:inkSource>
      <inkml:timestamp xml:id="ts0" timeString="2023-03-18T05:36:22.381"/>
    </inkml:context>
    <inkml:brush xml:id="br0">
      <inkml:brushProperty name="width" value="0.07" units="cm"/>
      <inkml:brushProperty name="height" value="0.07" units="cm"/>
      <inkml:brushProperty name="fitToCurve" value="1"/>
    </inkml:brush>
  </inkml:definitions>
  <inkml:traceGroup>
    <inkml:annotationXML>
      <emma:emma xmlns:emma="http://www.w3.org/2003/04/emma" version="1.0">
        <emma:interpretation id="{4E39691A-7C58-4372-ABD9-9E1996E9E1C9}" emma:medium="tactile" emma:mode="ink">
          <msink:context xmlns:msink="http://schemas.microsoft.com/ink/2010/main" type="inkDrawing" rotatedBoundingBox="2331,6935 2768,5103 2976,5152 2539,6985" semanticType="callout" shapeName="Other">
            <msink:sourceLink direction="with" ref="{3B3B637F-64CC-439A-9B9A-465561482199}"/>
            <msink:sourceLink direction="with" ref="{51B8387D-C132-4446-8C95-AD7D2DBC074C}"/>
          </msink:context>
        </emma:interpretation>
      </emma:emma>
    </inkml:annotationXML>
    <inkml:trace contextRef="#ctx0" brushRef="#br0">4046 1368,'26'-7,"-39"14,13 0,13 64,-1 50,-12 0,-25 51,-13 6,-13 71,1-49,-14-22,-24 21,-1-42,-50-7,139-150</inkml:trace>
  </inkml:traceGroup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ax="4095" units="cm"/>
          <inkml:channel name="Y" type="integer" max="4095" units="cm"/>
        </inkml:traceFormat>
        <inkml:channelProperties>
          <inkml:channelProperty channel="X" name="resolution" value="132.39574" units="1/cm"/>
          <inkml:channelProperty channel="Y" name="resolution" value="235.34483" units="1/cm"/>
        </inkml:channelProperties>
      </inkml:inkSource>
      <inkml:timestamp xml:id="ts0" timeString="2023-03-18T05:36:06.986"/>
    </inkml:context>
    <inkml:brush xml:id="br0">
      <inkml:brushProperty name="width" value="0.07" units="cm"/>
      <inkml:brushProperty name="height" value="0.07" units="cm"/>
      <inkml:brushProperty name="fitToCurve" value="1"/>
    </inkml:brush>
  </inkml:definitions>
  <inkml:traceGroup>
    <inkml:annotationXML>
      <emma:emma xmlns:emma="http://www.w3.org/2003/04/emma" version="1.0">
        <emma:interpretation id="{51B8387D-C132-4446-8C95-AD7D2DBC074C}" emma:medium="tactile" emma:mode="ink">
          <msink:context xmlns:msink="http://schemas.microsoft.com/ink/2010/main" type="inkDrawing" rotatedBoundingBox="3191,10203 3339,6832 5324,6918 5176,10290" semanticType="verticalRange" shapeName="Other">
            <msink:sourceLink direction="with" ref="{BC799753-5A0E-4739-8E5E-3109E3FEBB7E}"/>
            <msink:sourceLink direction="with" ref="{21F9EB0E-80A1-4D53-8378-572456759350}"/>
            <msink:sourceLink direction="with" ref="{8C088136-626A-4348-93C8-E19373915906}"/>
            <msink:destinationLink direction="with" ref="{4E39691A-7C58-4372-ABD9-9E1996E9E1C9}"/>
          </msink:context>
        </emma:interpretation>
      </emma:emma>
    </inkml:annotationXML>
    <inkml:trace contextRef="#ctx0" brushRef="#br0">4959 6463,'12'-114,"-24"50,-1-121,0 135,1-36,-14-13,-12-129,13 64,0 28,-13-28,12-7,1-64,0 64,12-14,-12-15,-1 22,14 28,-14-21,14 22,-1 35,0 21,13 43,-12 7,12 15,0 7,12-8,26 1,13 6,38 1,50 14,38 7,77-7,37 35,0-7,39 1,-13 13,-317-35</inkml:trace>
  </inkml:traceGroup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ax="4095" units="cm"/>
          <inkml:channel name="Y" type="integer" max="4095" units="cm"/>
        </inkml:traceFormat>
        <inkml:channelProperties>
          <inkml:channelProperty channel="X" name="resolution" value="132.39574" units="1/cm"/>
          <inkml:channelProperty channel="Y" name="resolution" value="235.34483" units="1/cm"/>
        </inkml:channelProperties>
      </inkml:inkSource>
      <inkml:timestamp xml:id="ts0" timeString="2023-03-18T05:38:17.419"/>
    </inkml:context>
    <inkml:brush xml:id="br0">
      <inkml:brushProperty name="width" value="0.07" units="cm"/>
      <inkml:brushProperty name="height" value="0.07" units="cm"/>
      <inkml:brushProperty name="fitToCurve" value="1"/>
    </inkml:brush>
  </inkml:definitions>
  <inkml:traceGroup>
    <inkml:annotationXML>
      <emma:emma xmlns:emma="http://www.w3.org/2003/04/emma" version="1.0">
        <emma:interpretation id="{5A166CB8-08FD-477B-BD9B-ADF220336493}" emma:medium="tactile" emma:mode="ink">
          <msink:context xmlns:msink="http://schemas.microsoft.com/ink/2010/main" type="inkDrawing" rotatedBoundingBox="21282,12762 22267,16143 18794,17154 17809,13773" semanticType="enclosure" shapeName="Other">
            <msink:destinationLink direction="to" ref="{07656B6F-6011-4C34-8668-8846F91F7694}"/>
          </msink:context>
        </emma:interpretation>
      </emma:emma>
    </inkml:annotationXML>
    <inkml:trace contextRef="#ctx0" brushRef="#br0">291 43,'13'-36,"-26"29,13 14,0 14,0 1,-12 77,-14 1,1 100,-13 6,0 8,0 192,13-284,-1 84,14-85,-1 36,13-14,-13-36,1-15,-1-20,13-23,0-49</inkml:trace>
    <inkml:trace contextRef="#ctx0" brushRef="#br0" timeOffset="602.8923">253-278,'13'-21,"-13"35,0-14,0 0,13-7,63-72,25 65,89-50,0 64,-13 14,51 7,-38-13,-12-8,-1 14,1 50,-90-71,26 78,-38-7,-12 15,-14 35,-12 21,-25 0,-13 44,13 34,-13-13,-13 21,26 0,-1 0,1 14,0-7,-13-64,0-14,0-22,-13-21,0-36,1-21,-39 7,-38-29,-101 1,-12-15,-229 8,13-37,-178 1,77-14,-26-8,545 36</inkml:trace>
  </inkml:traceGroup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ax="4095" units="cm"/>
          <inkml:channel name="Y" type="integer" max="4095" units="cm"/>
        </inkml:traceFormat>
        <inkml:channelProperties>
          <inkml:channelProperty channel="X" name="resolution" value="132.39574" units="1/cm"/>
          <inkml:channelProperty channel="Y" name="resolution" value="235.34483" units="1/cm"/>
        </inkml:channelProperties>
      </inkml:inkSource>
      <inkml:timestamp xml:id="ts0" timeString="2023-03-18T05:38:19.049"/>
    </inkml:context>
    <inkml:brush xml:id="br0">
      <inkml:brushProperty name="width" value="0.07" units="cm"/>
      <inkml:brushProperty name="height" value="0.07" units="cm"/>
      <inkml:brushProperty name="fitToCurve" value="1"/>
    </inkml:brush>
  </inkml:definitions>
  <inkml:traceGroup>
    <inkml:annotationXML>
      <emma:emma xmlns:emma="http://www.w3.org/2003/04/emma" version="1.0">
        <emma:interpretation id="{BB54B558-3087-4651-880E-BDCC79C8C05A}" emma:medium="tactile" emma:mode="ink">
          <msink:context xmlns:msink="http://schemas.microsoft.com/ink/2010/main" type="writingRegion" rotatedBoundingBox="18788,16649 18915,16649 18915,18452 18788,18452"/>
        </emma:interpretation>
      </emma:emma>
    </inkml:annotationXML>
    <inkml:traceGroup>
      <inkml:annotationXML>
        <emma:emma xmlns:emma="http://www.w3.org/2003/04/emma" version="1.0">
          <emma:interpretation id="{8AE4F7D2-C0F7-43EB-BE7D-ED222E573E22}" emma:medium="tactile" emma:mode="ink">
            <msink:context xmlns:msink="http://schemas.microsoft.com/ink/2010/main" type="paragraph" rotatedBoundingBox="18788,16649 18915,16649 18915,18452 18788,18452" alignmentLevel="1"/>
          </emma:interpretation>
        </emma:emma>
      </inkml:annotationXML>
      <inkml:traceGroup>
        <inkml:annotationXML>
          <emma:emma xmlns:emma="http://www.w3.org/2003/04/emma" version="1.0">
            <emma:interpretation id="{5E6E7BCE-C074-4378-96B0-4FAAB51DE186}" emma:medium="tactile" emma:mode="ink">
              <msink:context xmlns:msink="http://schemas.microsoft.com/ink/2010/main" type="line" rotatedBoundingBox="18788,16649 18915,16649 18915,18452 18788,18452"/>
            </emma:interpretation>
          </emma:emma>
        </inkml:annotationXML>
        <inkml:traceGroup>
          <inkml:annotationXML>
            <emma:emma xmlns:emma="http://www.w3.org/2003/04/emma" version="1.0">
              <emma:interpretation id="{556E5E97-00E1-4CD3-91F7-8FDCF8B1475A}" emma:medium="tactile" emma:mode="ink">
                <msink:context xmlns:msink="http://schemas.microsoft.com/ink/2010/main" type="inkWord" rotatedBoundingBox="18788,16649 18915,16649 18915,18452 18788,18452"/>
              </emma:interpretation>
              <emma:one-of disjunction-type="recognition" id="oneOf0">
                <emma:interpretation id="interp0" emma:lang="en-IN" emma:confidence="0">
                  <emma:literal>I</emma:literal>
                </emma:interpretation>
                <emma:interpretation id="interp1" emma:lang="en-IN" emma:confidence="0">
                  <emma:literal>l</emma:literal>
                </emma:interpretation>
                <emma:interpretation id="interp2" emma:lang="en-IN" emma:confidence="0">
                  <emma:literal>|</emma:literal>
                </emma:interpretation>
                <emma:interpretation id="interp3" emma:lang="en-IN" emma:confidence="0">
                  <emma:literal>1</emma:literal>
                </emma:interpretation>
                <emma:interpretation id="interp4" emma:lang="en-IN" emma:confidence="0">
                  <emma:literal>\</emma:literal>
                </emma:interpretation>
              </emma:one-of>
            </emma:emma>
          </inkml:annotationXML>
          <inkml:trace contextRef="#ctx0" brushRef="#br0">393-391,'13'22,"-13"-22,12 21,1 86,-13-22,13 122,-1-50,1 7,-13 35,13-13,-13-1,12-35,1-29,-13-22,0-42,0-14,13-50,-13 7</inkml:trace>
        </inkml:traceGroup>
      </inkml:traceGroup>
    </inkml:traceGroup>
  </inkml:traceGroup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ax="4095" units="cm"/>
          <inkml:channel name="Y" type="integer" max="4095" units="cm"/>
        </inkml:traceFormat>
        <inkml:channelProperties>
          <inkml:channelProperty channel="X" name="resolution" value="132.39574" units="1/cm"/>
          <inkml:channelProperty channel="Y" name="resolution" value="235.34483" units="1/cm"/>
        </inkml:channelProperties>
      </inkml:inkSource>
      <inkml:timestamp xml:id="ts0" timeString="2023-03-18T05:38:25.691"/>
    </inkml:context>
    <inkml:brush xml:id="br0">
      <inkml:brushProperty name="width" value="0.07" units="cm"/>
      <inkml:brushProperty name="height" value="0.07" units="cm"/>
      <inkml:brushProperty name="fitToCurve" value="1"/>
    </inkml:brush>
  </inkml:definitions>
  <inkml:traceGroup>
    <inkml:annotationXML>
      <emma:emma xmlns:emma="http://www.w3.org/2003/04/emma" version="1.0">
        <emma:interpretation id="{5750FB28-DE97-419C-A19D-AACAB5B6C9C5}" emma:medium="tactile" emma:mode="ink">
          <msink:context xmlns:msink="http://schemas.microsoft.com/ink/2010/main" type="inkDrawing" rotatedBoundingBox="18375,6655 20249,16837 16190,17584 14316,7402" semanticType="callout" shapeName="Other">
            <msink:sourceLink direction="from" ref="{448C69A1-45A8-4B4A-B954-68152E3C1872}"/>
            <msink:sourceLink direction="to" ref="{448C69A1-45A8-4B4A-B954-68152E3C1872}"/>
          </msink:context>
        </emma:interpretation>
      </emma:emma>
    </inkml:annotationXML>
    <inkml:trace contextRef="#ctx0" brushRef="#br0">-1520 9390,'12'-7,"-12"21,0-14,13-7,0 14,12-7,26-7,-13 7,25-14,1 49,-26-35,12-7,-12 7,0 7,-12 8,-14 27,-12 16,-38 6,-88 256,12-35,-13 65,63-65,64-285</inkml:trace>
    <inkml:trace contextRef="#ctx0" brushRef="#br0" timeOffset="-10462.5371">-3712 1622,'0'7,"-13"0,26 1,-13 13,13 29,25 21,-13 8,13 35,0 14,0 0,0 8,0-1,13 36,-13-14,-13 21,13-14,-25 35,-1 8,1-22,-13-135,13 200,-13-94,0-27,12-37,-12 1,0-15,0-6,0-30,13 8,-13-7,0-7,13-1,-13-6,12-1,1-6,25 6,0-6,38-15,26 0,50-7,76-14,50-1,39-6,-26 7,13-8,-50 29,-13-14,-13 22,-26-1,-50 0,-25 7,-38 8,-26-22,-12 7,-26 1,13-1,0-7,25-43,-63 36</inkml:trace>
    <inkml:trace contextRef="#ctx0" brushRef="#br0" timeOffset="-8602.3257">-3180 4808,'0'7,"0"14,0-14,0 36,13 28,-1 43,-12 36,13-22,-13 86,0 57,-13-50,13 14,-12 43,-1-43,0 22,1-1,-1-35,13-192,-38 455,25-334,1-15,12-13,0-23,0-20,0-15,0 0,0-28,0-8,0-7,0 1,12-8,14 8,12-8,38 7,12-21,65-7,62-14,13 28,51-29,-13 8,0 7,-51 0,1 7,24 14,-24 0,-14 8,-24-8,-26 7,-13-6,-25 6,-13-28,1 0,-102 7</inkml:trace>
    <inkml:trace contextRef="#ctx0" brushRef="#br0" timeOffset="-382.6027">-1508 8414,'-12'28,"12"-28,-13 15,-12 20,-51 72,-38 57,-51 64,51-21,-13-43,51-122,-38 151,64-143,24 14,14 43,12-107</inkml:trace>
    <inkml:trace contextRef="#ctx0" brushRef="#br0" timeOffset="596.952">-1976 10659,'-13'14,"13"-21,0 14,-25 43,-13 35,-26 36,-12 36,26-50,-26 78,12-71,14 22,12 13,12-49,14-50,12-50</inkml:trace>
  </inkml:traceGroup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ax="4095" units="cm"/>
          <inkml:channel name="Y" type="integer" max="4095" units="cm"/>
        </inkml:traceFormat>
        <inkml:channelProperties>
          <inkml:channelProperty channel="X" name="resolution" value="132.39574" units="1/cm"/>
          <inkml:channelProperty channel="Y" name="resolution" value="235.34483" units="1/cm"/>
        </inkml:channelProperties>
      </inkml:inkSource>
      <inkml:timestamp xml:id="ts0" timeString="2023-03-18T05:38:26.639"/>
    </inkml:context>
    <inkml:brush xml:id="br0">
      <inkml:brushProperty name="width" value="0.07" units="cm"/>
      <inkml:brushProperty name="height" value="0.07" units="cm"/>
      <inkml:brushProperty name="fitToCurve" value="1"/>
    </inkml:brush>
  </inkml:definitions>
  <inkml:traceGroup>
    <inkml:annotationXML>
      <emma:emma xmlns:emma="http://www.w3.org/2003/04/emma" version="1.0">
        <emma:interpretation id="{09B72868-A8FD-4FBF-A6D7-69526D7B9980}" emma:medium="tactile" emma:mode="ink">
          <msink:context xmlns:msink="http://schemas.microsoft.com/ink/2010/main" type="inkDrawing" rotatedBoundingBox="15796,14529 18821,17367 17241,19051 14216,16213" semanticType="callout" shapeName="Other">
            <msink:sourceLink direction="to" ref="{BEEBD6F3-C861-4117-B085-967C87CDD197}"/>
            <msink:sourceLink direction="from" ref="{448C69A1-45A8-4B4A-B954-68152E3C1872}"/>
          </msink:context>
        </emma:interpretation>
      </emma:emma>
    </inkml:annotationXML>
    <inkml:trace contextRef="#ctx0" brushRef="#br0">-1748 11877,'12'-35,"-24"-8,12 43,25 28,13-42,25 7,26-7,12 14,14-7,-27-1,-37 16,0-1,-13 7,-13 36,-38 43,-88 177,-77 108,14 0,24 78,140-456</inkml:trace>
    <inkml:trace contextRef="#ctx0" brushRef="#br0" timeOffset="-7880.1568">-3142 8948,'0'7,"0"1,0-8,0 7,-13 35,13 65,-25-14,12 21,-25 64,13-14,0 28,-13-28,0-14,12 7,1-8,0 8,-1-43,26-7,0-7,26 50,-1-72,13 7,89 208,-1-179,65 7,11-128,52-93,-14 50,26-7,0 43,0 7,1 35,-14 29,-25 14,-25 22,-26-22,-177-78,13-7,-1 14,52-36,-1-14,-12 1,-51 49</inkml:trace>
  </inkml:traceGroup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ax="4095" units="cm"/>
          <inkml:channel name="Y" type="integer" max="4095" units="cm"/>
        </inkml:traceFormat>
        <inkml:channelProperties>
          <inkml:channelProperty channel="X" name="resolution" value="132.39574" units="1/cm"/>
          <inkml:channelProperty channel="Y" name="resolution" value="235.34483" units="1/cm"/>
        </inkml:channelProperties>
      </inkml:inkSource>
      <inkml:timestamp xml:id="ts0" timeString="2023-03-18T05:38:19.729"/>
    </inkml:context>
    <inkml:brush xml:id="br0">
      <inkml:brushProperty name="width" value="0.07" units="cm"/>
      <inkml:brushProperty name="height" value="0.07" units="cm"/>
      <inkml:brushProperty name="fitToCurve" value="1"/>
    </inkml:brush>
  </inkml:definitions>
  <inkml:traceGroup>
    <inkml:annotationXML>
      <emma:emma xmlns:emma="http://www.w3.org/2003/04/emma" version="1.0">
        <emma:interpretation id="{7974E062-ED2F-4268-BBDE-0E9F4F9565A6}" emma:medium="tactile" emma:mode="ink">
          <msink:context xmlns:msink="http://schemas.microsoft.com/ink/2010/main" type="inkDrawing" rotatedBoundingBox="18652,16784 21290,17153 21028,19026 18391,18658" semanticType="callout" shapeName="Other">
            <msink:sourceLink direction="with" ref="{BEEBD6F3-C861-4117-B085-967C87CDD197}"/>
          </msink:context>
        </emma:interpretation>
      </emma:emma>
    </inkml:annotationXML>
    <inkml:trace contextRef="#ctx0" brushRef="#br0">811 51,'13'14,"0"-7,-13-14,0 7,12-14,26 21,51-35,25 28,25-7,13 14,26-36,-39 36,-25 0,13-28,-26 35,-12-7,-26-7,26 43,-26-21,1 35,12 35,-38-49,12 21,-12-14,0 7,13 36,-26-43,-12 85,0-28,-13 21,0 8,-13-22,0-8,1-27,-1-22,13-22,0 1,-13-15,13-6,-12-1,-1 0,-38 0,-63-6,-25-1,-102-7,13 0,-38 7,-51 7,51-7,-12 15,62-22,39 7,25-29,38 8,12-29,102 43</inkml:trace>
  </inkml:traceGroup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ax="4095" units="cm"/>
          <inkml:channel name="Y" type="integer" max="4095" units="cm"/>
        </inkml:traceFormat>
        <inkml:channelProperties>
          <inkml:channelProperty channel="X" name="resolution" value="132.39574" units="1/cm"/>
          <inkml:channelProperty channel="Y" name="resolution" value="235.34483" units="1/cm"/>
        </inkml:channelProperties>
      </inkml:inkSource>
      <inkml:timestamp xml:id="ts0" timeString="2023-03-18T05:38:30.947"/>
    </inkml:context>
    <inkml:brush xml:id="br0">
      <inkml:brushProperty name="width" value="0.07" units="cm"/>
      <inkml:brushProperty name="height" value="0.07" units="cm"/>
      <inkml:brushProperty name="fitToCurve" value="1"/>
    </inkml:brush>
  </inkml:definitions>
  <inkml:traceGroup>
    <inkml:annotationXML>
      <emma:emma xmlns:emma="http://www.w3.org/2003/04/emma" version="1.0">
        <emma:interpretation id="{40F7FDEA-844E-4B80-AFA8-52FE081934E5}" emma:medium="tactile" emma:mode="ink">
          <msink:context xmlns:msink="http://schemas.microsoft.com/ink/2010/main" type="writingRegion" rotatedBoundingBox="24187,5246 25359,17823 19157,18402 17985,5824">
            <msink:destinationLink direction="with" ref="{83D34A95-3EBB-42DE-A045-A935FCCE3B2D}"/>
          </msink:context>
        </emma:interpretation>
      </emma:emma>
    </inkml:annotationXML>
    <inkml:traceGroup>
      <inkml:annotationXML>
        <emma:emma xmlns:emma="http://www.w3.org/2003/04/emma" version="1.0">
          <emma:interpretation id="{01F20885-70FB-4B1A-9DB2-C44CF20AC4C9}" emma:medium="tactile" emma:mode="ink">
            <msink:context xmlns:msink="http://schemas.microsoft.com/ink/2010/main" type="paragraph" rotatedBoundingBox="24187,5246 25359,17823 19157,18402 17985,5824" alignmentLevel="1"/>
          </emma:interpretation>
        </emma:emma>
      </inkml:annotationXML>
      <inkml:traceGroup>
        <inkml:annotationXML>
          <emma:emma xmlns:emma="http://www.w3.org/2003/04/emma" version="1.0">
            <emma:interpretation id="{79FD0153-3405-40F1-AB49-837626770465}" emma:medium="tactile" emma:mode="ink">
              <msink:context xmlns:msink="http://schemas.microsoft.com/ink/2010/main" type="line" rotatedBoundingBox="24187,5246 25359,17823 19157,18402 17985,5824"/>
            </emma:interpretation>
          </emma:emma>
        </inkml:annotationXML>
        <inkml:traceGroup>
          <inkml:annotationXML>
            <emma:emma xmlns:emma="http://www.w3.org/2003/04/emma" version="1.0">
              <emma:interpretation id="{BEEBD6F3-C861-4117-B085-967C87CDD197}" emma:medium="tactile" emma:mode="ink">
                <msink:context xmlns:msink="http://schemas.microsoft.com/ink/2010/main" type="inkWord" rotatedBoundingBox="24187,5246 25359,17823 19157,18402 17985,5824">
                  <msink:destinationLink direction="with" ref="{7974E062-ED2F-4268-BBDE-0E9F4F9565A6}"/>
                  <msink:destinationLink direction="to" ref="{09B72868-A8FD-4FBF-A6D7-69526D7B9980}"/>
                  <msink:destinationLink direction="from" ref="{07656B6F-6011-4C34-8668-8846F91F7694}"/>
                </msink:context>
              </emma:interpretation>
              <emma:one-of disjunction-type="recognition" id="oneOf0">
                <emma:interpretation id="interp0" emma:lang="en-IN" emma:confidence="0">
                  <emma:literal>truthier</emma:literal>
                </emma:interpretation>
                <emma:interpretation id="interp1" emma:lang="en-IN" emma:confidence="0">
                  <emma:literal>truffe</emma:literal>
                </emma:interpretation>
                <emma:interpretation id="interp2" emma:lang="en-IN" emma:confidence="0">
                  <emma:literal>*ruff</emma:literal>
                </emma:interpretation>
                <emma:interpretation id="interp3" emma:lang="en-IN" emma:confidence="0">
                  <emma:literal>train If</emma:literal>
                </emma:interpretation>
                <emma:interpretation id="interp4" emma:lang="en-IN" emma:confidence="0">
                  <emma:literal>*A If</emma:literal>
                </emma:interpretation>
              </emma:one-of>
            </emma:emma>
          </inkml:annotationXML>
          <inkml:trace contextRef="#ctx0" brushRef="#br0">-2115-10261,'-13'-21,"0"6,1 8,12 0,-13 0,13 7,0-7,-13 0,13 7,0-7,0 7,-12-7,12 7,12 0,14-8,75 8,76 8,140 6,-13 0,51-7,-51 15,-13-1,-63-7,-63-14,0 14,-64-6,-25-8,-25-8,-13 1,0-57,-38 64</inkml:trace>
          <inkml:trace contextRef="#ctx0" brushRef="#br0" timeOffset="349.7186">-126-10738,'25'21,"0"-7,51 57,51 15,76 21,37 0,14 7,-13 7,-229-114,1 14,0 8,-13 7,-26 49,-75 65,-127 121,-38 14,-38 42,25-13,26 0,101-51,152-263</inkml:trace>
          <inkml:trace contextRef="#ctx0" brushRef="#br0" timeOffset="5729.4086">-1786-11209,'0'-35,"0"27,0 1,0 7,0 0,13 7,-13 1,0-1,12 36,-12 14,-12 71,-14-21,-50 14,0-7,-25 21,-26 43,26-35,0 7,25-36,25-7,25-22,14-7,12 1,25 6,64 44,76 6,75 8,166 42,-406-185</inkml:trace>
          <inkml:trace contextRef="#ctx0" brushRef="#br0" timeOffset="6438.3994">-557-7011,'13'14,"-13"0,0-14,0 15,-13 27,-38 30,-50 56,-26-28,-50 21,37-29,39-27,12-16,39-6,12 0,12 0,1 7,38 7,12 35,64 65,63 71,38-21,25 28,-215-235</inkml:trace>
          <inkml:trace contextRef="#ctx0" brushRef="#br0" timeOffset="1369.7663">-50-6591,'-13'-7,"26"7,-13 0,0 0,38 7,38 22,25 6,64 1,-13 7,-26 0,-11-1,-14 15,-25 0,-13 7,-25 8,-12 20,-26 15,-26 57,-62 50,-64 21,-102 143,-50-43,-25 28,329-363</inkml:trace>
          <inkml:trace contextRef="#ctx0" brushRef="#br0" timeOffset="1010.8119">-1837-5964,'0'-21,"0"21,0 0,0 0,13 0,25 0,38-7,51 7,63 0,38-14,0 6,0 1,-13 0,-37 7,-14 7,-37 8,12-1,-50-7,0-7,-89 0</inkml:trace>
          <inkml:trace contextRef="#ctx0" brushRef="#br0" timeOffset="-14798.5357">-3686-6783,'25'-36,"-25"8,13 21,-13 7,0 0,0-15,38 1,12-22,39-13,25 13,13-7,12 7,13-13,25 13,-50 43,0 7,0 29,-1 21,-12 36,-25-7,0 42,-26 8,13 6,-25-20,12 27,-25-49,0 43,-25-79,-1 72,-12-58,-12-42,-14 42,-12 8,-50 14,-52 14,-88-71,-152 100,0-36,-51-22,39-49,24-22,89-70,89-80,76 58,114 71</inkml:trace>
          <inkml:trace contextRef="#ctx0" brushRef="#br0" timeOffset="-15388.0552">-3902-6911,'0'-8,"0"58,0-50,0 0,13 43,-13 28,25 43,1 29,-1 21,0 50,1 35,-26-92,0 7,0 49,-13 8,13-64,0 21,0-99,13 28,12-43,-25-64</inkml:trace>
          <inkml:trace contextRef="#ctx0" brushRef="#br0" timeOffset="1900.4574">-1697-2201,'0'7,"0"-7,0 0,12 7,14-7,50 0,38 0,38 0,38-7,12-7,14 0,-13 0,-26 6,-12-6,-13 7,12 0,-12 0,26 0,-1-22,-177 29</inkml:trace>
          <inkml:trace contextRef="#ctx0" brushRef="#br0" timeOffset="2230.071">380-2849,'13'28,"-13"-35,0 7,0 0,13 7,25 7,38 22,25 21,1 7,24 22,-12-1,-25 1,-13-1,-38 1,0 21,-38-22,-51 43,-63 115,-63-15,-89 142,0-77,266-293</inkml:trace>
          <inkml:trace contextRef="#ctx0" brushRef="#br0" timeOffset="2701.772">-2331 1184,'13'0,"-13"-7,0 14,0-7,13 0,50 7,51 8,25-15,39-15,50 1,12-29,14 8,12 28,-13-15,-12-6,-13-8,0-14,-38-21,-63 35,-127 36</inkml:trace>
          <inkml:trace contextRef="#ctx0" brushRef="#br0" timeOffset="3010.4947">0 1,'0'-7,"26"7,-26 0,38 7,12 15,39 6,12 22,13-22,-25 30,0-1,-39-22,14 44,-26-8,-25-7,-39 57,-75 72,-51-8,-38 57,190-242</inkml:trace>
          <inkml:trace contextRef="#ctx0" brushRef="#br0" timeOffset="7100.565">-1089-3049,'12'-14,"-12"21,0-7,0 0,0 0,0 0,0 0,-12 21,-1-6,-12 6,-13 15,0-1,-13 8,13 0,0 0,25 6,13 1,26 43,24 35,52 57,12-28,38 7,38 50,-190-214</inkml:trace>
        </inkml:traceGroup>
      </inkml:traceGroup>
    </inkml:traceGroup>
  </inkml:traceGroup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ax="4095" units="cm"/>
          <inkml:channel name="Y" type="integer" max="4095" units="cm"/>
        </inkml:traceFormat>
        <inkml:channelProperties>
          <inkml:channelProperty channel="X" name="resolution" value="132.39574" units="1/cm"/>
          <inkml:channelProperty channel="Y" name="resolution" value="235.34483" units="1/cm"/>
        </inkml:channelProperties>
      </inkml:inkSource>
      <inkml:timestamp xml:id="ts0" timeString="2023-03-18T05:38:42.352"/>
    </inkml:context>
    <inkml:brush xml:id="br0">
      <inkml:brushProperty name="width" value="0.07" units="cm"/>
      <inkml:brushProperty name="height" value="0.07" units="cm"/>
      <inkml:brushProperty name="fitToCurve" value="1"/>
    </inkml:brush>
  </inkml:definitions>
  <inkml:traceGroup>
    <inkml:annotationXML>
      <emma:emma xmlns:emma="http://www.w3.org/2003/04/emma" version="1.0">
        <emma:interpretation id="{83D34A95-3EBB-42DE-A045-A935FCCE3B2D}" emma:medium="tactile" emma:mode="ink">
          <msink:context xmlns:msink="http://schemas.microsoft.com/ink/2010/main" type="inkDrawing" rotatedBoundingBox="24605,17780 25503,4591 26152,4635 25255,17824" semanticType="verticalRange" shapeName="Other">
            <msink:sourceLink direction="with" ref="{40F7FDEA-844E-4B80-AFA8-52FE081934E5}"/>
          </msink:context>
        </emma:interpretation>
      </emma:emma>
    </inkml:annotationXML>
    <inkml:trace contextRef="#ctx0" brushRef="#br0">444 0,'25'71,"13"8,13 99,25 57,0 43,0 71,-13 50,-25 15,-12 20,-39 23,-25 13,-25 29,-39 21,-12 36,-25 28,12 29,13 7,25 29,26-8,12 22,26-43,12 0,13-86,0-14,26-35,-14-15,1-42,-13 14,-13-50,13-392</inkml:trace>
  </inkml:traceGroup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ax="4095" units="cm"/>
          <inkml:channel name="Y" type="integer" max="4095" units="cm"/>
        </inkml:traceFormat>
        <inkml:channelProperties>
          <inkml:channelProperty channel="X" name="resolution" value="132.39574" units="1/cm"/>
          <inkml:channelProperty channel="Y" name="resolution" value="235.34483" units="1/cm"/>
        </inkml:channelProperties>
      </inkml:inkSource>
      <inkml:timestamp xml:id="ts0" timeString="2023-03-18T05:38:41.598"/>
    </inkml:context>
    <inkml:brush xml:id="br0">
      <inkml:brushProperty name="width" value="0.07" units="cm"/>
      <inkml:brushProperty name="height" value="0.07" units="cm"/>
      <inkml:brushProperty name="fitToCurve" value="1"/>
    </inkml:brush>
  </inkml:definitions>
  <inkml:traceGroup>
    <inkml:annotationXML>
      <emma:emma xmlns:emma="http://www.w3.org/2003/04/emma" version="1.0">
        <emma:interpretation id="{0ABBC3FF-3B5F-4378-BB35-48DD4464B4F5}" emma:medium="tactile" emma:mode="ink">
          <msink:context xmlns:msink="http://schemas.microsoft.com/ink/2010/main" type="inkDrawing" rotatedBoundingBox="23877,19749 24082,4528 24561,4535 24356,19756" shapeName="Other"/>
        </emma:interpretation>
      </emma:emma>
    </inkml:annotationXML>
    <inkml:trace contextRef="#ctx0" brushRef="#br0">501 0,'25'7,"-12"-7,-13 0,0 7,0-7,0 15,-13-1,13 22,-13 13,1 37,-14 49,14 22,-14 135,1-49,-26 163,-25 107,13 7,0 36,12-29,0-13,39-23,24-6,1-36,12 14,1 0,-14 36,14 21,-26 50,-26 22,-12 35,-12-7,12 21,25-42,38-7,13-51,26-28,-1-128,13 28,-13-78,-25 0,-12-64,-26-29,-13-42,0-36,1-29,24-149,-12 14</inkml:trace>
  </inkml:traceGroup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ax="4095" units="cm"/>
          <inkml:channel name="Y" type="integer" max="4095" units="cm"/>
        </inkml:traceFormat>
        <inkml:channelProperties>
          <inkml:channelProperty channel="X" name="resolution" value="132.39574" units="1/cm"/>
          <inkml:channelProperty channel="Y" name="resolution" value="235.34483" units="1/cm"/>
        </inkml:channelProperties>
      </inkml:inkSource>
      <inkml:timestamp xml:id="ts0" timeString="2023-03-18T05:38:38.857"/>
    </inkml:context>
    <inkml:brush xml:id="br0">
      <inkml:brushProperty name="width" value="0.07" units="cm"/>
      <inkml:brushProperty name="height" value="0.07" units="cm"/>
      <inkml:brushProperty name="fitToCurve" value="1"/>
    </inkml:brush>
  </inkml:definitions>
  <inkml:traceGroup>
    <inkml:annotationXML>
      <emma:emma xmlns:emma="http://www.w3.org/2003/04/emma" version="1.0">
        <emma:interpretation id="{07656B6F-6011-4C34-8668-8846F91F7694}" emma:medium="tactile" emma:mode="ink">
          <msink:context xmlns:msink="http://schemas.microsoft.com/ink/2010/main" type="inkDrawing" rotatedBoundingBox="21166,18236 21768,16810 23342,17475 22741,18901" semanticType="callout" shapeName="Other">
            <msink:sourceLink direction="to" ref="{5A166CB8-08FD-477B-BD9B-ADF220336493}"/>
            <msink:sourceLink direction="from" ref="{BEEBD6F3-C861-4117-B085-967C87CDD197}"/>
          </msink:context>
        </emma:interpretation>
      </emma:emma>
    </inkml:annotationXML>
    <inkml:trace contextRef="#ctx0" brushRef="#br0">-975 358,'12'-36,"-24"-35,12 78,0 0,0 21,-26 22,-37 29,-38 20,-13 44,0-57,0-1,12-14,1-7,38-28,12 0,0 6,26-20,12 21,26-15,25 36,63 29,64 7,177 142,13-43,63 65,-418-264</inkml:trace>
  </inkml:traceGroup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ax="4095" units="cm"/>
          <inkml:channel name="Y" type="integer" max="4095" units="cm"/>
        </inkml:traceFormat>
        <inkml:channelProperties>
          <inkml:channelProperty channel="X" name="resolution" value="132.39574" units="1/cm"/>
          <inkml:channelProperty channel="Y" name="resolution" value="235.34483" units="1/cm"/>
        </inkml:channelProperties>
      </inkml:inkSource>
      <inkml:timestamp xml:id="ts0" timeString="2023-03-18T05:39:01.555"/>
    </inkml:context>
    <inkml:brush xml:id="br0">
      <inkml:brushProperty name="width" value="0.07" units="cm"/>
      <inkml:brushProperty name="height" value="0.07" units="cm"/>
      <inkml:brushProperty name="fitToCurve" value="1"/>
    </inkml:brush>
  </inkml:definitions>
  <inkml:traceGroup>
    <inkml:annotationXML>
      <emma:emma xmlns:emma="http://www.w3.org/2003/04/emma" version="1.0">
        <emma:interpretation id="{F25958FD-01BD-4614-8841-45AC03AC4D0E}" emma:medium="tactile" emma:mode="ink">
          <msink:context xmlns:msink="http://schemas.microsoft.com/ink/2010/main" type="writingRegion" rotatedBoundingBox="18910,935 26066,1493 25900,3623 18744,3065"/>
        </emma:interpretation>
      </emma:emma>
    </inkml:annotationXML>
    <inkml:traceGroup>
      <inkml:annotationXML>
        <emma:emma xmlns:emma="http://www.w3.org/2003/04/emma" version="1.0">
          <emma:interpretation id="{E2060A1B-F385-4AA6-B5AE-A9DE8583787D}" emma:medium="tactile" emma:mode="ink">
            <msink:context xmlns:msink="http://schemas.microsoft.com/ink/2010/main" type="paragraph" rotatedBoundingBox="18910,935 26066,1493 25900,3623 18744,3065" alignmentLevel="1"/>
          </emma:interpretation>
        </emma:emma>
      </inkml:annotationXML>
      <inkml:traceGroup>
        <inkml:annotationXML>
          <emma:emma xmlns:emma="http://www.w3.org/2003/04/emma" version="1.0">
            <emma:interpretation id="{6D865C8E-2D84-45E5-8304-77DC1F90794A}" emma:medium="tactile" emma:mode="ink">
              <msink:context xmlns:msink="http://schemas.microsoft.com/ink/2010/main" type="line" rotatedBoundingBox="18910,935 26066,1493 25900,3623 18744,3065"/>
            </emma:interpretation>
          </emma:emma>
        </inkml:annotationXML>
        <inkml:traceGroup>
          <inkml:annotationXML>
            <emma:emma xmlns:emma="http://www.w3.org/2003/04/emma" version="1.0">
              <emma:interpretation id="{58ECC297-0379-45E0-8EEF-1DFF2765343A}" emma:medium="tactile" emma:mode="ink">
                <msink:context xmlns:msink="http://schemas.microsoft.com/ink/2010/main" type="inkWord" rotatedBoundingBox="18910,935 26066,1493 25900,3623 18744,3065"/>
              </emma:interpretation>
              <emma:one-of disjunction-type="recognition" id="oneOf0">
                <emma:interpretation id="interp0" emma:lang="en-IN" emma:confidence="0">
                  <emma:literal>01051</emma:literal>
                </emma:interpretation>
                <emma:interpretation id="interp1" emma:lang="en-IN" emma:confidence="0">
                  <emma:literal>Oto 511</emma:literal>
                </emma:interpretation>
                <emma:interpretation id="interp2" emma:lang="en-IN" emma:confidence="0">
                  <emma:literal>Oto 51</emma:literal>
                </emma:interpretation>
                <emma:interpretation id="interp3" emma:lang="en-IN" emma:confidence="0">
                  <emma:literal>0051</emma:literal>
                </emma:interpretation>
                <emma:interpretation id="interp4" emma:lang="en-IN" emma:confidence="0">
                  <emma:literal>O 00511</emma:literal>
                </emma:interpretation>
              </emma:one-of>
            </emma:emma>
          </inkml:annotationXML>
          <inkml:trace contextRef="#ctx0" brushRef="#br0">395 355,'-13'-57,"-12"71,12-7,-12-7,-13 29,0-22,-26 57,14 15,-14 6,39 15,0-29,12 8,13-1,25 15,1-15,24-7,14 8,37-15,26-22,12-34,13-1,13-36,0-6,-26-37,-25 22,-38-21,-13-29,-25 36,-25 29,0-58,-13 65,-26 63,-100-256,-26 72,-26-65,-12 100,0 21,0 65,178 70,-26 8,0-14,38-36</inkml:trace>
          <inkml:trace contextRef="#ctx0" brushRef="#br0" timeOffset="1198.1016">2169 562,'12'-7,"-12"-8,0 15,13 7,25-7,38-14,25 14,26-21,0 7,-13 6,0 1,-26 0,14 21,-14 8,-12 13,-12-20,-1 13,13 58,-38-51,-12 1,-14-15,1 22,0 36,-13-1,0-7,12 8,-12-1,13 22,25-8,0-13,25-15,13-7,0-29,-12-13,-14-15,14-22,-26-6,25-29,-25 21,13-64,-39-21,-12 14,-25-14,-26-21,-50-8,-13 29,-13 42,1-6,-1 21,25 14,39 43,63 7</inkml:trace>
          <inkml:trace contextRef="#ctx0" brushRef="#br0" timeOffset="559.6273">2903 20,'0'-14,"-12"7,12 7,0 7,0-7,0 28,0 8,0 7,-13 21,0 64,13-14,-12 0,12 14,0 44,0-37,0 7,0 1,-13 0,13-44,-13-20,13-44,-25-28,25-7</inkml:trace>
          <inkml:trace contextRef="#ctx0" brushRef="#br0" timeOffset="2339.1723">5564 213,'0'-15,"-13"22,13-7,0 0,0 8,-25-1,12-7,-37 14,-14 29,1 7,0-15,-1 51,14-29,24-7,14 21,12 21,12 8,52 21,-1-21,13 14,-13-35,13 13,-25-20,-13-15,0-8,-25-13,-1 7,-12-8,-12 15,-1-7,-38 21,-25-14,-25 0,-13-22,0-13,25-15,-25-36,51-21,63 57</inkml:trace>
          <inkml:trace contextRef="#ctx0" brushRef="#br0" timeOffset="2578.8821">5349 348,'25'-7,"-38"-29,51 43,76-57,64 65,100-1,26 7,38-28,-37 0,-14 14,-291-7</inkml:trace>
          <inkml:trace contextRef="#ctx0" brushRef="#br0" timeOffset="2929.0674">6514 647,'25'43,"-37"-86,12 43,0 29,-13 21,0 49,-12 23,-13 27,-13-13,1-8,-1-7,13-14,13-36,12-7,0-21,1-7,12-8,12 1,1-22,-13-7</inkml:trace>
          <inkml:trace contextRef="#ctx0" brushRef="#br0" timeOffset="3432.8762">7110 726,'12'42,"-12"-77,13 106,0-57,-1 72,1 35,-13 57,-25 79,-13-8,-38 136,12-50,64-335</inkml:trace>
        </inkml:traceGroup>
      </inkml:traceGroup>
    </inkml:traceGroup>
  </inkml:traceGroup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ax="4095" units="cm"/>
          <inkml:channel name="Y" type="integer" max="4095" units="cm"/>
        </inkml:traceFormat>
        <inkml:channelProperties>
          <inkml:channelProperty channel="X" name="resolution" value="132.39574" units="1/cm"/>
          <inkml:channelProperty channel="Y" name="resolution" value="235.34483" units="1/cm"/>
        </inkml:channelProperties>
      </inkml:inkSource>
      <inkml:timestamp xml:id="ts0" timeString="2023-03-18T05:38:24.272"/>
    </inkml:context>
    <inkml:brush xml:id="br0">
      <inkml:brushProperty name="width" value="0.07" units="cm"/>
      <inkml:brushProperty name="height" value="0.07" units="cm"/>
      <inkml:brushProperty name="fitToCurve" value="1"/>
    </inkml:brush>
  </inkml:definitions>
  <inkml:traceGroup>
    <inkml:annotationXML>
      <emma:emma xmlns:emma="http://www.w3.org/2003/04/emma" version="1.0">
        <emma:interpretation id="{0C963927-9484-400F-A978-0252B6CA8899}" emma:medium="tactile" emma:mode="ink">
          <msink:context xmlns:msink="http://schemas.microsoft.com/ink/2010/main" type="writingRegion" rotatedBoundingBox="19608,3428 18879,12459 13554,12029 14283,2998"/>
        </emma:interpretation>
      </emma:emma>
    </inkml:annotationXML>
    <inkml:traceGroup>
      <inkml:annotationXML>
        <emma:emma xmlns:emma="http://www.w3.org/2003/04/emma" version="1.0">
          <emma:interpretation id="{44C441D1-A843-4AEC-8C83-562F4CE044DB}" emma:medium="tactile" emma:mode="ink">
            <msink:context xmlns:msink="http://schemas.microsoft.com/ink/2010/main" type="paragraph" rotatedBoundingBox="19608,3428 18879,12459 14508,12106 15237,3075" alignmentLevel="1"/>
          </emma:interpretation>
        </emma:emma>
      </inkml:annotationXML>
      <inkml:traceGroup>
        <inkml:annotationXML>
          <emma:emma xmlns:emma="http://www.w3.org/2003/04/emma" version="1.0">
            <emma:interpretation id="{54E7733B-1CA5-4B0F-9D16-8C0F13EC7F60}" emma:medium="tactile" emma:mode="ink">
              <msink:context xmlns:msink="http://schemas.microsoft.com/ink/2010/main" type="line" rotatedBoundingBox="19608,3428 18879,12459 14508,12106 15237,3075"/>
            </emma:interpretation>
          </emma:emma>
        </inkml:annotationXML>
        <inkml:traceGroup>
          <inkml:annotationXML>
            <emma:emma xmlns:emma="http://www.w3.org/2003/04/emma" version="1.0">
              <emma:interpretation id="{448C69A1-45A8-4B4A-B954-68152E3C1872}" emma:medium="tactile" emma:mode="ink">
                <msink:context xmlns:msink="http://schemas.microsoft.com/ink/2010/main" type="inkWord" rotatedBoundingBox="14508,12106 15237,3075 19608,3428 18879,12459">
                  <msink:destinationLink direction="from" ref="{5750FB28-DE97-419C-A19D-AACAB5B6C9C5}"/>
                  <msink:destinationLink direction="to" ref="{5750FB28-DE97-419C-A19D-AACAB5B6C9C5}"/>
                  <msink:destinationLink direction="from" ref="{09B72868-A8FD-4FBF-A6D7-69526D7B9980}"/>
                </msink:context>
              </emma:interpretation>
              <emma:one-of disjunction-type="recognition" id="oneOf0">
                <emma:interpretation id="interp0" emma:lang="en-IN" emma:confidence="0">
                  <emma:literal>of</emma:literal>
                </emma:interpretation>
                <emma:interpretation id="interp1" emma:lang="en-IN" emma:confidence="0">
                  <emma:literal>office</emma:literal>
                </emma:interpretation>
                <emma:interpretation id="interp2" emma:lang="en-IN" emma:confidence="0">
                  <emma:literal>% *</emma:literal>
                </emma:interpretation>
                <emma:interpretation id="interp3" emma:lang="en-IN" emma:confidence="0">
                  <emma:literal>% I</emma:literal>
                </emma:interpretation>
                <emma:interpretation id="interp4" emma:lang="en-IN" emma:confidence="0">
                  <emma:literal>often</emma:literal>
                </emma:interpretation>
              </emma:one-of>
            </emma:emma>
          </inkml:annotationXML>
          <inkml:trace contextRef="#ctx0" brushRef="#br0">-5904-6705,'13'7,"-13"8,-13 42,1-22,-39 51,-12 63,-13 22,-38 8,12 6,-37 14,50-56,13-36,38-43,38-28,0-36</inkml:trace>
          <inkml:trace contextRef="#ctx0" brushRef="#br0" timeOffset="-1553.7902">-5701-10076,'-13'22,"13"-22,0 0,-12 28,-14 22,-50 57,-25 43,-76 78,-26-7,-76 156,26-27,0 49,253-399</inkml:trace>
          <inkml:trace contextRef="#ctx0" brushRef="#br0" timeOffset="45132.1412">-4320-13325,'-13'-29,"13"29,0-7,0 7,0 0,-12-7,-1-7,0 7,-12-1,0 8,-26 0,-12 22,-13 13,0 15,-13 29,26-1,12-7,26 15,12-15,26 8,12 6,51 1,25-29,1-15,-14-35,1-7,12-21,-12-15,-13-21,-25 0,0-7,-39 0,-12-7,-12-43,-52-7,-25 14,-12 28,-13 30,-25 34,-1 51,140-36</inkml:trace>
          <inkml:trace contextRef="#ctx0" brushRef="#br0" timeOffset="44470.6879">-5980-13411,'-12'0,"12"0,0 0,0 0,0 0,-13 0,13 0,-25 7,-13 15,0 6,-13 15,0 7,13 0,13 14,0-14,12 28,13 15,25-1,26 15,12-14,13-22,-12-42,-1-1,-12-14,-13-14,12-7,-12-14,13-8,-13-20,-13-16,-25 1,-12-28,-14-15,-12-14,0 7,-12 14,-1 21,13 22,0 15,0 6,0 15,0 6,13 15,25 0</inkml:trace>
          <inkml:trace contextRef="#ctx0" brushRef="#br0" timeOffset="-10823.345">-8539-11643,'26'0,"-39"-15,13 15,0 0,0 0,13 0,12-7,26-7,63-15,25 1,64-36,12 14,0-7,39-7,-39 14,-215 50</inkml:trace>
          <inkml:trace contextRef="#ctx0" brushRef="#br0" timeOffset="-544.5445">-6018-9071,'26'0,"-26"0,12 0,26-7,26 0,-1-7,0-1,1 15,-26-7,0 7,0-7,-13 21,1 1,-1 35,-25 21,-25 71,-13 44,-64 92,102-278</inkml:trace>
          <inkml:trace contextRef="#ctx0" brushRef="#br0" timeOffset="-11032.8564">-9020-12755,'12'-29,"-12"36,0-7,0 0,13 0,25 8,51-16,25-6,13-7,-1-8,-12 8,13 0,-38-1,-26 15,-25 0,0 7,-25 7,12 7,-12 8,-1 20,-12 8,0 14,0 22,0 7,-12 28,-1-29,0 15,-12-7,12 7,1-22,-14 8,14 14,-14-29,14 1,-14-15,26-28,-12-15,-1-14,13-7,0 0</inkml:trace>
          <inkml:trace contextRef="#ctx0" brushRef="#br0" timeOffset="47600.7914">-6018-12043,'-12'8,"12"-16,0 8,0 8,-13 6,-12 36,-1 0,-12 7,13 0,0-22,-1 37,1 13,25-21,0-28,0 7,25-1,39 22,-1-35,0-22,13 0,26-64,-39 14,0 8,1-8,-26-28,-25 0,-1 14,-12 0,0 14,-25-7,0 14,-14-7,-11 8,12 13,0 15,0 7,0 0,38 0</inkml:trace>
          <inkml:trace contextRef="#ctx0" brushRef="#br0" timeOffset="47870.1867">-3990-11943,'12'22,"-24"6,12-14,0 29,-13 0,13 92,13-21,-13 0,25 15,0-51,26-28,-51-50</inkml:trace>
          <inkml:trace contextRef="#ctx0" brushRef="#br0" timeOffset="49653.2342">-6486-10888,'-26'-14,"1"14,-13 42,38-27,-13 13,1 1,12 13,0 8,0 7,12 0,14 8,-1-16,13 37,0 14,13-1,-1 15,-12-28,-12-22,-1 0,-12-14,12-7,-25-22,13 8,-13-15,0-7,0 15,0-22</inkml:trace>
          <inkml:trace contextRef="#ctx0" brushRef="#br0" timeOffset="49919.2189">-5676-10553,'-12'-21,"12"6,0 15,0 0,0 15,0-1,-13 14,0 15,13 21,-12 15,-14 42,1-7,0-7,-1-29,26-28,0-50</inkml:trace>
          <inkml:trace contextRef="#ctx0" brushRef="#br0" timeOffset="50549.655">-4523-10389,'-63'7,"50"0,-12 0,0 7,-1 1,-12-1,0 22,-12 28,12-14,0 14,12-14,1-15,12 1,1-8,12 22,0-43,12 22,14-22,24 0,1-14,25-14,0-15,13-7,-13-14,-13 0,-25 7,-13 8,-12 6,-13 15,-25-8,-51 8,-26 21,-75 28,-51 72,114-43,114-57</inkml:trace>
          <inkml:trace contextRef="#ctx0" brushRef="#br0" timeOffset="51049.2483">-5828-8821,'0'21,"0"-21,0 78,0-56,0 49,0 29,0 49,13 30,-13-30,13 15,12-64,13-22,13-28,-51-50</inkml:trace>
          <inkml:trace contextRef="#ctx0" brushRef="#br0" timeOffset="51232.462">-4231-7995,'-13'15,"13"20,-13 58,-25 106,26 108,12 14,0-321</inkml:trace>
        </inkml:traceGroup>
      </inkml:traceGroup>
    </inkml:traceGroup>
    <inkml:traceGroup>
      <inkml:annotationXML>
        <emma:emma xmlns:emma="http://www.w3.org/2003/04/emma" version="1.0">
          <emma:interpretation id="{836B999D-757F-4E8B-B0D8-6E6683FD0DA8}" emma:medium="tactile" emma:mode="ink">
            <msink:context xmlns:msink="http://schemas.microsoft.com/ink/2010/main" type="paragraph" rotatedBoundingBox="14202,3843 16140,3843 16140,5318 14202,5318" alignmentLevel="2"/>
          </emma:interpretation>
        </emma:emma>
      </inkml:annotationXML>
      <inkml:traceGroup>
        <inkml:annotationXML>
          <emma:emma xmlns:emma="http://www.w3.org/2003/04/emma" version="1.0">
            <emma:interpretation id="{7A46575C-9157-4056-A9CA-5D5058D94024}" emma:medium="tactile" emma:mode="ink">
              <msink:context xmlns:msink="http://schemas.microsoft.com/ink/2010/main" type="line" rotatedBoundingBox="14202,3843 16140,3843 16140,5318 14202,5318"/>
            </emma:interpretation>
          </emma:emma>
        </inkml:annotationXML>
        <inkml:traceGroup>
          <inkml:annotationXML>
            <emma:emma xmlns:emma="http://www.w3.org/2003/04/emma" version="1.0">
              <emma:interpretation id="{C07CB622-1D87-4751-B002-17756A643468}" emma:medium="tactile" emma:mode="ink">
                <msink:context xmlns:msink="http://schemas.microsoft.com/ink/2010/main" type="inkWord" rotatedBoundingBox="14202,3843 16140,3843 16140,5318 14202,5318"/>
              </emma:interpretation>
              <emma:one-of disjunction-type="recognition" id="oneOf1">
                <emma:interpretation id="interp5" emma:lang="en-IN" emma:confidence="0">
                  <emma:literal>7</emma:literal>
                </emma:interpretation>
                <emma:interpretation id="interp6" emma:lang="en-IN" emma:confidence="0">
                  <emma:literal>~</emma:literal>
                </emma:interpretation>
                <emma:interpretation id="interp7" emma:lang="en-IN" emma:confidence="0">
                  <emma:literal>6</emma:literal>
                </emma:interpretation>
                <emma:interpretation id="interp8" emma:lang="en-IN" emma:confidence="0">
                  <emma:literal>+</emma:literal>
                </emma:interpretation>
                <emma:interpretation id="interp9" emma:lang="en-IN" emma:confidence="0">
                  <emma:literal>1</emma:literal>
                </emma:interpretation>
              </emma:one-of>
            </emma:emma>
          </inkml:annotationXML>
          <inkml:trace contextRef="#ctx0" brushRef="#br0" timeOffset="-9913.0896">-8171-11380,'12'14,"-12"1,0-8,0 21,13 29,0 0,-13 29,12 14,1-8,-13 22,-13 0,1 8,-1 6,0 0,1 7,-1-6,13-15,0 28,13-35,12-7,13-7,25 6,1-20,24-22,64-22,38 1,38-15,102-6,75-44,-50 15,-13 0,0-8,-38 1,-25 14,-38-7,-39 21,-24-7,-64 0,-13-7,-50-1,-13 8,-13 8,1-16,-14 16,26-23,-38 15</inkml:trace>
          <inkml:trace contextRef="#ctx0" brushRef="#br0" timeOffset="408.0478">-5916-5543,'0'0,"0"0,0 0,12 7,-12-7,0 0,26 0,-1-7,0 0,13 0,-12 7,-1 0,0 7,1 7,12 29,0 42,0 15,0 64,0 7,0 21,0 15,-25-22,-13-185</inkml:trace>
        </inkml:traceGroup>
      </inkml:traceGroup>
    </inkml:traceGroup>
  </inkml:traceGroup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ax="4095" units="cm"/>
          <inkml:channel name="Y" type="integer" max="4095" units="cm"/>
        </inkml:traceFormat>
        <inkml:channelProperties>
          <inkml:channelProperty channel="X" name="resolution" value="132.39574" units="1/cm"/>
          <inkml:channelProperty channel="Y" name="resolution" value="235.34483" units="1/cm"/>
        </inkml:channelProperties>
      </inkml:inkSource>
      <inkml:timestamp xml:id="ts0" timeString="2023-03-18T05:38:11.729"/>
    </inkml:context>
    <inkml:brush xml:id="br0">
      <inkml:brushProperty name="width" value="0.07" units="cm"/>
      <inkml:brushProperty name="height" value="0.07" units="cm"/>
      <inkml:brushProperty name="fitToCurve" value="1"/>
    </inkml:brush>
  </inkml:definitions>
  <inkml:traceGroup>
    <inkml:annotationXML>
      <emma:emma xmlns:emma="http://www.w3.org/2003/04/emma" version="1.0">
        <emma:interpretation id="{AB327A47-B879-4EE8-944F-DCB2A5EBED72}" emma:medium="tactile" emma:mode="ink">
          <msink:context xmlns:msink="http://schemas.microsoft.com/ink/2010/main" type="writingRegion" rotatedBoundingBox="18851,5625 20828,5625 20828,8418 18851,8418"/>
        </emma:interpretation>
      </emma:emma>
    </inkml:annotationXML>
    <inkml:traceGroup>
      <inkml:annotationXML>
        <emma:emma xmlns:emma="http://www.w3.org/2003/04/emma" version="1.0">
          <emma:interpretation id="{0CAFA5A2-16D3-44B6-843C-E9200B6C2139}" emma:medium="tactile" emma:mode="ink">
            <msink:context xmlns:msink="http://schemas.microsoft.com/ink/2010/main" type="paragraph" rotatedBoundingBox="18851,5625 20828,5625 20828,8418 18851,8418" alignmentLevel="1"/>
          </emma:interpretation>
        </emma:emma>
      </inkml:annotationXML>
      <inkml:traceGroup>
        <inkml:annotationXML>
          <emma:emma xmlns:emma="http://www.w3.org/2003/04/emma" version="1.0">
            <emma:interpretation id="{CE015038-1711-4C06-9F48-BDC293130604}" emma:medium="tactile" emma:mode="ink">
              <msink:context xmlns:msink="http://schemas.microsoft.com/ink/2010/main" type="line" rotatedBoundingBox="18851,5625 20828,5625 20828,8418 18851,8418"/>
            </emma:interpretation>
          </emma:emma>
        </inkml:annotationXML>
        <inkml:traceGroup>
          <inkml:annotationXML>
            <emma:emma xmlns:emma="http://www.w3.org/2003/04/emma" version="1.0">
              <emma:interpretation id="{7BD1F8EB-83C8-4710-A882-80487DAE7509}" emma:medium="tactile" emma:mode="ink">
                <msink:context xmlns:msink="http://schemas.microsoft.com/ink/2010/main" type="inkWord" rotatedBoundingBox="18851,5625 20828,5625 20828,8418 18851,8418"/>
              </emma:interpretation>
              <emma:one-of disjunction-type="recognition" id="oneOf0">
                <emma:interpretation id="interp0" emma:lang="en-IN" emma:confidence="0">
                  <emma:literal>D</emma:literal>
                </emma:interpretation>
                <emma:interpretation id="interp1" emma:lang="en-IN" emma:confidence="0">
                  <emma:literal>x</emma:literal>
                </emma:interpretation>
                <emma:interpretation id="interp2" emma:lang="en-IN" emma:confidence="0">
                  <emma:literal>1</emma:literal>
                </emma:interpretation>
                <emma:interpretation id="interp3" emma:lang="en-IN" emma:confidence="0">
                  <emma:literal>6</emma:literal>
                </emma:interpretation>
                <emma:interpretation id="interp4" emma:lang="en-IN" emma:confidence="0">
                  <emma:literal>X</emma:literal>
                </emma:interpretation>
              </emma:one-of>
            </emma:emma>
          </inkml:annotationXML>
          <inkml:trace contextRef="#ctx0" brushRef="#br0">-4320-10845,'13'-22,"-1"8,14 7,37-14,77-8,24-7,14-6,-1-15,-12 21,-26 22,-38 0,-25 14,-12 7,-1 7,-25 22,13 28,-13 28,0 58,-13 0,13 35,0 7,13-14,-1-21,1 7,-13-21,13-1,-26-21,-12-7,-13-28,-13 14,-12-15,-26 8,-50 0,-51-15,-51-7,-25-21,-25-7,25-15,25-21,26-14,-14-21,191 28</inkml:trace>
          <inkml:trace contextRef="#ctx0" brushRef="#br0" timeOffset="-590.1966">-4371-10881,'0'0,"0"14,13-7,-13 8,13 20,25 37,0 13,12 8,14 49,-26 15,0 0,0 7,-13 42,-25-13,0 6,-12 22,-1-21,0-36,-12 7,-1-57,14-29,-1-49,13-29,0-7</inkml:trace>
        </inkml:traceGroup>
      </inkml:traceGroup>
    </inkml:traceGroup>
  </inkml:traceGroup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</inkml:channelProperties>
      </inkml:inkSource>
      <inkml:timestamp xml:id="ts0" timeString="2024-03-15T15:09:31.393"/>
    </inkml:context>
    <inkml:brush xml:id="br0">
      <inkml:brushProperty name="width" value="0.14" units="cm"/>
      <inkml:brushProperty name="height" value="0.14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E890B488-C362-4A91-8BB9-CF87A0444F44}" emma:medium="tactile" emma:mode="ink">
          <msink:context xmlns:msink="http://schemas.microsoft.com/ink/2010/main" type="writingRegion" rotatedBoundingBox="3165,6118 24229,6060 24255,15684 3191,15742"/>
        </emma:interpretation>
      </emma:emma>
    </inkml:annotationXML>
    <inkml:traceGroup>
      <inkml:annotationXML>
        <emma:emma xmlns:emma="http://www.w3.org/2003/04/emma" version="1.0">
          <emma:interpretation id="{19505B8D-92D9-4057-A8A3-E16A6E5ED4C8}" emma:medium="tactile" emma:mode="ink">
            <msink:context xmlns:msink="http://schemas.microsoft.com/ink/2010/main" type="paragraph" rotatedBoundingBox="4151,6154 20716,5852 20741,7237 4176,7539" alignmentLevel="1"/>
          </emma:interpretation>
        </emma:emma>
      </inkml:annotationXML>
      <inkml:traceGroup>
        <inkml:annotationXML>
          <emma:emma xmlns:emma="http://www.w3.org/2003/04/emma" version="1.0">
            <emma:interpretation id="{12665421-B03D-49ED-B661-275D8C727EA9}" emma:medium="tactile" emma:mode="ink">
              <msink:context xmlns:msink="http://schemas.microsoft.com/ink/2010/main" type="line" rotatedBoundingBox="4151,6154 20716,5852 20741,7237 4176,7539"/>
            </emma:interpretation>
          </emma:emma>
        </inkml:annotationXML>
        <inkml:traceGroup>
          <inkml:annotationXML>
            <emma:emma xmlns:emma="http://www.w3.org/2003/04/emma" version="1.0">
              <emma:interpretation id="{575E3A17-367C-499D-B56C-29BB06C21B21}" emma:medium="tactile" emma:mode="ink">
                <msink:context xmlns:msink="http://schemas.microsoft.com/ink/2010/main" type="inkWord" rotatedBoundingBox="4151,6154 8169,6081 8194,7417 4175,7491"/>
              </emma:interpretation>
              <emma:one-of disjunction-type="recognition" id="oneOf0">
                <emma:interpretation id="interp0" emma:lang="en-US" emma:confidence="0.5">
                  <emma:literal>16Kx8</emma:literal>
                </emma:interpretation>
                <emma:interpretation id="interp1" emma:lang="en-US" emma:confidence="0">
                  <emma:literal>161×8</emma:literal>
                </emma:interpretation>
                <emma:interpretation id="interp2" emma:lang="en-US" emma:confidence="0">
                  <emma:literal>1611×8</emma:literal>
                </emma:interpretation>
                <emma:interpretation id="interp3" emma:lang="en-US" emma:confidence="0">
                  <emma:literal>1618×8</emma:literal>
                </emma:interpretation>
                <emma:interpretation id="interp4" emma:lang="en-US" emma:confidence="0">
                  <emma:literal>16&lt;1×8</emma:literal>
                </emma:interpretation>
              </emma:one-of>
            </emma:emma>
          </inkml:annotationXML>
          <inkml:trace contextRef="#ctx0" brushRef="#br0">261 56 359,'0'0'1076,"0"0"-796,0 0 28,0 0 23,0 0-86,0 0-99,0 0-27,0 0 6,0 0-16,0 0-36,0 0-31,-45-57-31,45 57-11,0 0-32,0 0-16,0 0-7,0 0-6,0 7-16,-3 3 16,3 8 61,-4 7 45,-3 5 39,-1 9-17,0 1-19,-4 3-29,2 4-19,0-1 0,-1 2-19,-1 2 16,0-1-26,1 1-25,-1 2 54,-2-2-32,1 1 6,1-2 10,-2-1-10,2-6-25,3-2-62,0-5-45,2-6 29,2-4-42,2-3-118,3-4-26,0-4-65,0-4 2,0-6-238</inkml:trace>
          <inkml:trace contextRef="#ctx0" brushRef="#br0" timeOffset="497.6493">911 164 684,'0'0'560,"0"0"-286,0 0-151,-83 28 59,63-19-58,3 1-121,1 5-3,-1 0-20,4 3 1,-3 4 19,3 0 13,-2 5 39,1 0 55,-2 5-10,-1 3-22,0 2 22,-2 3 26,0 1-14,3 3-12,-2 0-7,3 0-6,1-2-36,5-2 4,3-1-40,2-5-12,4-2-1,1-3-47,10-5 10,2 0-7,5-5-10,5-4 22,5-2 32,2-5 2,3-6 1,5-2 14,-1-2-15,2-9 40,3-3-41,-2-2-1,-2-4 0,-2-2 1,-3 0-23,-4-2-9,-5 2 3,-4-1 0,-8 4-10,-2 2 36,-9 4 3,-1 0 90,-8 3-54,-4-1-33,-9 3 29,-5-3-31,-3 5-1,-4 1-3,-3 5-20,-2 0 7,1 5-19,2 6 3,2 5 0,4 2-20,3 3-16,6 2-6,4 1 12,5 1 17,4 0-110,7-2-231,0 1-112,2-9 16</inkml:trace>
          <inkml:trace contextRef="#ctx0" brushRef="#br0" timeOffset="4343.4155">1490 402 284,'0'0'169,"0"0"-77,0 0 276,0 0-169,0 0-66,24-66 30,-16 52-59,-2 0 26,2 0 62,-2 1-20,0 0-19,-2 3-1,-1-1-10,0 5-19,-2 1-20,1 3-26,-2-1-16,0 1 4,0 1-7,0 1-20,0 0-19,0 0-19,0 0-25,0 0-27,0 4-41,0 5-39,0 7 132,0 4 40,-2 6-24,-4 5 19,2 1-22,-2 0 7,0 3-20,0-1-17,-2 0-2,1 4 18,-3 0-21,-2 0 22,2 4-4,-3-1-12,0 0 14,0-3-27,-1-1-9,2-4-17,0-2-36,1-5-25,3-3-14,0-5-109,3-2-18,2-7-16,1-3-17,2-2-68,2-5-216</inkml:trace>
          <inkml:trace contextRef="#ctx0" brushRef="#br0" timeOffset="4738.7014">2043 285 1239,'0'0'602,"0"0"-408,0 0-139,0 0 56,0 0-102,0 0-9,0 0-103,0 0 35,0 0 29,-89 64 39,65-46 6,0 1 10,-5 2 10,1-1 13,-4 0-36,2 2 1,-3 0 9,2-2-11,-2 2-2,4-3 0,2-3 16,6-2 23,3-5-36,5 0 0,3-3 10,6-4 7,2-1-19,2-1 31,0 0 10,0 0-42,0 0-23,6 0-33,6 0 56,5-1 29,3 1-29,5 0 0,2 0-23,3 6 20,3 5-30,1 2 7,0 1 3,1 1 20,-2 2-46,-2 1 26,-3-3-3,-2 2-3,0 1 26,-5-2-59,-2-1 20,0 2-88,-3 0-456,-3-2 400,-3 0 20,1-3-163,1 0-111</inkml:trace>
          <inkml:trace contextRef="#ctx0" brushRef="#br0" timeOffset="7542.9099">3217 483 36,'0'0'1574,"0"0"-1207,0 0-283,0 0-38,0 0 9,-79 22-49,61-8-6,-1 3-19,0 2 19,-1 3 3,1 3 62,-4-1 22,-1 4-9,-2-1-13,-3 3-1,-1 2-12,-3 2-26,-2 2 19,1 0-26,-3 1 12,4-1-31,0 0-3,3-1-35,3-1-43,2-7 26,4 1-29,6-8-16,5-3-27,3-5-80,7-6-92,0 0-101,7-4 25,3-2 101,9-6-362</inkml:trace>
          <inkml:trace contextRef="#ctx0" brushRef="#br0" timeOffset="7243.0916">2770 561 676,'0'0'33,"0"0"289,0 0-133,0 0 55,0 0-16,0 0 9,-67-70-81,62 61-4,-1 2 7,4 2-46,1 2-23,0 0 4,1 2-1,0 1-80,0 0-13,0 0-74,0 0-42,0 0-39,5 6-65,7 4 220,2 6 16,6 6 52,-1 2-9,4 5-17,2 0 0,2 3-13,0 3-29,4-2 0,0 2-1,-2 0-3,1 0 1,-3-2 1,-3 2-29,-1 1 30,0-4-24,-5 3 9,-3-4-7,-2-1-25,-5-1-24,-2-6-73,-1-1-167,-4-4 3,-1-3 45,0-5-19,0-2-128</inkml:trace>
          <inkml:trace contextRef="#ctx0" brushRef="#br0" timeOffset="8333.1508">3545 743 287,'0'0'290,"0"0"-251,0 0-26,0 0 56,0 0-46,0 0-1,0 0 11,0 0-7,0 0 10,0 0-3,94 3 146,-71-13-29,-1 1-40,2-4-9,2-2 26,0 0 20,0-3-34,-2 0-2,2-1-20,-3-1 3,-3 2-13,-4 3-7,-1-1 10,-5 3 10,-3 1-16,-3 0 9,0 0 45,-4 2 19,0-2-61,0 1-51,-5-2-1,1 1-2,-5 1-14,-1 0-9,-5 0 12,2 2-2,-5 1-23,0 3-32,-3 3 6,-2-1-12,-3 3-20,-3 3-6,0 3 19,-2 6 19,0 1-12,0 2 18,0 1 20,4 3-1,4-1-31,0 2-3,3 0-4,4 3 23,1-2-26,4 2 3,2 0 4,2 0 9,4-1 13,3 0-29,0 1 29,2 1 13,7 1-32,2-1 30,4-1 1,3 2 1,3-2 0,2-1 2,1 0 2,1-3-2,3 3 15,-1-3-14,-1 2 29,1-1-32,-5-2-26,1 2 26,-3-2 16,-4 0-15,-3 0-1,-1-1-2,-5-2 0,-4 0 1,-2-2 1,-1 0 13,-1 0 6,-6 0 20,-7 0 9,-4-1-15,-1-1-11,-5-1 1,-5 0-21,0-2-2,-1 0 16,-2-4 10,2 0 6,2-4 3,1 0 1,3-4 9,3-4-29,4-2 13,5-3-26,1-5 32,8-5-35,3-5 0,3-6-22,13-6-4,5-1 13,4 0-12,8 0 2,6 0 1,1 4-4,8 1-6,-1 1-7,7 2-6,0 1-16,-1 4-46,1-1-67,-15 11-427,13-6-144</inkml:trace>
        </inkml:traceGroup>
        <inkml:traceGroup>
          <inkml:annotationXML>
            <emma:emma xmlns:emma="http://www.w3.org/2003/04/emma" version="1.0">
              <emma:interpretation id="{DF93869E-DA98-4236-9161-C893E0C6ED16}" emma:medium="tactile" emma:mode="ink">
                <msink:context xmlns:msink="http://schemas.microsoft.com/ink/2010/main" type="inkWord" rotatedBoundingBox="8697,6463 11630,6410 11647,7339 8714,7392"/>
              </emma:interpretation>
              <emma:one-of disjunction-type="recognition" id="oneOf1">
                <emma:interpretation id="interp5" emma:lang="en-US" emma:confidence="0.5">
                  <emma:literal>RAM</emma:literal>
                </emma:interpretation>
                <emma:interpretation id="interp6" emma:lang="en-US" emma:confidence="0">
                  <emma:literal>RAAM</emma:literal>
                </emma:interpretation>
                <emma:interpretation id="interp7" emma:lang="en-US" emma:confidence="0">
                  <emma:literal>RAMM</emma:literal>
                </emma:interpretation>
                <emma:interpretation id="interp8" emma:lang="en-US" emma:confidence="0">
                  <emma:literal>RMAM</emma:literal>
                </emma:interpretation>
                <emma:interpretation id="interp9" emma:lang="en-US" emma:confidence="0">
                  <emma:literal>RAMA</emma:literal>
                </emma:interpretation>
              </emma:one-of>
            </emma:emma>
          </inkml:annotationXML>
          <inkml:trace contextRef="#ctx0" brushRef="#br0" timeOffset="10639.2501">5818 450 783,'0'0'211,"0"0"467,0 0-432,0 0-210,0 0-36,0 0-136,0 0-82,0 0 98,0 0 82,0 0 38,1 81 22,-1-52 14,0 6 20,-4 1-34,-3 3 27,-2 2 19,2 0-29,-6 0-9,4-1-8,-2-2-12,-1-6 10,4-7-14,0-3 46,2-6 33,2-6-11,0-2-45,4-6-25,-1 0 57,1-2 20,0 0 13,0 0 68,0 0 80,0 0 2,0-3 12,0-6 15,0-5-125,5-6-102,2-8-21,-1-3-11,3-5-9,-2-1-2,3-4-1,-3-3-7,1 0 5,1 2-15,-3 0 17,0 4-32,1 2 29,-1 5-16,0 6 19,-2 4-2,0 6 2,-1 4-3,0 4-16,0 1 0,-1 2 3,-1 3-12,-1 1-36,2 0-28,-2 0-36,3 0-28,2 1-30,2 7 106,2 2 28,3 7 52,3 2 0,-3 7 3,5 4 39,-2 3 22,3 4-19,-3 1-41,1 2 8,-2-3-5,2 0-5,-4 0-1,0-2-1,-2-1-11,1-2 11,-3-2-2,-1-2-11,1-2-19,-3-4 3,2-3-103,-1-2-135,-1-3-216,-1-3-128,-3-3-41</inkml:trace>
          <inkml:trace contextRef="#ctx0" brushRef="#br0" timeOffset="10827.3535">5796 807 866,'0'0'1506,"0"0"-1234,0 0-108,0 0-138,0 0-26,0 0-74,0 0 35,0 0 20,103-56-1,-62 45-38,1 4-13,5-1-13,-2 3 13,6 0 26,-1 0-72,1-1-256,0 0-150,-12 0 37</inkml:trace>
          <inkml:trace contextRef="#ctx0" brushRef="#br0" timeOffset="11591.0568">6726 495 691,'0'0'1163,"0"0"-661,0 0-179,0 0-82,0 0-64,0 0-49,0 0-39,0 0-83,0 0-6,0 0-63,0 0-24,-16 9-38,4 6 20,-4 9 73,-1 5 32,-2 5 24,1 3-24,-2 0 0,-1 4 20,1 1-4,2-1-16,0-3-23,2-2 4,3-6 16,3-5-30,3-4-18,4-7 28,2-3 11,-1-5-27,2-3 0,0-1 39,0-2 52,0 0 22,0 0 25,2-6 23,8-6-7,1-4-58,4-9-57,3-4-23,4-6 4,-2 0-22,3-1-1,-3-2 29,-4 0 13,2-2 3,-4-2 0,0 0-1,-3 5-2,-3 1 13,-1 8-4,-2 7 17,-1 5 12,-3 9-27,2 2-9,-3 2-2,0 3 0,0 0-33,0 0-41,0 0-44,0 0-43,2 6-45,-1 3 132,4 8 74,-2 5 51,3 3-18,0 0-33,2 3-3,0-3 3,4 0-25,-1-2 25,6-4 16,-2-1 10,4-1-13,0-4-10,2-3 10,3-2 6,2-6 23,3 1-16,0-3 9,2 0-3,0-8 0,2-1-30,0-1 10,-2-3-10,0-1 14,0-3-13,-1-1 10,-1-2-1,-3-2-10,0 0 1,-3-2 0,0 0 23,-4 1-24,-1-2 20,-2 1 33,-3 1-20,-3 0-3,-2 1-6,-2 4-24,0 5 33,-3 4-17,-1 5-18,-2 1-22,0 3-13,0 0-20,0 0-32,0 6-51,-2 5 56,-1 6 82,-4 6 19,-1 4 26,-1 8-13,-1 2-6,-2 6-10,2 2-14,-2 4 14,0 0-16,0 1 2,-1 1-2,0-2-35,0-2 19,2-4 13,2-3-13,0-4-7,2-4 1,0-2-1,4-4 21,0-3-17,2-5-23,1-1-16,0-6-16,0-2-107,0 0-124,0-5-166,0 0 48,0-3-23,0-1-315</inkml:trace>
          <inkml:trace contextRef="#ctx0" brushRef="#br0" timeOffset="10070.9252">4764 487 1034,'0'0'377,"0"0"-152,0 0-20,0 0-105,0 0-100,0 0-72,0 0-84,0 0-10,0 0 130,0 0 17,-13 66 19,6-40-4,1 4 3,-2 4 1,1 1 1,-4 2-1,0 4-14,-1 2 1,-2 1 12,-3 3-28,-2-1 29,1-2-1,1-7 0,3-2 1,0-9 17,3-5 9,1-7-23,3-4-1,4-7 24,0 2 46,2-5 29,1 0 35,0-7 121,0-7-202,0-7-55,4-5-10,3-8 10,1-2 36,0-4 29,3-1-39,-2-3 16,2 0 16,-3-2 20,4-3-43,-1 0 27,2-1-1,0-3-3,3 4 16,3 0-22,2 4-36,-2 8 1,4 6-17,-1 8-29,-3 6-13,-1 7-16,2 3-10,-4 5 24,4 2 44,-2 4 26,3 5-26,-2 5-32,0 5-4,-3 2 20,-2 3 16,-4 5 0,-3-1 13,-4 0-13,-3 2-18,0-2 18,-6 1 0,-6-4 2,-3 4 10,-5-4-12,-4 1-4,0-2-67,-3-2 20,0-1 15,1-3 13,1-3-15,5-2-1,1-2 23,5-4 16,4 0-2,3-3 2,4-3 33,1-1-33,2 0-3,0 0-40,0 1-18,2 0 3,2 3-20,3 1 78,5 3 52,2 5-52,6 2-13,1 2-26,3 3 39,2-1 0,1 3 1,1-2 12,-1 2 9,3-3 4,-1 1-6,3-1-7,1-2 0,0-2 6,0-3-19,3-4-48,-2-2-228,-7-4-141,10-2-185</inkml:trace>
        </inkml:traceGroup>
        <inkml:traceGroup>
          <inkml:annotationXML>
            <emma:emma xmlns:emma="http://www.w3.org/2003/04/emma" version="1.0">
              <emma:interpretation id="{EF205DDD-7277-4172-B3B7-961031E135EA}" emma:medium="tactile" emma:mode="ink">
                <msink:context xmlns:msink="http://schemas.microsoft.com/ink/2010/main" type="inkWord" rotatedBoundingBox="13370,6116 16578,6058 16601,7313 13393,7371"/>
              </emma:interpretation>
              <emma:one-of disjunction-type="recognition" id="oneOf2">
                <emma:interpretation id="interp10" emma:lang="en-US" emma:confidence="0.5">
                  <emma:literal>128*</emma:literal>
                </emma:interpretation>
                <emma:interpretation id="interp11" emma:lang="en-US" emma:confidence="0">
                  <emma:literal>148*</emma:literal>
                </emma:interpretation>
                <emma:interpretation id="interp12" emma:lang="en-US" emma:confidence="0">
                  <emma:literal>*28*</emma:literal>
                </emma:interpretation>
                <emma:interpretation id="interp13" emma:lang="en-US" emma:confidence="0">
                  <emma:literal>#28*</emma:literal>
                </emma:interpretation>
                <emma:interpretation id="interp14" emma:lang="en-US" emma:confidence="0">
                  <emma:literal>18*</emma:literal>
                </emma:interpretation>
              </emma:one-of>
            </emma:emma>
          </inkml:annotationXML>
          <inkml:trace contextRef="#ctx0" brushRef="#br0" timeOffset="22642.5124">9452 209 1914,'0'0'477,"0"0"-326,0 0-76,0 0 63,0 0-3,0 0-32,0 0-103,0 0-6,0 0-55,0 0-16,-11-24-10,11 24-36,0 1-19,0 4-13,0 7 97,0 3 58,0 9 49,-3 6-19,-4 7 12,-4 4 2,-1 6-43,-3 2-1,0 2 1,-3 4-1,-1-3-17,1 1-16,0-4 32,1-3-15,3-5-19,-1-5-4,4-5-23,0-2-184,0-9-173,7-3 25,-1-10-53,5-7-294</inkml:trace>
          <inkml:trace contextRef="#ctx0" brushRef="#br0" timeOffset="23139.0561">9913 222 228,'0'0'1929,"0"0"-1560,0 0-298,0 0 4,0 0 73,0 0-17,0 0-47,0 0-57,0 0-27,0 0-4,0 0 4,9-23 2,-2 20 11,5 0-12,-1 2 15,3 0-12,1 0-3,1 1-1,0 0-16,0 0-4,0 2-53,0 3 2,-1 2 16,-2-1-9,2 5 0,-2 0 15,-2 3 7,-1 3 7,-2 4 35,-4 2 10,-3 1 28,-1 5-5,-8-3-14,-5 3-17,-7-1 1,-3-1 8,-5 0-11,-1-3-3,-2-4 0,-2-1-10,-1-1-7,1-2-5,4-3 2,1 0 20,7-6-10,3-1 13,7-1 16,4-1 10,3-3-26,3-1-1,1 0-28,0 0-13,1 0-29,7 0 71,1 0 6,7 1 91,4-1-29,6 0-10,4 0 12,5 0-15,3 0-34,6 0-21,-1 1-29,6 1-13,-2 0-16,1-2 16,0 1 19,1-1-54,1 0-123,-3-2-208,-10-2-304,12-7-335</inkml:trace>
          <inkml:trace contextRef="#ctx0" brushRef="#br0" timeOffset="23814.6151">10669 406 297,'0'0'1178,"0"0"-944,0 0-81,0 0-7,0 0-26,0 0-29,0 0-52,0 0-26,0 0 39,0 0 22,0 0-19,60-21 0,-40 14 0,3-4-10,-1 1-6,1 0-1,2-2 8,-3-2-5,0 0-12,-2 0 0,3-3 16,-4-1 7,0 0-27,-3 0-2,0 0 28,-3-1-9,-2-2-31,-4 3-9,-1-3 24,-3 2 6,-3-3-32,0 2 4,-1-2 18,-7 2 0,-2 2-22,-4 0-41,-2 3 9,-6 2-13,-1 1-29,-4 6-9,-2 2 6,-1 4 6,-2 0 10,-1 8 12,1 2 23,4 3-3,2 1-9,2 4-24,3 0 17,1 3 16,4 2-10,0 0 7,4 0 10,4 2 21,1-1-30,5-1 8,2 1 1,0-1 22,9 0 0,5 0 0,3-1 13,5 1 16,6-1-7,3 0 33,5-2-22,5 1 2,0-2-12,2-2 16,-1 1 6,2-1-23,-3-2-22,-5 2-3,-2 0-23,-6-3 13,-5 2-35,-7-3 0,-1 1 12,-7 2 17,-3-2-6,-5 3 25,0 0 19,-8 1 1,-6 0 22,-5 1-13,-4-1-13,-3-1 3,-4-3-16,1-3 10,-2 0-12,0-3 12,1-3-9,1-3-4,1-2 32,2 0 26,5-2 7,1-6-14,4-2 17,2-3-23,4-4-7,5-1-18,2-2-1,3-5-19,3-2 0,9-3-39,4-2-3,4-3-9,5 1-7,2 2-16,0 1-23,3 3-32,2 7-59,0 3-263,-8 5-102,12-3-43</inkml:trace>
          <inkml:trace contextRef="#ctx0" brushRef="#br0" timeOffset="102651.6395">9742 1195 39,'0'0'78,"0"0"138,0 0-34,0 0-84,0 0-23,0 0 16,0 0-26,0 0-16,0 0-23,0 0-22,10-18 90,-10 15-16,0 3 313,0-1-196,0 1-87,0-1-18,0 1 1,0-1-9,0 1-24,0 0-16,0 0-19,0 0-10,0 0 0,0 0-10,0 0-3,0 0 0,0 0-29,0 0-10,0 0-13,4 0-19,1 0-1,3 0 14,4 0 58,5 0 1,2 0-1,3 0-26,2 1 24,3 0 2,5 3 13,4-2 19,3 0-9,3-1-7,0 0-3,2 1-11,0-2 11,0 0-11,2 0 15,1 0-15,1 0 0,1 0 8,2 0-10,-1 0-4,0 0 2,1 0 1,1 0 0,-1 0 1,1 0-13,-1 0 13,-1 0-1,1 0 1,2 0 0,-2 0 1,2 0 2,1 0 0,-3 0 11,-1-3-14,-2 0-13,-3 1 10,0-2 2,-2 2 0,-1-1 0,3 0 1,-4-1 0,1 2 0,-3-2 0,-1 0 1,-2 2 0,-3 0-1,-4-2 0,-3 3-1,-4 0 0,-3-2 1,2 3-2,-3-1 0,0 1 1,2 0-2,-2 0-10,0 0 10,2 0-13,-1 0 16,1 0-1,1 1-1,1 0 2,3 1 2,-1-1 11,0-1-13,2 1 2,-4-1-1,3 0 0,-1 0 3,-1 0 18,-1 0 11,-1 0-14,2 0-15,-4 0 12,0 0 3,-2 0-18,-2-1 3,-1 0 9,-2-2-10,-4 2 13,1 0 3,-2 0-15,-3-1 9,-1 1-11,-1 1 11,-1 0-10,-1 0 10,0 0-13,0 0 0,0 0-16,0 0-7,0 0-13,0 0-6,0 0-6,0 0-21,0 0-28,0 0-137,3 4-205,-1 2 220,0-1-61,0 3-261,-11-31 408</inkml:trace>
          <inkml:trace contextRef="#ctx0" brushRef="#br0" timeOffset="24358.6618">11922 223 1284,'0'0'706,"0"0"-511,0 0-192,0 0 26,0 0-29,-86-8-29,67 20-75,0 3 3,-3 7 98,-3 3 3,-1 3 49,0 3-7,-4 4-9,-1 3-33,-3 4-6,-3 1 6,-4 5 0,1 0-42,-2-1 9,2 0 1,1-5 32,3-5-26,5-2-26,2-7-26,7-6-68,4-4-85,5-5-82,7-5-58,6-7-356</inkml:trace>
          <inkml:trace contextRef="#ctx0" brushRef="#br0" timeOffset="24091.4316">11384 188 473,'0'0'1519,"0"0"-1218,0 0-229,0 0-72,0 0 0,0 0-12,0 0 12,0 0 2,0 0-2,100 47-14,-75-29-25,4 6 7,0 5 32,-1 0 0,3 3-3,-2 3 3,-2-2 3,-1 1-3,-2 2-13,0-1 13,0-3 0,0 2 22,1-5-22,1-2-19,-4-4-81,0-5-14,-6-5-376,3-2-185</inkml:trace>
        </inkml:traceGroup>
        <inkml:traceGroup>
          <inkml:annotationXML>
            <emma:emma xmlns:emma="http://www.w3.org/2003/04/emma" version="1.0">
              <emma:interpretation id="{EA304D15-6F1D-4DFE-B127-8B2D00B42DF8}" emma:medium="tactile" emma:mode="ink">
                <msink:context xmlns:msink="http://schemas.microsoft.com/ink/2010/main" type="inkWord" rotatedBoundingBox="16747,6260 16767,6259 16784,7168 16763,7169"/>
              </emma:interpretation>
              <emma:one-of disjunction-type="recognition" id="oneOf3">
                <emma:interpretation id="interp15" emma:lang="en-US" emma:confidence="0.5">
                  <emma:literal>.</emma:literal>
                </emma:interpretation>
                <emma:interpretation id="interp16" emma:lang="en-US" emma:confidence="0">
                  <emma:literal>l</emma:literal>
                </emma:interpretation>
                <emma:interpretation id="interp17" emma:lang="en-US" emma:confidence="0">
                  <emma:literal>,</emma:literal>
                </emma:interpretation>
                <emma:interpretation id="interp18" emma:lang="en-US" emma:confidence="0">
                  <emma:literal>|</emma:literal>
                </emma:interpretation>
                <emma:interpretation id="interp19" emma:lang="en-US" emma:confidence="0">
                  <emma:literal>1</emma:literal>
                </emma:interpretation>
              </emma:one-of>
            </emma:emma>
          </inkml:annotationXML>
          <inkml:trace contextRef="#ctx0" brushRef="#br0" timeOffset="24698.6061">12578 109 1228,'0'0'1480,"0"0"-1309,0 0-101,0 0 55,0 0-3,0 0-49,0 0-73,0 0-12,0 0-81,0 0-38,5 4-33,-2 3 74,2 9 90,-1 5 173,-1 9-3,-3 10-64,0 6-26,0 7-36,0 4-18,-3 3-7,0 0-19,1-3 0,2-2 0,0-2-1,0-5-10,0-4-2,0-4 11,0-4 2,0-1-12,1-4-33,0-5-57,2 0-61,-1-4-94,-1-3-121,1-4-410,-2-7-398</inkml:trace>
        </inkml:traceGroup>
        <inkml:traceGroup>
          <inkml:annotationXML>
            <emma:emma xmlns:emma="http://www.w3.org/2003/04/emma" version="1.0">
              <emma:interpretation id="{527C8F23-2E00-4CD4-8AFD-BD696C718185}" emma:medium="tactile" emma:mode="ink">
                <msink:context xmlns:msink="http://schemas.microsoft.com/ink/2010/main" type="inkWord" rotatedBoundingBox="17595,6085 20719,6028 20741,7226 17617,7283"/>
              </emma:interpretation>
              <emma:one-of disjunction-type="recognition" id="oneOf4">
                <emma:interpretation id="interp20" emma:lang="en-US" emma:confidence="0.5">
                  <emma:literal>RAM</emma:literal>
                </emma:interpretation>
                <emma:interpretation id="interp21" emma:lang="en-US" emma:confidence="0">
                  <emma:literal>RAAM</emma:literal>
                </emma:interpretation>
                <emma:interpretation id="interp22" emma:lang="en-US" emma:confidence="0">
                  <emma:literal>RAMM</emma:literal>
                </emma:interpretation>
                <emma:interpretation id="interp23" emma:lang="en-US" emma:confidence="0">
                  <emma:literal>RMAM</emma:literal>
                </emma:interpretation>
                <emma:interpretation id="interp24" emma:lang="en-US" emma:confidence="0">
                  <emma:literal>RAMA</emma:literal>
                </emma:interpretation>
              </emma:one-of>
            </emma:emma>
          </inkml:annotationXML>
          <inkml:trace contextRef="#ctx0" brushRef="#br0" timeOffset="27260.6589">14666 124 1494,'0'0'539,"0"0"-293,0 0-126,0 0-62,0 0-58,0 0-87,0 0-97,0 0-160,0 0 344,0 0 59,3 89-23,-3-49 16,0 3-26,-3 5 32,-7 3-9,-3-1-21,0 0-27,1-2-2,0-2 0,2-6 1,3-6 26,2-5 26,3-6 9,0-6-48,1-7 3,1-1-16,0-6 20,0 0-20,0-3 22,0 0 59,0 0 29,0 0 32,0-4 41,0-4-32,3-5-115,4-5-36,3-4-22,0-4 21,0-4 1,1-3-2,1-5-1,-1 1 3,-1-4 0,2-3 0,2 0 0,0-1-2,3 2-1,-1-1 1,4 3-11,-3 2 11,3 3-1,2 4-16,-2 2 3,2 6 13,-1 2-36,-2 5 20,1 5-16,-1 4-14,-5 4-2,2 4-4,-3 0-13,1 4-19,-2 3 0,1 9 19,1 2 10,-2 5 32,-1 8 26,-2 5 0,-2 6 36,-4 6-7,-3 3 13,0 3-41,0 2 25,-3-1-26,1-3 2,-1-1-4,1-6-11,2-3 0,0-1 11,6-7 1,1-2-22,2-1 7,-1-2-10,1-5-10,2-1-90,1-5-156,-5-5-316,6-1-51</inkml:trace>
          <inkml:trace contextRef="#ctx0" brushRef="#br0" timeOffset="27473.5527">14604 471 1790,'0'0'434,"0"0"-285,0 0-44,0 0-105,0 0-74,0 0 41,101-7 33,-44 4 16,9-1 1,7 2-17,4-1-39,0 3-26,-1 0-13,-4 0-68,-18 0-406,17 0-50</inkml:trace>
          <inkml:trace contextRef="#ctx0" brushRef="#br0" timeOffset="28251.5281">15701 282 1332,'0'0'572,"0"0"-335,0 0-23,0 0-20,0 0-81,0 0-113,0 0-81,0 0-64,0 0-36,0 0 90,0 0 91,-7 53 45,7-23-12,-4 3-33,-4 4 29,0 3-29,-4 2 16,1 0-14,0-1-2,0-3-2,1-4-1,3-4-17,0-5 1,2-6 19,3-5 1,2-3 2,-2-4-3,1-3 1,1-3 12,0 0 39,0-1 16,0 0 26,0-2 28,0-6-15,0-5-107,5-5-35,5-4-33,0-6-3,4-2 35,1-3 16,-2-3 18,0-4-9,0-1-2,-1-2-3,-2 0 16,-1 0 35,-1 2-35,2-2 0,-3 6 33,1 1 9,-1 4-39,1 5 32,-3 2-6,1 7 23,-3 7-10,-1 0-23,1 6 7,-3 4-16,2 1-10,-1 0-103,2 0-59,0 7-87,3 5 155,-4 6 26,4 8 68,0 2 36,2 6-33,-2 1 13,5-3 20,0 0-10,6-1-13,2-4-10,1-3 36,3-2-12,3-2-27,2-2 0,0-4 25,3-2 10,-1-2-32,2-4-3,-1-2 29,0-4 1,-3 0-27,-3-2 10,3-4 22,-4 0 23,0-3-12,-2-2-1,-2-1-6,0-1 9,0-3-3,-2-1-29,0-2 39,0-1-23,1-4-19,-3 1 13,1 3-1,-3-1 7,1 7-10,-7 2-22,0 5-2,-4 3-30,-2 4-26,1 0-48,-1 0-78,2 9-55,-1 5 239,2 5 22,-3 7 85,1 6-10,-3 4-20,0 4-9,-3 5-36,-5 0-19,0 1-6,-3 2-7,2-1-13,2-5 0,0-2 3,1-1-6,3-3-3,1-4 18,2-2-12,0-1 12,0-2-2,2-4-17,5 0 7,1-4 11,0-1-14,0-2 15,-1-1-57,-2-1-178,0-7-426,-5-1-372</inkml:trace>
          <inkml:trace contextRef="#ctx0" brushRef="#br0" timeOffset="26263.7243">13521 252 163,'0'0'127,"0"0"-91,0 0 362,0 0-251,0 0-69,0 0-3,34-75 22,-26 61-9,0 1-6,1-1-4,-1-1 29,1 0 17,2-2 39,-2 0-30,0 4 6,1-3-32,-3 3 42,0 1 26,-4 5 16,2-1-18,-4 3-22,2 1-22,-3 2-24,0 0-62,2 2-43,-2 0-39,0 0-18,0 0-26,0 0-26,4 0-33,-3 6-22,2 5 119,1 6 45,-1 7 58,0 5-39,-3 7 39,0 2-26,-1 7 7,-8 1-10,-5 5 10,-1-1-39,-3-3-1,1 0 1,0-6-20,1-4 7,-1-3 13,0-4-14,2 0 12,-2-3-12,4-2-18,0-5-48,0-2-65,3-1-33,3-5-10,0-2-117,3-5-43,1-2 52,3-3 52,0-1 32,0-5-140</inkml:trace>
          <inkml:trace contextRef="#ctx0" brushRef="#br0" timeOffset="26682.8449">13625 46 277,'0'0'23,"0"0"430,0 0-247,48-70-86,-30 57-16,0 2 4,2 3-20,-1 0 22,2 3 53,0 2 55,-1 2-101,2 1-75,-1 4-42,1 5-10,1 5-35,-3 4-11,-1 4 43,-2 2 13,-6 5 4,-4 1 12,-6 0 3,-1 1 1,-5 0-20,-9-1-13,-3-1 11,-5 0-37,-5-4 3,-3-1 0,-5-4 17,-2-3-17,-1 0-52,-1-5 1,3 0 35,2-4 16,5-2 35,3-1 1,6-2 13,5-2 16,3-1-10,4 0 34,5 0 25,-1 0-20,4 0-9,0-3-7,0 2 3,0 0 7,0 1-52,0 0-53,6 0-90,1 0-13,3 5 114,2 2 39,6 4-10,1 4 12,7 6-3,1 1-12,5 5 16,4 3 2,3 0-2,1-3 0,2 2-13,0-2 10,4-2-143,-2-5-92,0-2 29,-11-6-55,15-2-290</inkml:trace>
        </inkml:traceGroup>
      </inkml:traceGroup>
    </inkml:traceGroup>
    <inkml:traceGroup>
      <inkml:annotationXML>
        <emma:emma xmlns:emma="http://www.w3.org/2003/04/emma" version="1.0">
          <emma:interpretation id="{68EACBB1-EC1E-4230-AD01-3F2CB99CF412}" emma:medium="tactile" emma:mode="ink">
            <msink:context xmlns:msink="http://schemas.microsoft.com/ink/2010/main" type="paragraph" rotatedBoundingBox="4360,7658 18612,7560 18624,9399 4373,9497" alignmentLevel="1"/>
          </emma:interpretation>
        </emma:emma>
      </inkml:annotationXML>
      <inkml:traceGroup>
        <inkml:annotationXML>
          <emma:emma xmlns:emma="http://www.w3.org/2003/04/emma" version="1.0">
            <emma:interpretation id="{4DFCFA52-3062-4247-BB9F-A16C1B66BC91}" emma:medium="tactile" emma:mode="ink">
              <msink:context xmlns:msink="http://schemas.microsoft.com/ink/2010/main" type="line" rotatedBoundingBox="4360,7658 18612,7560 18624,9399 4372,9497"/>
            </emma:interpretation>
          </emma:emma>
        </inkml:annotationXML>
        <inkml:traceGroup>
          <inkml:annotationXML>
            <emma:emma xmlns:emma="http://www.w3.org/2003/04/emma" version="1.0">
              <emma:interpretation id="{9B1820F1-F5EB-4476-B135-6F4C31FC9B2F}" emma:medium="tactile" emma:mode="ink">
                <msink:context xmlns:msink="http://schemas.microsoft.com/ink/2010/main" type="inkWord" rotatedBoundingBox="4363,8110 5675,8101 5684,9487 4373,9497"/>
              </emma:interpretation>
              <emma:one-of disjunction-type="recognition" id="oneOf5">
                <emma:interpretation id="interp25" emma:lang="en-US" emma:confidence="0.5">
                  <emma:literal>16.</emma:literal>
                </emma:interpretation>
                <emma:interpretation id="interp26" emma:lang="en-US" emma:confidence="0">
                  <emma:literal>16</emma:literal>
                </emma:interpretation>
                <emma:interpretation id="interp27" emma:lang="en-US" emma:confidence="0">
                  <emma:literal>16,</emma:literal>
                </emma:interpretation>
                <emma:interpretation id="interp28" emma:lang="en-US" emma:confidence="0">
                  <emma:literal>169</emma:literal>
                </emma:interpretation>
                <emma:interpretation id="interp29" emma:lang="en-US" emma:confidence="0">
                  <emma:literal>96</emma:literal>
                </emma:interpretation>
              </emma:one-of>
            </emma:emma>
          </inkml:annotationXML>
          <inkml:trace contextRef="#ctx0" brushRef="#br0" timeOffset="40761.9675">625 2043 264,'0'0'789,"0"0"-522,0 0-107,0 0 12,0 0-29,0 0-46,0 0-51,0 0-34,0 0-11,-16-60 43,16 55 2,0-1 38,0 2-9,-2 2 67,2-2-29,0 2-45,0 0-7,-2 1 10,2 1-6,0 0-20,0 0-23,0 0-22,0 0 0,0 0-35,0 0-20,0 0-22,0 3-17,0 2-16,0 5 87,0 8 23,0 5 64,-6 8-25,1 5-7,-6 6-15,0 8-15,-2 2 17,1 5-17,-3 1-2,0 4-28,1 1 9,-2 1 6,-1 3 10,-3 1 6,-1 3-3,0-3 16,-2 2-15,-2-6 2,2-2-3,0-4-32,0-4-19,3-3-8,0-4-22,2-6-19,5-8-36,3-4-78,5-11-14,2-10-78,3-2-104,3-8-291</inkml:trace>
          <inkml:trace contextRef="#ctx0" brushRef="#br0" timeOffset="41369.3198">1506 2213 962,'0'0'684,"0"0"-373,0 0-210,0 0-17,0 0 30,0 0-40,0 0-41,0 0-32,0 0 18,0 0 7,0 0 13,-3-22-1,0 21 14,0-1 13,-1 0-10,0 1 3,-1-1-20,-1 2-12,-1 0-26,-1 0-3,-1 3-42,-3 4-13,-2 3 3,-2 5 3,-3 6-16,-2 3 43,-1 6 13,-1 5 12,-1 2 0,-1 3 0,3 2-13,-2 2 10,1 4-1,0-1-15,4 0 19,3-2 1,3-4 47,6-3-28,3-3-20,4-4 0,0-4-16,4-5-10,8-2 23,-1-5 1,2-4-28,3 0 30,0-5 19,1-4 3,2 0-6,-2-2 7,2-2 26,1-4-27,-1-1 17,1-5-26,0-1 6,-1-1 4,-2-2-23,-2 0 1,0 0 28,-4 0 0,-3-1-13,1 0-13,-3 2 20,-2-1 6,0 3-28,-4-1 0,0 3 24,0-2 4,-6 0-29,-2 0-13,-5 1 10,-2 1-20,-2 1-42,-6 0 1,1 4-7,-5 4-6,0 2-4,-2 1 23,-1 6 12,2 6 33,0 3-35,2 1-14,4 2 7,2-1-16,5 2-69,5 0-194,3-1-2,6-6-32,1 1-238</inkml:trace>
          <inkml:trace contextRef="#ctx0" brushRef="#br0" timeOffset="47504.6108">1333 2867 147,'0'0'104,"0"0"401,0 0-296,0 0-154,0 0-25,0 0 9,0 0 16,0 0-6,0 0-13,0 0-4,-3-71-2,3 65-7,1 1 9,1 1 30,-2 1 3,1 2-32,-1-1-4,0 1 0,0 1-6,0 0-23,0 0-16,0 0 12,0 0-12,0 0-7,0 0 1,0 0 9,0 0 0,0 0-13,0 0 3,0 0 21,0 0-15,0 0-2,0 0-1,0 0 7,0 0-13,0 0-42,0 0-49,0 0-79,0 0-110,0 0-56,0 0 78</inkml:trace>
        </inkml:traceGroup>
        <inkml:traceGroup>
          <inkml:annotationXML>
            <emma:emma xmlns:emma="http://www.w3.org/2003/04/emma" version="1.0">
              <emma:interpretation id="{7BE61B8C-FB9D-49FF-98B1-A28631A1877B}" emma:medium="tactile" emma:mode="ink">
                <msink:context xmlns:msink="http://schemas.microsoft.com/ink/2010/main" type="inkWord" rotatedBoundingBox="6304,8259 6704,8256 6709,9005 6310,9008"/>
              </emma:interpretation>
              <emma:one-of disjunction-type="recognition" id="oneOf6">
                <emma:interpretation id="interp30" emma:lang="en-US" emma:confidence="0.5">
                  <emma:literal>K</emma:literal>
                </emma:interpretation>
                <emma:interpretation id="interp31" emma:lang="en-US" emma:confidence="0">
                  <emma:literal>X</emma:literal>
                </emma:interpretation>
                <emma:interpretation id="interp32" emma:lang="en-US" emma:confidence="0">
                  <emma:literal>k</emma:literal>
                </emma:interpretation>
                <emma:interpretation id="interp33" emma:lang="en-US" emma:confidence="0">
                  <emma:literal>x</emma:literal>
                </emma:interpretation>
                <emma:interpretation id="interp34" emma:lang="en-US" emma:confidence="0">
                  <emma:literal>\</emma:literal>
                </emma:interpretation>
              </emma:one-of>
            </emma:emma>
          </inkml:annotationXML>
          <inkml:trace contextRef="#ctx0" brushRef="#br0" timeOffset="45336.1942">2281 2262 130,'0'0'356,"0"0"169,0 0-239,0 0-97,0 0-52,10-72 3,-8 58 19,1-1-20,0 4-19,-2 0-19,2 1 5,-2 3-12,-1 0-3,0 3-7,0 0-1,0 4 7,0 0-19,0 0-39,0 0-32,0 0-38,0 0-33,0 0-51,1 4-17,-1 6 68,0 5 71,0 4 32,0 8 13,0 4-3,-2 4-21,-4 1-21,0 2-20,0 4 17,-1-1-16,1 1 17,-5 1-22,2-1 24,-1 1 0,-1-2-22,-1-4 20,3-1-24,-3-4 7,4-3-36,0-5-16,-1-1-16,3-5-40,-1-2-74,3-6-52,-1-1 22,1-3 0,0-5-33,1-1-33,2-3-215</inkml:trace>
          <inkml:trace contextRef="#ctx0" brushRef="#br0" timeOffset="45754.1008">2467 2209 1396,'0'0'358,"0"0"-92,0 0-45,0 0-82,0 0-81,0 0-26,0 0-32,0 0 0,0 0-32,0 0 13,0 0-4,0-1-19,0 1-3,0 1 12,0 4 1,-3 5 12,-7 2 18,-1 5 2,-4 2 29,-2 2-28,-2 0 19,0-2-17,1-1 18,0-3-21,1 2-14,1-4 14,2 1 0,1-1-20,0-1 1,4-4 17,2 2-1,1-4-16,2-2 3,1 0 0,3 0-4,0-1-25,0 4-10,0 1 55,7 2 0,0 1 0,5 5 0,2 1 3,2 2-3,4 0-1,-2 3-33,0-1 33,1-2 1,-3 0-35,1 1 18,-1-2 1,1 0-7,-3-1-22,3-1-92,-3 2-110,3 0 62,-2-1-79,-2-3-114,3 1-308</inkml:trace>
          <inkml:trace contextRef="#ctx0" brushRef="#br0" timeOffset="48181.7149">2385 2805 78,'0'0'242,"0"0"162,0 0-254,0 0-92,0 0-38,0 0-18,0 0 0,0 0 11,0 0 0,0 0-11,0-2 1,0-1 20,0 0-1,0 2 11,0 0 3,0-1-7,0 2-13,0 0-3,0-1-10,0 1 10,0 0-13,0 0 0,0-1 1,0 1-1,0 0 1,0 0 1,0-1 0,0 1-2,0 0-1,0-1-1,0 1 1,0-2 0,0 2 0,0 0-2,0 0 1,0 0-1,0 0-13,0 0 14,0 0 1,0 0-2,0 0-13,0 0 13,0 0-20,0 0-6,0 0-30,0 0-71,0 0-37,0 0-38,0 0-13,0 0-7,0 0 156</inkml:trace>
        </inkml:traceGroup>
        <inkml:traceGroup>
          <inkml:annotationXML>
            <emma:emma xmlns:emma="http://www.w3.org/2003/04/emma" version="1.0">
              <emma:interpretation id="{ED0403E4-477D-4E3E-BB8D-CF8E564582A1}" emma:medium="tactile" emma:mode="ink">
                <msink:context xmlns:msink="http://schemas.microsoft.com/ink/2010/main" type="inkWord" rotatedBoundingBox="7343,8499 7670,8497 7673,8866 7346,8868"/>
              </emma:interpretation>
              <emma:one-of disjunction-type="recognition" id="oneOf7">
                <emma:interpretation id="interp35" emma:lang="en-US" emma:confidence="0.5">
                  <emma:literal>=</emma:literal>
                </emma:interpretation>
                <emma:interpretation id="interp36" emma:lang="en-US" emma:confidence="0">
                  <emma:literal>-</emma:literal>
                </emma:interpretation>
                <emma:interpretation id="interp37" emma:lang="en-US" emma:confidence="0">
                  <emma:literal>_</emma:literal>
                </emma:interpretation>
                <emma:interpretation id="interp38" emma:lang="en-US" emma:confidence="0">
                  <emma:literal>,</emma:literal>
                </emma:interpretation>
                <emma:interpretation id="interp39" emma:lang="en-US" emma:confidence="0">
                  <emma:literal>€</emma:literal>
                </emma:interpretation>
              </emma:one-of>
            </emma:emma>
          </inkml:annotationXML>
          <inkml:trace contextRef="#ctx0" brushRef="#br0" timeOffset="46071.644">3173 2376 362,'0'0'1838,"0"0"-1550,0 0-221,0 0-28,0 0 45,0 0-65,0 0-19,0 0-64,0 0 28,0 0 33,0 0-32,49-26-33,-30 24 0,0 2 6,0 0 4,1 3-7,1 3 20,1 2 42,1 1-52,1 1 3,-1 2-3,-1 2-43,-2 0-207,-4-3-148,-3 4-159</inkml:trace>
          <inkml:trace contextRef="#ctx0" brushRef="#br0" timeOffset="46284.0876">3205 2657 954,'0'0'1143,"0"0"-991,0 0-55,0 0-97,0 0-26,0 0-77,0 0-85,0 0 188,0 0 19,0 0-12,81 8-7,-55-4-59,2 1 24,4 3-47,0-1-77,1 4-221,-7-5-14,13 3-184</inkml:trace>
        </inkml:traceGroup>
        <inkml:traceGroup>
          <inkml:annotationXML>
            <emma:emma xmlns:emma="http://www.w3.org/2003/04/emma" version="1.0">
              <emma:interpretation id="{B9072EB5-2DD4-4C27-AFA1-433271276A1F}" emma:medium="tactile" emma:mode="ink">
                <msink:context xmlns:msink="http://schemas.microsoft.com/ink/2010/main" type="inkWord" rotatedBoundingBox="8293,7927 10049,7915 10057,9104 8301,9116"/>
              </emma:interpretation>
              <emma:one-of disjunction-type="recognition" id="oneOf8">
                <emma:interpretation id="interp40" emma:lang="en-US" emma:confidence="0.5">
                  <emma:literal>214</emma:literal>
                </emma:interpretation>
                <emma:interpretation id="interp41" emma:lang="en-US" emma:confidence="0">
                  <emma:literal>2194</emma:literal>
                </emma:interpretation>
                <emma:interpretation id="interp42" emma:lang="en-US" emma:confidence="0">
                  <emma:literal>2114</emma:literal>
                </emma:interpretation>
                <emma:interpretation id="interp43" emma:lang="en-US" emma:confidence="0">
                  <emma:literal>2134</emma:literal>
                </emma:interpretation>
                <emma:interpretation id="interp44" emma:lang="en-US" emma:confidence="0">
                  <emma:literal>2124</emma:literal>
                </emma:interpretation>
              </emma:one-of>
            </emma:emma>
          </inkml:annotationXML>
          <inkml:trace contextRef="#ctx0" brushRef="#br0" timeOffset="49429.0149">4342 2465 163,'0'0'186,"0"0"534,0 0-440,0 0-91,0 0 0,0 0-53,0 0-55,0 0-35,-10-72 22,10 62 20,0-2 35,0 4-13,0-3-23,0 1-9,0 1-4,0-2 0,4 4-42,-1-1-13,1 0-6,2 1-13,0 0 0,1 1-22,3 1-17,-1-1-6,0 2-3,3 2-33,0 2-6,2 0 22,2 0 20,0 7-49,2 4 94,2 2 51,-3 4-22,0 1 0,-1 4 23,0 3-14,-6 1 8,0 5-11,-6 1-3,-4 0-15,0 0-14,-3 2 16,-6-1-19,-6 1 13,-1-3-10,-3-1-3,-4 1 0,-2-1 0,-6-2-21,0-2-53,-3-3-14,0-1 30,1-4 55,1-5 3,2-2 32,4-5-19,3-3 20,4 0 8,3-1-11,4-2-8,4 0 27,2 0-4,0-6-27,2 0-18,3-3-23,-1-2-2,2-4-3,0 2 28,2-2 1,3-1 0,1 2 0,3 0-1,-1 4 0,1 1-39,1 2-13,0 2 27,0 4-11,3 1-38,2 0-11,3 7 43,1 4 4,4 2 8,2 2 30,0 1 4,0 0-4,1 1-7,2-2 7,-4 1 26,3-2-10,1 1-16,-1-4 0,3-1 0,-2 1 4,5-4-2,-3 0 1,3-3 13,-1-3 10,0-1-26,-1 0 0,1-4-71,-2-5-299,-8 0-60,7-11-140</inkml:trace>
          <inkml:trace contextRef="#ctx0" brushRef="#br0" timeOffset="49783.0482">5099 1860 271,'0'0'1993,"0"0"-1727,0 0-189,0 0-22,0 0-13,0 0-23,0 0-19,0 0-17,0 0-48,0 0-38,0 0-55,-2-11-49,4 21 61,2 4 146,0 7 0,-1 4 40,1 5-38,-4 5 18,0 2 19,0 3 10,0 4-49,-1 2-1,-5-1 1,1 2 26,-1-4-26,0-4-25,2-6 2,1-4-12,1-6-56,1-4-114,1-5-175,0-3-40,1-7-99</inkml:trace>
          <inkml:trace contextRef="#ctx0" brushRef="#br0" timeOffset="50104.3515">5506 1767 1041,'0'0'1437,"0"0"-1289,0 0-148,0 0-19,0 0-42,0 0-75,0 0-68,0 0 126,0 0 59,0 0 19,-4 87 23,-3-59 19,-2 2-10,0 1-19,0-3-13,1-1-1,3-1-1,0-4-11,2-3-3,2-2-4,1-3-5,0-3 25,4 1 0,2-2-23,4 0 23,4-3 13,5 0 25,4-2 21,5-3 9,5-1-23,3 1-29,2-2-16,3 0-35,-2-3-30,-1 1-107,-4-1-185,-3 1-33,-10 0 31,-1 0-130</inkml:trace>
          <inkml:trace contextRef="#ctx0" brushRef="#br0" timeOffset="50359.4558">5875 1938 931,'0'0'1479,"0"0"-1211,0 0-91,0 0-36,0 0-125,0 0-16,0 0-99,0 0-52,0 0-17,0 0-10,0 0 166,-17 54 12,8-25 25,0 5-3,0 3-22,0 4-29,-1 2 9,4 0 1,-1 5-17,0 1 7,2 0 16,-3 3-25,5-4-183,0 0-172,3-13-10,0 6-132</inkml:trace>
          <inkml:trace contextRef="#ctx0" brushRef="#br0" timeOffset="59014.4115">5564 2364 1132,'0'0'163,"0"0"-160,-84 17-3,53-9-16,-11 8-49,-3 5-33,8-1-107,-31 17-206</inkml:trace>
        </inkml:traceGroup>
        <inkml:traceGroup>
          <inkml:annotationXML>
            <emma:emma xmlns:emma="http://www.w3.org/2003/04/emma" version="1.0">
              <emma:interpretation id="{7C674F24-8BF2-4B22-851E-17FED1F5D8F3}" emma:medium="tactile" emma:mode="ink">
                <msink:context xmlns:msink="http://schemas.microsoft.com/ink/2010/main" type="inkWord" rotatedBoundingBox="10328,8420 10980,8415 10986,9211 10334,9216"/>
              </emma:interpretation>
              <emma:one-of disjunction-type="recognition" id="oneOf9">
                <emma:interpretation id="interp45" emma:lang="en-US" emma:confidence="0.5">
                  <emma:literal>X</emma:literal>
                </emma:interpretation>
                <emma:interpretation id="interp46" emma:lang="en-US" emma:confidence="0">
                  <emma:literal>x</emma:literal>
                </emma:interpretation>
                <emma:interpretation id="interp47" emma:lang="en-US" emma:confidence="0">
                  <emma:literal>+</emma:literal>
                </emma:interpretation>
                <emma:interpretation id="interp48" emma:lang="en-US" emma:confidence="0">
                  <emma:literal>¥</emma:literal>
                </emma:interpretation>
                <emma:interpretation id="interp49" emma:lang="en-US" emma:confidence="0">
                  <emma:literal>Y</emma:literal>
                </emma:interpretation>
              </emma:one-of>
            </emma:emma>
          </inkml:annotationXML>
          <inkml:trace contextRef="#ctx0" brushRef="#br0" timeOffset="50904.3642">6158 2286 280,'0'0'1631,"0"0"-1297,0 0-88,0 0 28,0 0-72,0 0-73,0 0-75,0 0-22,0 0-32,0 0-37,0 0-43,1-17-10,15 26 16,4-1 10,6 8-10,3 3 45,3 6 8,2 4 21,2 4 33,2 6-14,2 3 3,-1 1-22,-1 1-12,-2 0-14,-2 0 10,1-3-26,-2-3 39,-5-2 1,0-4 2,-2-3-65,-3-6-87,-1-5-139,-5-5-245,-4-7 58,-1-6-79</inkml:trace>
          <inkml:trace contextRef="#ctx0" brushRef="#br0" timeOffset="51184.1017">6752 2285 1679,'0'0'610,"0"0"-277,0 0-217,0 0-116,0 0-129,0 0-32,0 0 115,0 0 46,-44 73 4,27-41 28,-1 3 23,-1 1-10,-4 4 20,0 0 6,-3 3-36,2 2-16,-3 0-2,0 1-5,1 1-9,0-3 13,0-1-14,4-3-2,-1-4 0,5-5-13,2-3-29,1-3-74,5-6-52,4-3-149,2-8-131,1-1-1,3-7-203</inkml:trace>
        </inkml:traceGroup>
        <inkml:traceGroup>
          <inkml:annotationXML>
            <emma:emma xmlns:emma="http://www.w3.org/2003/04/emma" version="1.0">
              <emma:interpretation id="{4A4489A6-CE75-490D-992B-0E1449DEA523}" emma:medium="tactile" emma:mode="ink">
                <msink:context xmlns:msink="http://schemas.microsoft.com/ink/2010/main" type="inkWord" rotatedBoundingBox="11491,7609 18612,7560 18624,9290 11502,9339"/>
              </emma:interpretation>
              <emma:one-of disjunction-type="recognition" id="oneOf10">
                <emma:interpretation id="interp50" emma:lang="en-US" emma:confidence="0.5">
                  <emma:literal>8-248</emma:literal>
                </emma:interpretation>
                <emma:interpretation id="interp51" emma:lang="en-US" emma:confidence="0">
                  <emma:literal>8-24×8</emma:literal>
                </emma:interpretation>
                <emma:interpretation id="interp52" emma:lang="en-US" emma:confidence="0">
                  <emma:literal>8-22×8</emma:literal>
                </emma:interpretation>
                <emma:interpretation id="interp53" emma:lang="en-US" emma:confidence="0">
                  <emma:literal>8-27×8</emma:literal>
                </emma:interpretation>
                <emma:interpretation id="interp54" emma:lang="en-US" emma:confidence="0">
                  <emma:literal>8-2485</emma:literal>
                </emma:interpretation>
              </emma:one-of>
            </emma:emma>
          </inkml:annotationXML>
          <inkml:trace contextRef="#ctx0" brushRef="#br0" timeOffset="60913.4126">11298 2428 1292,'0'0'1095,"0"0"-943,0 0-110,0 0 32,0 0 65,0 0-7,0 0-30,0 0-54,-29-76-28,28 62 21,-2 0-6,1 1 23,2 1-1,-2 2-6,2 1-6,0 3-45,0 1 0,4 2-3,3-1-29,2 0-29,7 2 1,3-3 12,4 4 0,4 1-26,3 0 7,1 7 9,0 2 10,-2 3-3,1 2-11,-4 4 37,-4 4 7,-2 3 18,-7 2 13,-3 3 16,-8 3-29,-2 2-6,-13 0 6,-5 1 6,-8 0 14,-4-1-19,-4-2-1,-3-3 25,-3-3 4,1-3-28,0-2 2,3-4 22,-1-1 1,5-4-26,2-2 0,8-3 16,2-2 10,6-2-23,5-1-2,6-2 21,0-1-22,3 0-24,0 0-18,3 0 20,6 0 22,8 0 22,8 0 78,8 0 34,7 0-41,8-1-52,6-2-12,8-1 0,3 2-29,6-1-11,1 1-18,1-1 1,-3 2 2,-5 0-60,-5-1-154,-7-2-108,-14 0-238,2-7-244</inkml:trace>
          <inkml:trace contextRef="#ctx0" brushRef="#br0" timeOffset="61517.6983">11824 1468 228,'0'0'542,"0"0"-174,0 0-153,0 0 48,0 0-16,0 0-91,0 0-36,0 0-3,0 0-4,0 0-32,-4-4-36,4 4-9,1 0-14,2 0-6,3 0 0,4-1 39,6-1 10,5-2-27,4 3-15,4 0 6,4-3-3,3 3-23,2-3-2,1 1-1,-2 1 0,-1-1-13,-3 1 12,-4-2 1,-3 3 1,-6-1-1,-4-1 1,-5 2-1,-5 1 0,-3 0-2,-3 0 2,0-1 23,0 1-1,0 0-6,2 0-15,-2 0-1,0 0-12,0 0-13,0 0-11,0 0 11,0 0-17,0 1-19,0 6 28,0 6 33,0 7 71,-2 7-10,-2 8-28,-1 2 18,-3 5-25,-1 1-4,2 4 4,-2 0-1,0-2-25,0 2 0,-1-4-23,0 1 4,1-1-10,-1-4-16,1 1-39,-1-1-132,3-11-253,-7 8-522</inkml:trace>
          <inkml:trace contextRef="#ctx0" brushRef="#br0" timeOffset="63279.9908">13329 2471 2058,'0'0'427,"0"0"-320,0 0-107,0 0-1,0 0-12,0 0-3,-91 65 0,68-39 16,-1 0 16,-1 3-3,-1 0-10,2-3 0,-2 5-3,1 2-2,-2 0-17,-2 3-4,2 4 0,0 0 7,-2-1-19,2 1-4,3-3-16,1-2-62,2-4-58,4-5-26,3-2-23,3-6-95,5-7-10,1-6-284</inkml:trace>
          <inkml:trace contextRef="#ctx0" brushRef="#br0" timeOffset="62988.0673">12864 2304 772,'0'0'1472,"0"0"-1310,0 0-94,0 0 38,0 0 55,0 0 19,0 0-51,0 0-65,0 0-64,0 0-28,0 0-23,2-50-29,11 56 3,3 2-1,7 8 30,3 2 6,2 6 42,5 3 3,1 7 55,5 3 13,4 3-32,2 2-17,4 1-9,4 1 22,1-1-35,1 2 13,-1-5 3,-3 0-16,-4-4-1,-1-2-18,-8-3 3,-6-6-13,-5 0-32,-7-6-23,-5-2-28,-5-4-37,-6-3-126,-2-2-186,-2-3-82,-5-4-128</inkml:trace>
          <inkml:trace contextRef="#ctx0" brushRef="#br0" timeOffset="64554.3669">13343 2268 767,'0'0'1136,"0"0"-996,0 0-72,0 0 58,0 0 39,0 0 23,0 0-53,23-68-25,-20 64-11,-1 1 10,-2 1-16,1 1-86,-1 1-7,0 0-87,0 4-70,0 8-10,-6 7 167,-5 7 116,-3 9-55,-6 8-23,-4 3-12,-5 3-26,-1 1-10,-2 2-54,-5 1 32,0 1-13,-2 0-116,-3 1-159,-3 0-101,11-13-83,-14 13-93</inkml:trace>
          <inkml:trace contextRef="#ctx0" brushRef="#br0" timeOffset="64119.9361">14064 2648 749,'0'0'1408,"0"0"-1216,0 0-150,0 0-26,0 0 42,0 0 16,0 0-25,0 0-46,0 0-1,0 0 21,0 0 12,3 1-6,-3-1 3,1 0 17,4-3 1,3-3-50,4-1-19,4-4 19,1 0-1,5-2-1,-1-1-1,2-1 3,1 0 20,0 0-18,0-3 0,1-2 37,-2 1 18,2-3 20,-3-1-48,0 1 7,-4-1 15,-1 1-16,-6-1 10,1 0 16,-7 1-1,-2 0-2,-3-1-20,0 2-16,-4 0 19,-6 2-41,-2 2-2,-5 3-20,-3 2 3,-6 0-32,-4 4-22,-6 3 34,-3 2 17,-4 3-10,-1 3-6,1 5 22,1 3 14,3 2-21,5 4-12,3 0 19,3 0-3,3 2-10,4 0 10,5 0-1,3 5-18,4-1-1,3 2 4,3 4 19,2 1 3,1 0 0,1 1 0,5 0-16,6-1 28,4-2-24,3-1 25,3 1 29,6-3 12,2 0-25,3 3-12,3-4 15,4 1 23,-3-1-41,0-1 0,-1-1 37,-1 0-22,-5 0-16,-1-3 3,-5 0 7,-2 0-10,-6 1-15,-3-4-1,-5 1 13,-2-1 3,-4-2-1,-2-2 1,-2 0 23,-7-1 16,-3 1-20,-4-4-3,-7 2 0,-3-3-1,-6-1-15,-3 0-22,-1-5-10,-6 0-10,-1-1-9,1 0 15,-3-3 20,1-5 16,2-1 18,2-5 10,6-3 17,2-2 13,6-3 6,8-4 19,3-2-35,7-3 0,7-3-19,1-3-29,12-3-2,8-3-37,8 0-2,6-4-10,5 2-7,5 2 4,2 1-33,0 5-77,-2 5-74,-7 6-89,-3 6-241,-14 6-28,-6 2-392</inkml:trace>
          <inkml:trace contextRef="#ctx0" brushRef="#br0" timeOffset="51880.0109">7399 2544 264,'0'0'1259,"0"0"-1243,0 0-16,0 0-123,0 0 71,0 0 52,0 0 13,0 0-10,0 0 36,0 0 10,0 0 9,80 23 37,-59-29 15,3-4 14,2-1 2,3-2-25,0-4-36,1 1-17,-3-5 11,2 2 15,-4-4 23,-2 0 48,0-1-12,-2 1-50,-3 0-31,-3-1 12,-3 2 16,-2-2-15,-3 5-21,-2 0-2,-5 0 19,0 2-17,0 0 4,-5 0 3,-5 3-6,0 1-23,-6 3-22,0 0-3,-8 4-13,-2 5-38,-3 1-42,-7 9 32,-1 5 13,-2 7 26,-3 5-7,3 1 3,3 3 6,4 1 4,5 1-13,4-3-19,10-1 22,2 0-3,6-3-17,5 1 1,0-2 6,5-1 13,7 2 26,3-2-33,2 0 17,3 1 16,3-3-9,3 1 12,3-1 29,1-1-29,2 0-2,1-2 2,-2 0 3,0 0 13,-2 1-16,-2-1-1,-4 0 1,-4-1-1,-5 0 0,-3-3 1,-5 0 22,-4-1-3,-2-3-3,-1 0 0,-8 0 19,-7-3-35,-4 1-25,-6-2-43,-4 0 40,0-1 27,-5-4 2,-1-1 14,0 0 14,-3-1 20,3-7-24,2-2 33,0-2 10,4-2-1,4-3-12,6-3-4,4-4 39,9-4-23,5-4-67,2-7-34,15-2 2,11-3-3,9 1-39,7 1-3,9 2 10,5 7 2,3 3-35,-1 5-32,0 4-278,-18 8-390,13-4-363</inkml:trace>
          <inkml:trace contextRef="#ctx0" brushRef="#br0" timeOffset="56299.9622">9222 2624 2668,'0'0'399,"0"0"-290,0 0-36,0 0-19,0 0-54,0 0-41,0 0 22,0 0 17,118-36-1,-66 28-19,8 2-35,5 0-4,6 4-13,4 2 23,0 0-36,0 6-161,-1 3-224,-19-1-278,11 6-75</inkml:trace>
        </inkml:traceGroup>
      </inkml:traceGroup>
    </inkml:traceGroup>
    <inkml:traceGroup>
      <inkml:annotationXML>
        <emma:emma xmlns:emma="http://www.w3.org/2003/04/emma" version="1.0">
          <emma:interpretation id="{9BF4100F-5254-4F7F-814E-C4D63325B391}" emma:medium="tactile" emma:mode="ink">
            <msink:context xmlns:msink="http://schemas.microsoft.com/ink/2010/main" type="paragraph" rotatedBoundingBox="8119,9136 24248,9256 24235,10988 8106,10868" alignmentLevel="2"/>
          </emma:interpretation>
        </emma:emma>
      </inkml:annotationXML>
      <inkml:traceGroup>
        <inkml:annotationXML>
          <emma:emma xmlns:emma="http://www.w3.org/2003/04/emma" version="1.0">
            <emma:interpretation id="{EDE69042-1906-4E87-84EF-0F044C4B1A4B}" emma:medium="tactile" emma:mode="ink">
              <msink:context xmlns:msink="http://schemas.microsoft.com/ink/2010/main" type="line" rotatedBoundingBox="8119,9136 24248,9256 24235,10988 8106,10868"/>
            </emma:interpretation>
          </emma:emma>
        </inkml:annotationXML>
        <inkml:traceGroup>
          <inkml:annotationXML>
            <emma:emma xmlns:emma="http://www.w3.org/2003/04/emma" version="1.0">
              <emma:interpretation id="{168E0F26-DBC5-48F3-8CC6-74C5C3CA1FAE}" emma:medium="tactile" emma:mode="ink">
                <msink:context xmlns:msink="http://schemas.microsoft.com/ink/2010/main" type="inkWord" rotatedBoundingBox="8116,9572 12352,9604 12342,10894 8106,10862"/>
              </emma:interpretation>
              <emma:one-of disjunction-type="recognition" id="oneOf11">
                <emma:interpretation id="interp55" emma:lang="en-US" emma:confidence="0.5">
                  <emma:literal>128</emma:literal>
                </emma:interpretation>
                <emma:interpretation id="interp56" emma:lang="en-US" emma:confidence="0">
                  <emma:literal>528</emma:literal>
                </emma:interpretation>
                <emma:interpretation id="interp57" emma:lang="en-US" emma:confidence="0">
                  <emma:literal>728</emma:literal>
                </emma:interpretation>
                <emma:interpretation id="interp58" emma:lang="en-US" emma:confidence="0">
                  <emma:literal>1728</emma:literal>
                </emma:interpretation>
                <emma:interpretation id="interp59" emma:lang="en-US" emma:confidence="0">
                  <emma:literal>1228</emma:literal>
                </emma:interpretation>
              </emma:one-of>
            </emma:emma>
          </inkml:annotationXML>
          <inkml:trace contextRef="#ctx0" brushRef="#br0" timeOffset="53262.994">4830 4038 277,'0'0'1759,"0"0"-1490,0 0-194,0 0-14,0 0-25,0 0-4,0 0-6,0 0 3,0 0 48,0 0 23,0 0 23,-20-63-8,20 63-25,0 0-13,0 0-36,0 0-41,0 0-80,-1 4-45,-2 6-13,0 6 45,-3 8 77,-2 8 16,-1 4 10,-1 6 8,-1-1-18,0 0-20,3 2-2,-2-1 9,1 0-13,0 2-32,-1-1 16,3-3-19,1-2-78,-2-3-214,-1-4-112,5-8 9,-5-1-124</inkml:trace>
          <inkml:trace contextRef="#ctx0" brushRef="#br0" timeOffset="54356.017">5211 4014 323,'0'0'228,"0"0"-153,0 0 111,0 0 114,0 0-56,0 0-52,0 0-10,0 0 3,0 0-55,0 0-29,0 0-7,0 1 16,0-1 9,0 0-25,1-1-36,1-1-26,-1 2-32,2-2-6,3-2-26,1-1 9,3 1 4,0 0-30,3 0-9,0 2 16,0 1 10,2-1-20,3 2-10,0 0 30,2 2 6,0 2-9,0 3 35,3 2 3,-3 2 39,1 1 29,-3 1 10,-2 1-16,0 3-14,-4-1-25,-1 0-13,-4 1-10,-4 1 23,-3-1 6,0 1 1,-3 1 2,-8-1-9,-2 0-4,-4 0-18,-2 0-4,-3-1-2,-1 0-15,1-5-2,-2 1 16,4-2 1,1-4 0,3 0 2,3-2 1,2-3 28,4 1-4,2-2 1,2 0-23,3-1-3,0 0-32,0 0-26,0 0 0,0 0-3,0 0-17,0 0 1,8 3 41,2-1 36,5 0 55,7 2-3,4-2 6,6 2-3,4-3-36,4 2-19,2-1-11,4-2-11,0 0-120,2 0-153,-1-5-182,-9 2-5,14-7-196</inkml:trace>
          <inkml:trace contextRef="#ctx0" brushRef="#br0" timeOffset="55021.226">6144 4200 965,'0'0'1584,"0"0"-1437,0 0-147,0 0-2,0 0-104,0 0-7,0 0 113,0 0 22,0 0 85,0 0 2,51-19 11,-29 6-2,1-2-18,5-1-33,-1-2-19,0 2-30,-1-2-18,1 1 0,-5 0 21,0 2 18,-5-1-7,-4 2 0,-2 1 19,-2 0 9,-2 1-9,-2-2-13,-1 0 6,-2 2 1,-2-4-23,0 2-9,0-3 9,-8 2-22,1-1-1,-3 2 1,-4 3 2,-1 0-2,-4 2-48,-1 1 39,-3 5 6,0-1 3,-3 4-57,-3 0-16,1 6 34,0 3 1,1 3-22,1 2 6,3 1 18,1 3 1,2 2-35,6 0 0,0 2 25,5 2 13,1-2-13,5 2 6,0-1 14,3-1 5,3-2-15,6 1-4,5-2 10,1-1 27,5 0-30,3-1 32,2-2 3,5 3 26,2-2-26,5 1 13,0-2 17,1 2 8,0 0-40,-1-2 12,-1 3-11,-3-1 1,-4-1-1,-7-1-2,-2 0 1,-9-1-1,-2-1 0,-6-1 0,-3 1 38,-5-2 20,-7 2-19,-6-1-7,-5 0-3,-3 0-10,-3 0-19,-4-4 0,0-1 13,0-1 6,-2-4-18,2-2 0,3 0 34,2 0-6,1-5-4,4-4-9,6-2 29,2-1 6,7-6-44,3-4-7,5-8-20,0-3-21,13-9-20,7 0-12,9-3 22,7 5-20,5 5-48,5 6-32,0 5-72,4 5-256,-11 6-242,16-3-45</inkml:trace>
          <inkml:trace contextRef="#ctx0" brushRef="#br0" timeOffset="57822.993">6760 3934 1304,'0'0'338,"0"0"-75,0 0-188,0 0-26,0 0 38,0 0-2,0 0-59,0 0-26,0 0 0,0 0 24,-56 1 54,34-1-26,-9 4-20,-8 3 5,-6 3-37,-11 5-39,-12 4 3,-14 8 4,-11 5-3,-13 5-40,-12 4 14,-6 4 44,-6 4 16,-3 0-31,1 4-33,1-2 3,6 3-9,4 0-53,7 0-64,7-1-72,10-4 35,27-13 23,-14 7-144</inkml:trace>
          <inkml:trace contextRef="#ctx0" brushRef="#br0" timeOffset="52599.7423">3943 3712 973,'0'0'586,"0"0"-229,0 0-188,0 0-55,0 0-53,0 0-9,0 0-17,34-79-18,-12 62-17,3 0-3,3 3-29,6 1-7,4 2 13,3 3-6,6 2-4,5 3-12,12 3 28,9 0-12,8 3-7,10 3 21,8 2 16,6-2 4,6 1-15,8-1 11,4-1 2,8-1 26,2-4-13,7 0-13,4 0 33,3-3-10,3-3-1,5-3-19,1-1 56,4-3 2,-1-2 27,-4 1-46,-2 2 23,-7-1-36,-8 2-28,-6 3-1,-11 0-23,-9 4 10,-10 0-6,-12 2 6,-9-1 12,-7 3 1,-11-1 0,-9 1-20,-8 0 17,-9 0-26,-8 0-33,-6 0-44,-10 1-37,-6 2-6,-7-1-82,0 3 16,-8 0-16,-3 1-101,-19 2-431</inkml:trace>
        </inkml:traceGroup>
        <inkml:traceGroup>
          <inkml:annotationXML>
            <emma:emma xmlns:emma="http://www.w3.org/2003/04/emma" version="1.0">
              <emma:interpretation id="{68452174-CDBD-46C9-93E5-82572A8AD98E}" emma:medium="tactile" emma:mode="ink">
                <msink:context xmlns:msink="http://schemas.microsoft.com/ink/2010/main" type="inkWord" rotatedBoundingBox="11215,10045 12444,10054 12439,10840 11209,10830"/>
              </emma:interpretation>
              <emma:one-of disjunction-type="recognition" id="oneOf12">
                <emma:interpretation id="interp60" emma:lang="en-US" emma:confidence="0.5">
                  <emma:literal>XI</emma:literal>
                </emma:interpretation>
                <emma:interpretation id="interp61" emma:lang="en-US" emma:confidence="0">
                  <emma:literal>X,</emma:literal>
                </emma:interpretation>
                <emma:interpretation id="interp62" emma:lang="en-US" emma:confidence="0">
                  <emma:literal>x,</emma:literal>
                </emma:interpretation>
                <emma:interpretation id="interp63" emma:lang="en-US" emma:confidence="0">
                  <emma:literal>xi</emma:literal>
                </emma:interpretation>
                <emma:interpretation id="interp64" emma:lang="en-US" emma:confidence="0">
                  <emma:literal>Xi</emma:literal>
                </emma:interpretation>
              </emma:one-of>
            </emma:emma>
          </inkml:annotationXML>
          <inkml:trace contextRef="#ctx0" brushRef="#br0" timeOffset="55312.0088">7128 4012 1929,'0'0'1130,"0"0"-1069,0 0-61,0 0-173,0 0-62,0 0 187,0 0 48,0 0 13,0 0 19,88 82-16,-61-63-1,5 0-15,-1 3 0,3 0 10,2 2-8,-2 2 37,2 1-26,0 2-13,-3 0-3,1 1 1,-4 1 0,-3-2 0,-1 1-24,-4-4-196,-2-3-79,-4-4-192,-5-6-12,-1 0-127</inkml:trace>
          <inkml:trace contextRef="#ctx0" brushRef="#br0" timeOffset="55853.6404">8220 3903 2448,'0'0'570,"0"0"-570,0 0-209,0 0 209,0 0 16,0 0 42,30 73-32,-27-48-1,3 2 14,-2 3 9,-1 3-3,0 4 6,-1 4-6,-2 5-13,0-1-7,0 1-2,-2-1-23,-1 0 0,-4-2-26,4-6 13,0-2 1,0-6-27,2-4-15,-1-6-30,2-5-95,0-4-82,2-6-82,1-2-251,4-8-139</inkml:trace>
          <inkml:trace contextRef="#ctx0" brushRef="#br0" timeOffset="55574.4457">7689 3992 2176,'0'0'790,"0"0"-636,0 0-154,0 0-38,-89 30-10,65-15 0,-3 4-4,-4 5 27,0 4 25,-3 1 1,-2 2 50,-2 3 13,-1 2-13,1 2-15,-1 4-36,3 0-16,2 2-13,2 1 3,2-1-3,4-1-67,5-3-65,1-5-26,7-7-58,3-7-105,8-8-92,2-6-53,5-7-521</inkml:trace>
        </inkml:traceGroup>
        <inkml:traceGroup>
          <inkml:annotationXML>
            <emma:emma xmlns:emma="http://www.w3.org/2003/04/emma" version="1.0">
              <emma:interpretation id="{00BE9331-1795-4E0B-9A48-1F886343E8BB}" emma:medium="tactile" emma:mode="ink">
                <msink:context xmlns:msink="http://schemas.microsoft.com/ink/2010/main" type="inkWord" rotatedBoundingBox="13718,9178 24248,9256 24235,10988 13705,10910"/>
              </emma:interpretation>
              <emma:one-of disjunction-type="recognition" id="oneOf13">
                <emma:interpretation id="interp65" emma:lang="en-US" emma:confidence="0.5">
                  <emma:literal>--1280×8=1824</emma:literal>
                </emma:interpretation>
                <emma:interpretation id="interp66" emma:lang="en-US" emma:confidence="0">
                  <emma:literal>--1280×8=18-24</emma:literal>
                </emma:interpretation>
                <emma:interpretation id="interp67" emma:lang="en-US" emma:confidence="0">
                  <emma:literal>--1280×8=18÷24</emma:literal>
                </emma:interpretation>
                <emma:interpretation id="interp68" emma:lang="en-US" emma:confidence="0">
                  <emma:literal>--1281×8=1824</emma:literal>
                </emma:interpretation>
                <emma:interpretation id="interp69" emma:lang="en-US" emma:confidence="0">
                  <emma:literal>--1281×8=18÷24</emma:literal>
                </emma:interpretation>
              </emma:one-of>
            </emma:emma>
          </inkml:annotationXML>
          <inkml:trace contextRef="#ctx0" brushRef="#br0" timeOffset="66042.5333">12131 3872 2312,'0'0'709,"0"0"-479,0 0-172,0 0-23,0 0-35,0 0-23,0 0-37,0 0-17,0 0 0,0 0-28,0 0 63,0 27 42,5-4 42,1 8 9,-2 9-22,0 7-27,-1 4 4,0 4-6,0 4-16,-3 3-3,0 3-7,0-2 1,0-1-46,0-3-80,0-8-123,1-10-205,3-11-96,8-7-48</inkml:trace>
          <inkml:trace contextRef="#ctx0" brushRef="#br0" timeOffset="66502.7041">12584 3946 1816,'0'0'1026,"0"0"-1026,0 0-26,0 0 26,0 0 4,84-18 57,-48 10-10,4 3-12,0 1 6,-1 4 19,0 0 25,1 1-12,-4 7-10,-2 1 3,-3 4-32,-2 3-38,-3 2 0,-6 2-19,-4 3 19,-6 2-3,-7 4 3,-3 2 9,-9 1-9,-9 3-3,-7-1-32,-4 0-9,-7-3 18,-1-3 5,-1-3 21,2-5 32,2-2 0,1-2-13,4-3-3,4-5 15,5-1 17,6-2-22,6-2-4,2-2 13,4 0-19,2-1-16,0 0-38,0 0 12,2 0 7,9 0 19,5 0 54,8 0 70,7 0 49,6 0-75,9 2-70,3 0-16,6 1-12,4 1-33,3 1 14,1-3 7,1 1-11,-1-2-106,-1-1-111,-3 0-75,-3-8-141,-2 0-171,-17 0-144,12-9-396</inkml:trace>
          <inkml:trace contextRef="#ctx0" brushRef="#br0" timeOffset="67137.4981">13679 4025 1349,'0'0'709,"0"0"-369,0 0-211,0 0-12,0 0-37,0 0-64,0 0-16,0 0 0,0 0 13,0 0 19,0 0 17,33-18 28,-7 11 9,2-3-25,3 2-9,0-4 27,0 0-5,0 1-42,0-2-10,-3-1 26,0-2-4,-3-1-5,0-1-17,-5-1 3,-4 0-12,-2-3-13,-7 0-16,-2-1 15,-4 0-1,-1-1-14,-6-1-22,-7 2 9,-5 1 4,-8 3-29,-3 3-7,-7 6 20,-5 4 2,-5 3-21,-6 3 8,-1 6 11,-2 5 12,-1 4-7,5 0 8,1 6-1,8 0 10,4 2-4,7 1-9,8 2-4,7 4 1,6-1 0,9 1-1,1 1 7,14-2 29,8 1 2,7-2 1,7-1 9,7 1 24,7-3-7,6 0-13,2-2 10,3-1 19,-1-1 9,1-3-9,-4 3-3,-3-1 38,-4-1 0,-6 0-6,-6 2-14,-6-1-15,-9-1-45,-6 2-19,-8-2 19,-6-1 1,-3 1 18,-12 0 3,-6-1-18,-10 1-4,-3-1-21,-5-1-23,-3-3-4,-5-1 10,-2-4 15,-4-3 20,1-1-32,-2-3 34,4-2 1,1 0 9,5-7 26,7-1 20,8-5 5,7-2 4,9 0-26,9-6 7,1-2-45,14-5 0,11-6-22,11-3-1,8-4-2,11-2-13,4 1-23,7 3 7,1 5-29,-1 4-113,-3 4-58,-1 5-24,-7 6-88,-15 5-316,9-2-139</inkml:trace>
          <inkml:trace contextRef="#ctx0" brushRef="#br0" timeOffset="67667.5159">15131 3958 1299,'0'0'1024,"0"0"-859,0 0-4,0 0 64,0 0-93,0 0-132,0 0-132,0 0 81,0 0 51,-93 49 16,70-20 32,-3 2-3,2 2 3,-4 2-25,-1 3-20,1 4 16,-6 3-8,1 2-11,-1 1-48,0 0 32,3-5 12,3-3-44,5-7 7,3-4-11,7-7-41,5-7-97,2-3-140,5-7-180,1-4-99</inkml:trace>
          <inkml:trace contextRef="#ctx0" brushRef="#br0" timeOffset="67416.9524">14627 3848 919,'0'0'1863,"0"0"-1596,0 0-178,0 0-38,0 0-6,0 0 16,0 0 34,0 0-9,80 23-25,-48-5-33,2 5-6,3 7-19,2 3-3,0 4 0,4 6 13,-1-1-13,0 1-15,-2 1-2,-4-2 17,-2-1 0,-6-2-20,-2-2-27,-7-5 25,-2-2-115,-6-4-68,-3-4-19,-4-7-37,-4-3-78,0-5-307,0-5-89</inkml:trace>
          <inkml:trace contextRef="#ctx0" brushRef="#br0" timeOffset="68457.8421">15736 4101 992,'0'0'746,"0"0"-305,0 0-243,0 0-59,0 0-39,0 0-10,0 0-13,0 0-77,0 0-29,0 0 18,79-48 11,-52 32 33,1-1 8,1 2 21,1-3 11,0-3 24,0 1-1,1-2-13,-3-3-16,-2 1-7,-4-3-12,-2-2-35,-1 0-10,-5-1 15,-5 2-18,-2 1-2,-5 0 2,-2 4 14,-5 2-14,-8 3 0,-1 1-2,-8 4-21,-4 2-12,-5 3 10,-5 3 12,-3 4 12,-4 1-12,-1 2 11,-2 7 2,1 3 0,3 2-3,1 4-16,3 1 17,7 3-11,5 3-25,3 3-1,7 2 11,2 1-1,6 2-9,5 0-4,3 2 42,2-2 1,7 2-1,5 0-3,3-3 3,3 3 15,5-3-12,2 1 10,5-1 0,2-3 20,3 1-33,-1-2 0,1-1 23,-1-1 12,-1-2-22,-4-1-10,2 1 29,-2-1 16,0-1 114,-5-2-131,-2 0-30,-4-1-2,-9-2-16,-1-1-5,-8 0 22,-2-2 28,-2-1-27,-8 0 2,-4-1 22,-5 0-22,-6 0-3,-2-3-28,-5-3 13,-2 0 14,-3-4-11,-2-2 12,0 0 13,1-1 15,-1-6-12,3-3-3,2-2 18,2-3 7,2-2-25,5-4 16,5 1 31,4-3 25,7-2-3,3-3-26,6-3-9,3-4-41,12-2-6,7-5-17,9-1 16,8-2-20,12 0-33,8 1-9,7 3 22,3 5-12,3 5-26,-3 6-22,-4 4-90,-6 4-263,-18 5-276,6-3-446</inkml:trace>
          <inkml:trace contextRef="#ctx0" brushRef="#br0" timeOffset="73694.8038">16706 4100 1223,'0'0'225,"0"0"-225,0 0-17,0 0 17,96 1 0,-59-1 0,0 0-26,0 0-13,1 0-7,-1 0-65,-8 2-133,11-2-317</inkml:trace>
          <inkml:trace contextRef="#ctx0" brushRef="#br0" timeOffset="73481.371">16853 3983 385,'0'0'691,"0"0"-457,0 0-136,0 0-46,0 0 68,0 0 1,0 0 103,51-66 52,-45 57-150,2 0-22,-3 0 12,1 1 10,1 1-33,0 1-50,4 4-43,1-1-19,4 2 6,2 1 11,1 0-2,4 3-18,-1 0 21,4 4-1,2-2-18,-3 1 17,3 3-16,-3-3-1,1-1-9,-5 2-29,0-1-71,-4-2-101,-3 1-126,-4-2-93,-6-1-180</inkml:trace>
          <inkml:trace contextRef="#ctx0" brushRef="#br0" timeOffset="56485.3862">9547 3111 2754,'0'0'145,"0"0"-145,0 0-151,77-12 109,-25 1 42,11-3-1,9 0-22,4 1-48,-18 4-372,17 2-786</inkml:trace>
          <inkml:trace contextRef="#ctx0" brushRef="#br0" timeOffset="65533.7215">10876 4087 688,'0'0'1041,"0"0"-609,0 0-432,0 0-17,0 0 5,0 0 12,101-20 29,-55 9-13,3 4-16,7-1 0,-1 2-16,1 1 3,-4 3-39,-3 2-68,-5 0-264,-13 0-169,4 1-485</inkml:trace>
          <inkml:trace contextRef="#ctx0" brushRef="#br0" timeOffset="65738.1765">11121 4314 1740,'0'0'979,"0"0"-963,0 0-16,0 0-87,0 0 80,0 0 7,117-27 0,-71 14-12,4 0-56,0 5-68,0 1-337,-14 3-190,11-2-139</inkml:trace>
          <inkml:trace contextRef="#ctx0" brushRef="#br0" timeOffset="75417.9749">18050 3676 783,'0'0'531,"0"0"-330,0 0-83,0 0 96,0 0-39,0 0 26,0 0-78,0 0-35,0 0-8,0 0 1,0 0 16,19-65 9,-16 64 0,-3-1-19,0 2-39,0 0-48,0 2-10,1 5 9,1 6 1,-2 3 4,0 6 12,0 2-14,0 6-1,-7 2 2,-2 4 10,-3 2-12,0 5-1,-2 2-1,-3 0-15,1 1-10,-2 2-19,-1 0-6,-3-1-23,1-2-39,0 0-41,0-1-1,1-4-23,4-4-85,1-4-7,4-6 27,3-5-44,3-10-130,4-3-357</inkml:trace>
          <inkml:trace contextRef="#ctx0" brushRef="#br0" timeOffset="75850.783">18367 3807 1646,'0'0'461,"0"0"-328,0 0-62,0 0 16,0 0-58,0 0-16,0 0 0,0 0 16,0 0 23,-76 50-4,65-28 20,3 1-7,2 1-6,3 2 3,3 1-13,0 1-16,3-2-10,8 1 7,1-4-7,6 1 4,2-4-11,3-2 24,0-2-14,5-4-20,0 0-2,0-4 3,0-3 0,3-3-3,-2-2 0,-1 0 1,0-1 15,-2-6-15,-3-4 0,-2-2 12,-1-1-13,-3-3 0,-3-2-16,-6-3 13,0-1-16,-5-3-29,-3-2 3,0-3-6,-5-1-10,-3-2-20,-7-1 23,1 3 39,-3 2-39,-2 2-3,-3 8-23,-1 3-13,1 7-49,-1 3-81,0 7-62,0 0-36,7 3-79,-4 6-382</inkml:trace>
          <inkml:trace contextRef="#ctx0" brushRef="#br0" timeOffset="76317.0556">18933 3855 440,'0'0'1633,"0"0"-1416,0 0-65,0 0 94,0 0-28,0 0-92,0 0-72,0 0-19,0 0-3,34-65-13,-15 64 10,4 1 0,2 1-16,1 5-1,2 1 1,-3 3 10,-1 2-23,-1 2-1,-3 1 1,-3 3-4,-4 0-15,-1 2 0,-6-1 3,-3 2 14,-3-1-24,-2 0-6,-8 2 0,-9-2-3,-4 2-3,-4-3-20,-8-1 4,-1 0-4,-1-2 26,1-2 28,1-3 4,3 0 23,2-3 6,3-1 0,5 1 0,3-2 3,2-2-7,5 1-9,4-1-3,5-2 3,3 1-14,0 0 1,3-1 29,8 1 16,5-1-7,6 2-25,5-3-13,4 1-3,3 1-22,5-2-20,3 0-6,1 0-16,2-1-35,1 0-68,0 0-85,2-1-45,-4-6-177,-10 2-37,14-8-98</inkml:trace>
          <inkml:trace contextRef="#ctx0" brushRef="#br0" timeOffset="76678.0971">19731 3739 2043,'0'0'275,"0"0"-148,0 0 115,0 0 28,0 0-52,0 0-49,0 0-33,0 0-15,0 0-10,0 0-42,0 0-15,-49-32 2,43 49 10,-3 6 9,4 3 8,-3 6-27,2 2-31,1 2-24,1 0 2,2 1 0,2 1-3,-1-1-12,-1 0 9,1 0 1,-1-2-23,2-1 1,0-3 2,0-5-6,2 0-11,5-4-2,4-3-12,4-1 0,3-3-4,5-3-6,2-3 0,4-2-29,1-2-54,2 0-32,0-1-20,1-2 6,-6-1-33,4-1-47,-3 0-81,3 0-170,-11-1-4,8-6-106</inkml:trace>
          <inkml:trace contextRef="#ctx0" brushRef="#br0" timeOffset="76931.4323">20070 4132 2338,'0'0'355,"0"0"-159,0 0 32,0 0-1,0 0-62,0 0-41,-79 27-17,59-11-9,1 3-13,-1 3-4,0 4-38,-2 4-43,-1 6-19,1 0-6,-4 5 25,-2-3-47,2 3-41,-3-1-25,-1-1-58,-2-2-96,1-2-117,-1-4-216,7-9-218,-6 1-395</inkml:trace>
          <inkml:trace contextRef="#ctx0" brushRef="#br0" timeOffset="78993.7549">18086 4636 176,'0'0'284,"0"0"-49,0 0-59,0 0-27,0 0-12,-14-72 10,11 57 6,2 1 32,-1-2 43,-1 4-24,3-2-51,-1 1 18,-1 0-45,2 1-13,0 3-48,0 2 9,3 0-4,2 3-53,2 3-17,3 1 0,2 0 1,5 0 12,6 5 6,-1 3 10,6-1 0,5 4-27,8 0 14,0 2 3,8 0-16,1 0 0,4 1-1,2 0 0,-1-1-2,-1 2-3,0-1-13,-2-2 15,-4 0-1,-2 0-1,-6-3-13,-1 0 13,-5-3-17,-2 0-8,-5 0-14,-5-4-3,-2 1-23,-5-2-22,-4-1-23,-3 0-13,-2 0-16,-4 0-37,-2 0-80,0 0-11,0 0-10,0 0-55,-5 0-174</inkml:trace>
          <inkml:trace contextRef="#ctx0" brushRef="#br0" timeOffset="79296.9756">18030 4762 225,'0'0'1790,"0"0"-1596,0 0-132,0 0-20,0 0 26,0 0-68,0 0-26,82-29 10,-43 25 13,9 2 3,4 1 21,5 1 24,5 0 14,3 3-1,6 3-3,-2 1-20,2 1-14,-1 0-21,1-1-26,-5 3 3,-4-2-16,-4 3-28,-11-4-140,-5 4-150,-10-4-176,-11 0 5,-3-2-193</inkml:trace>
        </inkml:traceGroup>
      </inkml:traceGroup>
    </inkml:traceGroup>
    <inkml:traceGroup>
      <inkml:annotationXML>
        <emma:emma xmlns:emma="http://www.w3.org/2003/04/emma" version="1.0">
          <emma:interpretation id="{8B88F423-6993-4684-83CA-993EB5432073}" emma:medium="tactile" emma:mode="ink">
            <msink:context xmlns:msink="http://schemas.microsoft.com/ink/2010/main" type="paragraph" rotatedBoundingBox="3189,10867 20457,10966 20447,12742 3179,12643" alignmentLevel="1"/>
          </emma:interpretation>
        </emma:emma>
      </inkml:annotationXML>
      <inkml:traceGroup>
        <inkml:annotationXML>
          <emma:emma xmlns:emma="http://www.w3.org/2003/04/emma" version="1.0">
            <emma:interpretation id="{8E426C76-BEDC-4EB8-B600-1C806C484AC4}" emma:medium="tactile" emma:mode="ink">
              <msink:context xmlns:msink="http://schemas.microsoft.com/ink/2010/main" type="line" rotatedBoundingBox="3189,10867 20457,10966 20447,12742 3179,12643"/>
            </emma:interpretation>
          </emma:emma>
        </inkml:annotationXML>
        <inkml:traceGroup>
          <inkml:annotationXML>
            <emma:emma xmlns:emma="http://www.w3.org/2003/04/emma" version="1.0">
              <emma:interpretation id="{C1C45ADA-11C6-4F2D-90EF-8E936DD97693}" emma:medium="tactile" emma:mode="ink">
                <msink:context xmlns:msink="http://schemas.microsoft.com/ink/2010/main" type="inkWord" rotatedBoundingBox="3187,11139 7022,11161 7014,12605 3179,12583"/>
              </emma:interpretation>
              <emma:one-of disjunction-type="recognition" id="oneOf14">
                <emma:interpretation id="interp70" emma:lang="en-US" emma:confidence="0.5">
                  <emma:literal>No-of</emma:literal>
                </emma:interpretation>
                <emma:interpretation id="interp71" emma:lang="en-US" emma:confidence="0">
                  <emma:literal>no-of</emma:literal>
                </emma:interpretation>
                <emma:interpretation id="interp72" emma:lang="en-US" emma:confidence="0">
                  <emma:literal>No-off</emma:literal>
                </emma:interpretation>
                <emma:interpretation id="interp73" emma:lang="en-US" emma:confidence="0">
                  <emma:literal>Non-of</emma:literal>
                </emma:interpretation>
                <emma:interpretation id="interp74" emma:lang="en-US" emma:confidence="0">
                  <emma:literal>No-if</emma:literal>
                </emma:interpretation>
              </emma:one-of>
            </emma:emma>
          </inkml:annotationXML>
          <inkml:trace contextRef="#ctx0" brushRef="#br0" timeOffset="82803.7607">-445 5385 1778,'0'0'344,"0"0"-309,0 0-35,0 0-68,0 0-10,-76 65 1,61-40 47,-3 3-2,0 2 19,-1 1-4,-3-1 17,-4 4 2,-1-1-1,-2 3 25,-4 1 55,0 2 36,-2-1-39,1-3 32,0-2-58,4-4 6,4-4-26,2-5-16,6-5-16,4-5-1,5-4 1,5-3 18,4-3-18,0 0-13,0-4 12,0-6-1,3-8-91,4-5 21,3-8 47,6-6 10,0-5 15,4-1 17,0-4-14,-2 1-1,-1 1 24,0 0 6,1 1-6,-2 2-3,1-1 0,1 2 19,-2 1-4,3 4-2,0 4-10,1 3-4,0 8-12,-2 4-10,0 4-26,-2 4-25,1 3-14,2 5-35,1 1 64,2 1 36,2 8 0,1 2 42,1 4 10,3 3 6,-2 4-42,-1 3 33,1 3-27,-2 2-22,-5 2-10,2 0 8,-5 2-4,-1-1 6,-3-4 0,1 0 0,-1-3 1,-3-3 24,0-4-25,1-2-26,-2-4 26,-1-3-3,-1-4 2,2-1 1,2-4 24,-1-1 44,4-3-3,2-6-1,3-8 10,3-2-22,2-7-33,1-6-16,1-1 20,-1-6-8,0 2-15,-2-2 0,-1 0 0,-4 2 23,-2 1-23,-1 0-18,-5 3 18,-3 0 0,-2 7-19,-5-1-68,0 7-77,0 3-98,0 6-120,-5 4-129,2 5-33,0 2-238</inkml:trace>
          <inkml:trace contextRef="#ctx0" brushRef="#br0" timeOffset="83157.2861">347 5383 661,'0'0'1182,"0"0"-1014,0 0-168,0 0-20,0 0 20,-30 80 0,21-56-2,-2 4 2,2-3 34,0 0 70,2-2-10,2 0-36,3 1-25,2-3 7,0 2-40,7-2-25,3-2 25,2-4 32,4 0-19,3-6 10,2-1 22,2-5 4,1-3 15,4 0-2,-3-7-8,2-6 1,0-4-26,-1-2-13,0-4-15,-3-3 3,-4-2-4,0-1 0,-6-2-4,-2 2-18,-4-1 9,-4 0 11,-3 3-14,0-1 3,-10 1-32,-3 1-39,-6 5-7,-4-1 30,-1 4-33,-3 1-16,2 5 3,5 5-68,1 4-160,6 3-130,2 3-132</inkml:trace>
          <inkml:trace contextRef="#ctx0" brushRef="#br0" timeOffset="83354.3286">1135 5502 893,'0'0'1923,"0"0"-1605,0 0-270,0 0-48,0 0 0,0 0-22,0 0-39,0 0-83,0 0-11,0 0-35,0 0-62,-33-15-56,31 15-224,2-1-182</inkml:trace>
          <inkml:trace contextRef="#ctx0" brushRef="#br0" timeOffset="84201.2043">2314 5278 1243,'0'0'797,"0"0"-564,-85 0-100,58-2 22,-2 2-55,3 0-68,3 9-32,3 0-26,-2 7-48,5 3 0,-2 5 58,3 1 16,2 4 45,2 0 3,4 2 7,2-2-7,3-2-35,3-2-13,2-3 0,9-3 0,5-3 39,3-3-16,4-6 34,1-2-2,5-5-20,3-1-6,3-9 29,3-7-19,1-3-39,3-9-13,3-1 0,-1-6-6,2 0-33,-2-2-38,-1-2 26,-6 3 35,-2-2 0,-6 0 29,-3 3 25,-6 0 20,-1 0-13,-5 3-3,0 3 19,-2 3-18,-1 8-30,-2 3-48,-3 7 13,1 4-10,-2 4-58,0 1-75,-1 5 55,4 8 96,-2 6 27,1 9 13,-2 4 65,-2 5 6,-3 5-32,0 5-40,-8 0 5,-2 3 18,-3 6-32,-3 3-2,-2 6 3,-2 3-4,-4 4-12,1 4 12,3 2 1,-3 0-1,1 0-10,3-4-12,1 1-37,4-6 30,0-8-16,5-6 0,4-8 19,2-10 10,3-7 16,0-8-19,6-9-20,4-6 10,2-4 29,3-3 3,5-3 36,2-10 0,2-3 15,5-6-15,1-5-19,2-1-4,-3-5-13,1 0-3,-5 1 0,-5 0 0,-9 2 3,-3 0-3,-8 4-14,0-2 14,-12 1 0,-8-1 0,-3-1 26,-6 2-3,-2-2 37,-3 1-59,0-2 62,-1 3 66,0 0-29,4 0-1,-1 3 29,6 0-26,3 2-38,4 3 0,5 1-32,5 1-30,5 2-2,4 1-24,1-1-46,11-1-16,9-2-19,11 0 2,7-3 23,10 1 6,7-1-25,6-1-153,-14 7-314,31-8-490</inkml:trace>
        </inkml:traceGroup>
        <inkml:traceGroup>
          <inkml:annotationXML>
            <emma:emma xmlns:emma="http://www.w3.org/2003/04/emma" version="1.0">
              <emma:interpretation id="{79BE49B1-24C7-4436-A1EB-80F762BA671D}" emma:medium="tactile" emma:mode="ink">
                <msink:context xmlns:msink="http://schemas.microsoft.com/ink/2010/main" type="inkWord" rotatedBoundingBox="7829,11097 11382,11117 11373,12690 7820,12670"/>
              </emma:interpretation>
              <emma:one-of disjunction-type="recognition" id="oneOf15">
                <emma:interpretation id="interp75" emma:lang="en-US" emma:confidence="0.5">
                  <emma:literal>chips</emma:literal>
                </emma:interpretation>
                <emma:interpretation id="interp76" emma:lang="en-US" emma:confidence="0">
                  <emma:literal>Chips</emma:literal>
                </emma:interpretation>
                <emma:interpretation id="interp77" emma:lang="en-US" emma:confidence="0">
                  <emma:literal>ships</emma:literal>
                </emma:interpretation>
                <emma:interpretation id="interp78" emma:lang="en-US" emma:confidence="0">
                  <emma:literal>(hips</emma:literal>
                </emma:interpretation>
                <emma:interpretation id="interp79" emma:lang="en-US" emma:confidence="0">
                  <emma:literal>Ships</emma:literal>
                </emma:interpretation>
              </emma:one-of>
            </emma:emma>
          </inkml:annotationXML>
          <inkml:trace contextRef="#ctx0" brushRef="#br0" timeOffset="84571.5367">4070 5214 1197,'0'0'1680,"0"0"-1427,0 0-196,0 0-12,-97-30 29,77 19-55,-2 4-19,2-2-11,-2 2 11,1 2 35,2 3-10,-1 0 4,4 2 16,-3 4-45,-1 9-65,1 7-37,1 6 25,-1 9 29,3 6-6,-1 7 12,5 6 40,2 2 1,3 3-27,6 1-7,1 1 6,5-3 0,8-5-96,7-4-42,5-8 12,8-8-59,3-5-45,7-13 22,6-6-49,-10-8-141,23-11-52</inkml:trace>
          <inkml:trace contextRef="#ctx0" brushRef="#br0" timeOffset="85723.9886">4659 4952 91,'0'0'2917,"0"0"-2495,0 0-321,0 0-88,0 0-13,0 0-66,0 0-118,0 0 81,0 0 103,-16 88 60,8-43 1,-4 5 9,-1 4 6,-1 0 0,-2 0-66,4-1-10,-2 1-25,0 0 25,0 3-29,0-2 0,1-2 10,4-5 7,1-6-27,2-9-21,5-8 25,1-6-13,0-6-6,0-5-13,5-6-7,7-2 55,-1 0 19,6-9 20,4-6-20,5-5 0,1-4-77,3-6-19,4 1-10,0-2-7,-2 1 23,1 1 31,-3 2 56,-1-1 3,-1 7 20,-3 0-20,-2 6-21,-4 3 5,-3 6 16,-1 3-2,-3 3-21,-3 6-3,0 7 10,-2 4 16,3 6 17,-3 3-14,2 2 27,-1 2-14,1-3 3,1 0-7,2-3-12,-1-1 0,4-4 9,2-2-6,3-3-3,2-3 16,2-3 0,4-5 10,2-3 10,5 0-11,1-10-8,4-2-15,-3-6-2,2-2-15,0-2-27,-4-1 3,1-1-13,-6 0-12,0 3 12,-5-1 16,-3 1 26,-4 2 10,-5 2 19,-4 2 17,-2 2 12,-4 2-12,-2 4 2,-1 2 1,0 2-7,0 3-28,0 0-2,-3 0-2,-2 8-4,-1 3-79,0 8 28,-2 4 29,0 4 24,1 2-24,4 2 26,0-1 0,3-2 3,3-3 16,6-3 4,5-6 6,5-2 13,1-5-13,6-2-13,2-5 17,3-2 2,1-1-16,4-7-16,0-3 22,1-3-14,-3-3-11,-1-2-22,-3-1 18,-4-1 1,-4 1 2,-2-2 1,-4 2 35,-2-1 14,-2 0-14,-1 1 4,-4-1 38,-2 1 6,-4-2-6,-1 1-19,0 0 15,-1 2 10,-4 2-19,1 3-3,0 4 15,-2 3-3,5 5-35,-1-1-19,1 3 5,-1 0-24,-1 3-66,-1 6-36,-2 7 39,-3 8 24,-2 7 20,1 6 19,-4 8 3,2 5 0,0 7-1,0 5 0,0 6 39,-2 4-15,2 5-26,0 2-7,-2-1 7,1-1 39,2-7-39,2-6-27,0-7 27,-1-8 13,5-8-13,-1-6-35,3-8 22,0-7 12,1-7-44,1-5-6,1-6 16,0-4 22,0-12-31,4-4 5,1-8 20,2-7-6,4-5-39,-2-3-17,3-4 33,-1-2 19,1-5-22,-2-3-20,0-3 42,-3-4 28,0-4-15,-1-1 16,1-1 13,0 0 29,2 3-29,2 2 16,3 8 3,0 5 32,3 10-32,2 8-3,-2 6 19,3 8 16,-1 7-19,1 2-16,-2 3-1,-2 6-7,1 0-21,-1 2 0,2 7 11,0 4 21,0 5-3,1 5-16,-1 2 3,-4 5 8,-3 4-24,-2-1 0,-6 2 14,-3 1-14,0-2-19,-12-1-77,-5-2-57,-5-2-49,-5-4-75,-5-4-66,-1-6-147,7-6-183</inkml:trace>
          <inkml:trace contextRef="#ctx0" brushRef="#br0" timeOffset="85888.7358">5619 5193 2267,'0'0'539,"0"0"-414,0 0-125,0 0-71,0 0-48,0 0-71,0 0-59,0 0-244,0 0-321</inkml:trace>
          <inkml:trace contextRef="#ctx0" brushRef="#br0" timeOffset="86504.1547">6629 5776 463,'0'0'1516,"0"0"-1286,0 0-175,0 0 17,0 0 8,0 0-18,0 0 9,0 0 52,0 0 12,0 0-16,0 0 6,39-48-4,-17 28-25,2-5-26,6-2 10,2-4-13,4-2-45,3-2-9,0-2-10,1-3-3,-1 0-13,-3 0 13,-2 0 20,-3-1 9,-3 2-29,-5 2-21,-6 4 21,-4 3 0,-7 5-10,-3 5 10,-3 6 3,0 5-3,-8 4-38,-3 3-95,-4 2 31,-1 8 19,-4 8-17,-3 3 7,-1 6 45,-1 3 16,-1 1-10,3 2-22,0 0-16,7-1-7,2-2 19,5 0 23,6 1 45,3-3-3,0 4-25,8-3 27,7-1-26,1-2 27,4 0 0,3-1 2,1-3 20,2 2 24,2-1-43,0 1 23,-2-3 20,-2 0 4,-2-1-50,-5 0 0,-4-2-1,-4-2 1,-5 1 0,-4-2 29,-2 1 23,-7-1-4,-7 0-48,-4 0-10,-5-1-61,0-2-61,-5-1-52,0-1-30,-2-3 39,3-4 16,-1-1-78,3 0-108,7-2-102,-8-14-351</inkml:trace>
        </inkml:traceGroup>
        <inkml:traceGroup>
          <inkml:annotationXML>
            <emma:emma xmlns:emma="http://www.w3.org/2003/04/emma" version="1.0">
              <emma:interpretation id="{FD1E1C15-F705-4879-8FB6-D78374786571}" emma:medium="tactile" emma:mode="ink">
                <msink:context xmlns:msink="http://schemas.microsoft.com/ink/2010/main" type="inkWord" rotatedBoundingBox="12217,11089 15719,11109 15709,12710 12207,12690"/>
              </emma:interpretation>
              <emma:one-of disjunction-type="recognition" id="oneOf16">
                <emma:interpretation id="interp80" emma:lang="en-US" emma:confidence="0.5">
                  <emma:literal>regard</emma:literal>
                </emma:interpretation>
                <emma:interpretation id="interp81" emma:lang="en-US" emma:confidence="0">
                  <emma:literal>raged</emma:literal>
                </emma:interpretation>
                <emma:interpretation id="interp82" emma:lang="en-US" emma:confidence="0">
                  <emma:literal>urged</emma:literal>
                </emma:interpretation>
                <emma:interpretation id="interp83" emma:lang="en-US" emma:confidence="0">
                  <emma:literal>caged</emma:literal>
                </emma:interpretation>
                <emma:interpretation id="interp84" emma:lang="en-US" emma:confidence="0">
                  <emma:literal>eyed</emma:literal>
                </emma:interpretation>
              </emma:one-of>
            </emma:emma>
          </inkml:annotationXML>
          <inkml:trace contextRef="#ctx0" brushRef="#br0" timeOffset="88051.9408">8041 5825 2387,'0'0'400,"0"0"-400,0 0-54,0 0 31,0 0-9,0 0 29,0 0 3,48-67 58,-23 46 13,3-2 12,1 0 10,4-3 13,2-2 3,1-2 3,3-3-20,0-6-9,0 1-26,2-2-47,-3-2-10,-4 0-2,0 4-17,-7-1 0,-6 4-10,-6 3 28,-8 5 0,-4 5-2,-3 4-11,-8 4 12,-9 5 1,-3 3-72,-7 6-10,-5 2 13,-4 8 22,-3 6 16,-1 3 3,1 3 26,3 1-10,4 0 10,6 0-13,6-3 14,7-1-11,7-1-16,2-3-9,4 2 22,2-1-10,6-2 4,3 0 20,4 0-14,1 0 13,6-1 0,1 3 3,0-2 10,3 2 4,-2 0-14,1 0-32,-4 1 32,-3 1 16,-3 0-3,-1 0-1,-4 0 8,-2 2 5,-2 1-12,-2-2 3,1 0 4,-2 0-20,0-1-2,2 0 0,-1 0 0,4-2 0,-1-3-30,6-2 6,1 0-3,6-4 29,2-1 59,7-3-24,4-1 4,3-2-1,2-3-38,1-6-21,3-1 21,0-4 0,0-3 0,1 0-13,-1-3 13,-3-1 22,0-4-22,-3 1 0,-3-3 13,-3-1 16,-1-2-29,-1-2 0,-6-1 29,-4-1-4,-2 0-21,-3 0-3,-6 4 24,-4 2 7,-3 6-29,0 5 0,0 5 48,-4 5-1,-4 4-15,0 3-19,-2 2 16,-3 6-32,-3 9-35,-1 7-3,-3 4 38,1 5 0,1 4 0,4 2-13,4-1 11,6-2-1,4-2-35,0-2-12,8-1 49,8-3-1,5-4-14,4-5 16,6-5 0,3-3 16,6-6-16,4-4 0,-1-1-2,3-1 2,-3-8-45,2-1 6,-5-5 27,-1 1 11,-1-3-31,-4-1-2,-1 0 34,-1-1 16,0 0-16,-2 0 0,-1-1 17,-2 2 18,-3-1-35,-1 2 1,-5 4-1,-5 4 0,-5 3-13,-2 3-6,-4 2 19,-1 1 30,-1 0-30,0 0-32,0 1 16,0 5 16,-3 1 3,-1 3 0,0-2 23,1 1-5,0-4-21,2-1-13,1 0 13,0-3-1,0-1-8,0 0 9,0 0 25,0 0 23,0 0 10,0-1-7,-2-4-20,1-3-31,-4-2-28,0-3-26,-4 0-1,-1 0 1,-2 1 22,-3 0-10,-4 0 4,-3 3 6,-4 3 6,-1 0 4,-5 6 3,-2 0 15,-2 6 1,-1 4 1,0 3 2,3 4 0,1 2 2,4 1-2,1 3-13,6 2 12,5 2 1,6 0-3,5-1-10,6 0 13,0-3-3,10-3-23,5-3 26,6-3 0,4-2 29,3-4-6,3-3-11,3-3 24,-1-2-11,2 0-22,0 0-1,-1-5 1,-2-1 10,1-1-11,-4 1 24,1 0-24,-4 0 14,-3 2-13,-4 3-3,-5 1-1,-1 0-12,-3 8-16,-1 5 29,0 3 0,1 6 23,-3 5-21,-1 8-2,-2 2 0,-1 7 15,-1 4-15,-2 3-3,0 5 3,-2-2 1,-1 1-1,0-2 0,2-6 18,-1-1 17,2-7-13,0-1 13,0-5 7,0-3-1,0-6-12,0-6-16,0-5 16,2-4-4,1-6-23,1-3 33,4 0 41,1-9 7,6-6-23,3-5-32,2-7 1,1-4-13,2-4-16,0-1-29,-1-3 27,2-3 1,-1-3-15,1-4-5,-1-5 20,2-4 0,1-4-50,0-2-2,0 0-5,-2 1-2,0 6-61,-1 7-67,-3 10 27,-6 10-3,0 12-39,-5 7-91,-3 7-124,-3 1-265,-2 3-397</inkml:trace>
          <inkml:trace contextRef="#ctx0" brushRef="#br0" timeOffset="89482.9172">11167 5676 1549,'0'0'250,"0"0"-149,0 0 26,0 0 70,0 0-28,0 0-72,0 0-23,0 0-6,0 0-23,0 0 6,77-65 27,-73 56-4,0 3-29,-1-1-13,-3 0 13,0-1 3,0-1-48,0 0 0,-8-1 0,-4-1-3,-5 1-30,-5 2-5,-4 2 38,-5 3 0,-5 3-3,-3 0-29,-5 7 30,0 4 2,0 4-20,1 4 10,1 1 10,3 2 0,5 1-19,2 3-6,3 1 25,5 2-1,4-2 1,5 2-23,5-2 21,7-1 2,3-2-35,3 0-7,12-4 42,1 1 1,7-6 11,4-2-11,5-4 27,4-7 4,5-2-19,3-2-1,4-11 14,2-4 3,1-5-29,0-2-2,1-6-9,-3-1 9,-4-3-9,-2-3-18,-6 0 17,-1-4 12,-7 1-13,-5-4-13,-5 0 26,-1-4 17,-7 0-17,-2-1 0,-2-1 21,-3 0 4,-1 1-5,0 1 5,-1 1 23,-1 3 4,1 6-11,-2 3 14,0 7 28,0 9 10,0 8-27,0 5-18,0 6-13,0 0-35,-2 8-40,-2 8-5,-2 5 17,-2 6 27,-3 9-1,0 9-11,-4 2 12,1 6 1,1 4-2,-2 2-14,2 4 12,-1 0-8,2 2-17,1 1 13,4-4-32,2-3 16,3-3 13,2-8 17,4-4-17,6-7-58,7-2-4,2-6-28,3-6-36,5-5-32,3-4-49,5-8-76,-9-2-202,17-7-157</inkml:trace>
        </inkml:traceGroup>
        <inkml:traceGroup>
          <inkml:annotationXML>
            <emma:emma xmlns:emma="http://www.w3.org/2003/04/emma" version="1.0">
              <emma:interpretation id="{FAA25FC0-406E-42BC-8B92-CCF510B463B1}" emma:medium="tactile" emma:mode="ink">
                <msink:context xmlns:msink="http://schemas.microsoft.com/ink/2010/main" type="inkWord" rotatedBoundingBox="16399,11706 16924,11709 16922,12037 16397,12034"/>
              </emma:interpretation>
              <emma:one-of disjunction-type="recognition" id="oneOf17">
                <emma:interpretation id="interp85" emma:lang="en-US" emma:confidence="0.5">
                  <emma:literal>=</emma:literal>
                </emma:interpretation>
                <emma:interpretation id="interp86" emma:lang="en-US" emma:confidence="0">
                  <emma:literal>I</emma:literal>
                </emma:interpretation>
                <emma:interpretation id="interp87" emma:lang="en-US" emma:confidence="0">
                  <emma:literal>-</emma:literal>
                </emma:interpretation>
                <emma:interpretation id="interp88" emma:lang="en-US" emma:confidence="0">
                  <emma:literal>.</emma:literal>
                </emma:interpretation>
                <emma:interpretation id="interp89" emma:lang="en-US" emma:confidence="0">
                  <emma:literal>,</emma:literal>
                </emma:interpretation>
              </emma:one-of>
            </emma:emma>
          </inkml:annotationXML>
          <inkml:trace contextRef="#ctx0" brushRef="#br0" timeOffset="90277.7719">12268 5660 2153,'0'0'550,"0"0"-415,0 0-119,0 0 0,0 0 23,-40-68-39,44 62-7,7-2-18,6 2 23,2 0 2,5 2 2,5 0 14,3 3 6,2 1 13,6 0-35,-1 0-17,2 5-24,0 3-21,-2 0-2,-1 0-49,-3 0-90,-7 3-85,-3-2-147,-9-1-174,-3 0-425</inkml:trace>
          <inkml:trace contextRef="#ctx0" brushRef="#br0" timeOffset="90457.2937">12288 5884 916,'0'0'1113,"0"0"-1113,0 0-29,0 0-30,0 0 36,101-5-35,-59-2-143,7 1-96,4 1 50,-2 2 12,-11-1-140,15 2-110</inkml:trace>
        </inkml:traceGroup>
        <inkml:traceGroup>
          <inkml:annotationXML>
            <emma:emma xmlns:emma="http://www.w3.org/2003/04/emma" version="1.0">
              <emma:interpretation id="{62FAF5CE-A2DE-414C-8FE7-2CBBB3AFE29D}" emma:medium="tactile" emma:mode="ink">
                <msink:context xmlns:msink="http://schemas.microsoft.com/ink/2010/main" type="inkWord" rotatedBoundingBox="17890,10951 19030,10958 19022,12298 17883,12292"/>
              </emma:interpretation>
              <emma:one-of disjunction-type="recognition" id="oneOf18">
                <emma:interpretation id="interp90" emma:lang="en-US" emma:confidence="0.5">
                  <emma:literal>10th</emma:literal>
                </emma:interpretation>
                <emma:interpretation id="interp91" emma:lang="en-US" emma:confidence="0">
                  <emma:literal>Hot</emma:literal>
                </emma:interpretation>
                <emma:interpretation id="interp92" emma:lang="en-US" emma:confidence="0">
                  <emma:literal>18th</emma:literal>
                </emma:interpretation>
                <emma:interpretation id="interp93" emma:lang="en-US" emma:confidence="0">
                  <emma:literal>Hot,</emma:literal>
                </emma:interpretation>
                <emma:interpretation id="interp94" emma:lang="en-US" emma:confidence="0">
                  <emma:literal>10th,</emma:literal>
                </emma:interpretation>
              </emma:one-of>
            </emma:emma>
          </inkml:annotationXML>
          <inkml:trace contextRef="#ctx0" brushRef="#br0" timeOffset="92893.1164">13808 5365 267,'0'0'395,"0"0"335,0 0-324,0 0-175,0 0-30,0 0-94,0 0-7,0 0 23,0 0 41,0 0-6,18-42-23,-15 38-14,-2 3 20,1-1-4,-1 2-48,-1 0-51,2 0-38,-1 3 0,2 6-54,0 5 54,3 7 48,-1 6 12,1 5-38,-3 4-9,0 5 6,-1 1 5,-1 1-24,1 1-3,-2 0 3,0-1 0,-3 1-15,-3 0-55,-5 0-3,-1-2-12,-3 1-36,-3-2-17,1-3 1,-2-3-14,1-4-55,2-7-39,5-3-60,4-8-104,2-7-144,5-6-187</inkml:trace>
          <inkml:trace contextRef="#ctx0" brushRef="#br0" timeOffset="93317.6005">14429 5515 985,'0'0'1493,"0"0"-1335,0 0-158,0 0-58,0 0 40,-77 56 18,60-38 16,0 0 23,-1 3 9,4-1-13,0 3 7,2-2 3,2 2-9,4 2 6,3 1-17,3 1 14,2 0-7,8-1 6,4-1-9,3-2 3,4-3 13,3-2-3,4-3-7,2-2 3,2-4 4,4-3-17,1-2-2,3-4 5,-1 0 1,0-6-16,-3-5-12,-2-1 24,-3-2 4,-2-2-13,-4-2-13,-3-1 13,-5-3-16,-3-3-24,-6-2-20,-5-2 12,-3-5-28,-7 1-52,-8-2-19,-5-1-1,-5 0-12,-6 2-1,0 6 25,-3 5-12,-2 7 2,2 8-19,3 5-59,1 3-123,4 6-50,6 2-150,0 4-130</inkml:trace>
          <inkml:trace contextRef="#ctx0" brushRef="#br0" timeOffset="95149.454">13996 5009 1273,'0'0'651,"0"0"-411,0 0-240,0 0 0,0 0 29,0 0 46,93 42-4,-59-29 13,6 0-7,4 3-35,2 0-39,-2 2 24,4 0-27,-3-1-42,-2 0-23,2-5-3,-3-4-116,-5-2-108,0-3-154,-5-3-55,-10 0-190</inkml:trace>
          <inkml:trace contextRef="#ctx0" brushRef="#br0" timeOffset="94911.8757">14476 4858 241,'0'0'1748,"0"0"-1505,0 0-162,0 0-7,0 0 39,0 0 20,0 0-17,0 0-10,0 0-19,0 0 15,0 0 7,-17-53-10,17 53-28,0 0-39,0 0-32,0 0-31,0 0-14,0 5 16,4 1 29,5 4 0,-3 1 0,1 5-2,-1 2 2,-2 2 0,2 5 3,-5 5 39,0 2-20,-1 4-22,0 3 1,0-2 17,-4 0-18,-1-2-15,-1-1 3,0-5-24,-1-1-21,-2-2-32,-1-3-49,1-2-39,-5-3-81,2-5-68,-1-6-61,-4-2-39,7-3-36,-9-4-324</inkml:trace>
          <inkml:trace contextRef="#ctx0" brushRef="#br0" timeOffset="95374.0561">14858 5006 918,'0'0'1124,"0"0"-926,0 0-95,0 0 65,0 0 42,0 0-36,0 0-56,0 0-5,0 0-24,0 0-51,0 0-25,-14-13-13,5 24-51,-7 6 16,-4 7 35,-6 7 16,1 2-16,-5 3-3,3 3-20,-1-2 11,3 0-8,0-1-60,3-2-164,-1-3-98,5-4-108,3-8-262,0-3-291</inkml:trace>
        </inkml:traceGroup>
        <inkml:traceGroup>
          <inkml:annotationXML>
            <emma:emma xmlns:emma="http://www.w3.org/2003/04/emma" version="1.0">
              <emma:interpretation id="{964E4B61-6A55-4528-8B57-728219BA126E}" emma:medium="tactile" emma:mode="ink">
                <msink:context xmlns:msink="http://schemas.microsoft.com/ink/2010/main" type="inkWord" rotatedBoundingBox="19222,11607 20453,11614 20449,12295 19218,12288"/>
              </emma:interpretation>
              <emma:one-of disjunction-type="recognition" id="oneOf19">
                <emma:interpretation id="interp95" emma:lang="en-US" emma:confidence="0.5">
                  <emma:literal>28</emma:literal>
                </emma:interpretation>
                <emma:interpretation id="interp96" emma:lang="en-US" emma:confidence="0">
                  <emma:literal>2s</emma:literal>
                </emma:interpretation>
                <emma:interpretation id="interp97" emma:lang="en-US" emma:confidence="0">
                  <emma:literal>88</emma:literal>
                </emma:interpretation>
                <emma:interpretation id="interp98" emma:lang="en-US" emma:confidence="0">
                  <emma:literal>as</emma:literal>
                </emma:interpretation>
                <emma:interpretation id="interp99" emma:lang="en-US" emma:confidence="0">
                  <emma:literal>Is</emma:literal>
                </emma:interpretation>
              </emma:one-of>
            </emma:emma>
          </inkml:annotationXML>
          <inkml:trace contextRef="#ctx0" brushRef="#br0" timeOffset="93795.0074">15076 5656 1064,'0'0'742,"0"0"-551,0 0-113,0 0 123,0 0 113,0 0-53,0 0-101,0 0-6,0 0-36,0 0-41,-25-67-39,29 67-3,7-1-20,3 1-14,8 0 0,2 0 66,5 4 5,0 5-31,-1 4 13,1 2 16,-1 3 18,-5 3-53,0 1-13,-3 2 12,-4 1-28,-2-1-6,-4 2-20,-5-2 20,-4 1 16,-1-2-16,-3 0-9,-7 0 9,-5-1 12,-3 0-12,-3-4-17,-2 0 17,-2-2 28,3-4-27,-1-1 0,3-4 23,1-1 10,2-1-34,3-3 0,2 1 10,6-2 15,1-1-25,3 0-11,2 0 11,0 1 0,0-1 0,0 0-34,7 0 31,8 0 2,7 0 1,6-1-22,8-2 9,4 1-2,5-2-36,4 2-24,0-1-20,5 0-28,0-1-32,-1-2-62,1-1-71,-1-1-147,1-4-216,-17 2-173</inkml:trace>
          <inkml:trace contextRef="#ctx0" brushRef="#br0" timeOffset="94369.045">15868 5745 205,'0'0'1616,"0"0"-1366,0 0-133,0 0 45,0 0 38,0 0-29,0 0-58,0 0-30,0 0-12,0 0-20,0 0-16,-10 4 45,31-4-13,4 0-12,6-5-20,3-2 9,1 0 4,2-1-10,-1 0 7,-1-2 12,-2 2 0,-3-2-13,-1-2-15,-4 0 2,-6 0-12,-2-1-8,-7-1-9,-4-2-4,-5 2 2,-1-4-22,-4 0 0,-9 0-1,-6-1-24,-4 2-4,-8 3-6,-6 3 3,-5 2 13,-4 3 0,-4 5 9,-3 1 29,-1 0 1,4 1-23,2 5 6,3 3 18,9-1-12,1 4-16,8 2-9,4 2 35,6 2-20,8 1-15,4 3-10,5 1 42,0 3 6,11-1 0,6 5 0,5 0 1,6 0 31,6 3-3,6 1-14,4 0 17,3-2 0,-1-1-32,0-2 0,-2 1 1,-7-6 9,-3 1-10,-6-2-19,-8-4 16,-5-2-20,-7-4-9,-5-1 4,-3-2 28,-7-2-13,-9-2-54,-7 0-26,0-2 44,-6-2 33,-3-2-3,1 0 19,-3-2 3,-1-4 13,0-1-16,1-4-11,0-2 11,0-1 0,3-1-4,1-5 4,4-1 2,3 0 27,4-5-29,5 0-38,3-5-59,5-2-102,3-3-115,3-2-101,0-3-102,0 10-44,0-17-218</inkml:trace>
        </inkml:traceGroup>
      </inkml:traceGroup>
    </inkml:traceGroup>
    <inkml:traceGroup>
      <inkml:annotationXML>
        <emma:emma xmlns:emma="http://www.w3.org/2003/04/emma" version="1.0">
          <emma:interpretation id="{0E1FA517-DD2D-4F62-8B94-6BCB1C7BFC00}" emma:medium="tactile" emma:mode="ink">
            <msink:context xmlns:msink="http://schemas.microsoft.com/ink/2010/main" type="paragraph" rotatedBoundingBox="3233,12180 23017,12125 23024,14671 3240,14725" alignmentLevel="1"/>
          </emma:interpretation>
        </emma:emma>
      </inkml:annotationXML>
      <inkml:traceGroup>
        <inkml:annotationXML>
          <emma:emma xmlns:emma="http://www.w3.org/2003/04/emma" version="1.0">
            <emma:interpretation id="{90084388-9BF0-4EC8-8712-2947C140D554}" emma:medium="tactile" emma:mode="ink">
              <msink:context xmlns:msink="http://schemas.microsoft.com/ink/2010/main" type="inkBullet" rotatedBoundingBox="3235,12813 4839,12808 4840,13448 3237,13453"/>
            </emma:interpretation>
            <emma:one-of disjunction-type="recognition" id="oneOf20">
              <emma:interpretation id="interp100" emma:lang="en-US" emma:confidence="1">
                <emma:literal>No.</emma:literal>
              </emma:interpretation>
              <emma:interpretation id="interp101" emma:lang="en-US" emma:confidence="0">
                <emma:literal>no.</emma:literal>
              </emma:interpretation>
              <emma:interpretation id="interp102" emma:lang="en-US" emma:confidence="0">
                <emma:literal>NO.</emma:literal>
              </emma:interpretation>
              <emma:interpretation id="interp103" emma:lang="en-US" emma:confidence="0">
                <emma:literal>No</emma:literal>
              </emma:interpretation>
              <emma:interpretation id="interp104" emma:lang="en-US" emma:confidence="0">
                <emma:literal>Non.</emma:literal>
              </emma:interpretation>
            </emma:one-of>
          </emma:emma>
        </inkml:annotationXML>
        <inkml:trace contextRef="#ctx0" brushRef="#br0" timeOffset="110087.4134">-751 6997 1805,'0'0'512,"0"0"-382,0 0-127,0 0-3,-76 33-32,63-23-33,1 1-6,0 4 38,1 0 31,1-2 1,1 2 1,-2-3 35,5 0 13,0-2 4,3 0-20,-1-1 14,2 1-1,1 1-45,1 0 1,0 2-3,0 2 2,0-1 0,0-2-10,-1 1 7,-1-2 3,2-3 0,-1 1-2,1-3 2,-3-3 19,3 0-3,0-2-15,0-1 35,0 0-36,0-1-4,0-4-21,0-1 25,3-4 0,-2-2-13,1-5 0,-1-4 13,2-2 1,0-4 1,0 0 27,1 0-3,1-1 29,-1-1-42,1 0 25,0 2 11,2-2-17,0 1-30,2 0 24,1 1 3,2 0 0,2 3-28,-3-1 1,4 3 37,1 2 6,-2 2-23,2 2-3,0 3 4,0 4 2,2 3-25,1 6-48,0 0 13,1 4 22,0 7-38,2 6 51,-2 2 29,0 2 12,0 3-41,-4 3 0,0 0 0,0 2 0,-2-1-23,-2 0-3,1-2 26,-3-1 3,2-4-3,-1-3-20,-2-5 20,1-3 0,0-3-28,0-3 2,0-2 26,1-2 36,1 0-35,1-7 15,4-4 39,-2-4-1,4-3-35,-1-4-6,1-3-11,1-1 12,0-2-14,-2 2-17,-1-2 17,-4 3 0,1 0-26,-4 1 20,-4 1 6,0 1 0,-3 0-73,-3 2-36,0 5-20,0-1-3,0 7-20,0 0-7,0 4-22,0 4 2,0 1-204,0 0-67,0 4-45,4 1 32</inkml:trace>
        <inkml:trace contextRef="#ctx0" brushRef="#br0" timeOffset="110402.0522">19 6812 160,'0'0'137,"0"0"39,0 0 326,0 0-66,0 0-182,11 70-43,-11-52 16,0 1-155,-3 3 70,-4-2 43,1 2-108,-1-1-61,3 0-16,1-1-21,1-1 21,2-1-13,0-1-7,2-2 18,5-3 2,3-3 0,1-3 26,6-1-10,1-4 33,4-1 18,1-7 4,4-6-3,1-3-17,-1-5-12,2-3-38,-3-3 0,0-3-1,-6-1-23,0-1-38,-4 0-19,-3 0-1,-6 2-15,-2 1-21,-5 4 17,-2 2 48,-7 5 4,-3 0 48,-6 2 1,1 2-1,-2 5-16,-1 2-95,1 4-93,3 3-124,2 1 22,1 10 32,6 0-172</inkml:trace>
        <inkml:trace contextRef="#ctx0" brushRef="#br0" timeOffset="110605.7159">669 6984 1854,'0'0'722,"0"0"-555,0 0-67,0 0-10,0 0-42,0 0-48,0 0-32,0 0 10,0 0 3,0 0-39,-75-65-13,72 61-39,3 4-132,0 0-163,0 0-342,4 1-250</inkml:trace>
      </inkml:traceGroup>
      <inkml:traceGroup>
        <inkml:annotationXML>
          <emma:emma xmlns:emma="http://www.w3.org/2003/04/emma" version="1.0">
            <emma:interpretation id="{5E778CA4-7977-4BE5-9838-13C7B04DD173}" emma:medium="tactile" emma:mode="ink">
              <msink:context xmlns:msink="http://schemas.microsoft.com/ink/2010/main" type="line" rotatedBoundingBox="6133,12172 23017,12125 23023,14076 6138,14122"/>
            </emma:interpretation>
          </emma:emma>
        </inkml:annotationXML>
        <inkml:traceGroup>
          <inkml:annotationXML>
            <emma:emma xmlns:emma="http://www.w3.org/2003/04/emma" version="1.0">
              <emma:interpretation id="{E1927DDD-4A02-4D27-9F93-7609CA2ED11E}" emma:medium="tactile" emma:mode="ink">
                <msink:context xmlns:msink="http://schemas.microsoft.com/ink/2010/main" type="inkWord" rotatedBoundingBox="6134,12717 7259,12714 7263,14119 6138,14122"/>
              </emma:interpretation>
              <emma:one-of disjunction-type="recognition" id="oneOf21">
                <emma:interpretation id="interp105" emma:lang="en-US" emma:confidence="0.5">
                  <emma:literal>of</emma:literal>
                </emma:interpretation>
                <emma:interpretation id="interp106" emma:lang="en-US" emma:confidence="0">
                  <emma:literal>off</emma:literal>
                </emma:interpretation>
                <emma:interpretation id="interp107" emma:lang="en-US" emma:confidence="0">
                  <emma:literal>oof</emma:literal>
                </emma:interpretation>
                <emma:interpretation id="interp108" emma:lang="en-US" emma:confidence="0">
                  <emma:literal>oft</emma:literal>
                </emma:interpretation>
                <emma:interpretation id="interp109" emma:lang="en-US" emma:confidence="0">
                  <emma:literal>oaf</emma:literal>
                </emma:interpretation>
              </emma:one-of>
            </emma:emma>
          </inkml:annotationXML>
          <inkml:trace contextRef="#ctx0" brushRef="#br0" timeOffset="111569.0074">2183 6757 1527,'0'0'1014,"0"0"-904,0 0-39,0 0 55,-79-4-56,64 4-70,-2 0-1,3 5-18,-5 5-13,2 3-29,4 5 19,-3 4 13,4 4-3,4 1 32,2 1 6,4 0 39,2 0-45,3-3 0,8-1 0,3-3 32,8-4-16,2-3-16,6-4 4,3-3 31,5-3-32,4-4 23,1-5 6,4-7 23,0-3-55,0-5 3,1-1-3,-4-3 0,-2-1-55,-4-3-19,-5 2 13,-4-1 26,-3 1 9,-6 0 7,-7 0 18,-4 2 1,-4-2 16,-5 2 16,-3-1-6,-5 1 41,-4 0-2,1 1-30,-1 4-22,2 2 12,0 4 1,4 3-24,3 6 1,3 3-3,0 1-44,0 0-98,0 0-54,6 5-18,5 5 195,3 3 19,3 4 3,2 2 33,2 4-7,1 3 3,-2 1-30,-1 4-1,-1 2 35,-5 5-35,-2 3 2,-7 5 20,-4 6 6,0 3-29,-6 5 3,-7 4-1,-6 3-2,0 1-22,-5 0 21,1 1 1,-1-2 0,-2-4-25,2 0-17,0-4 39,2-5-1,6-4-8,1-8 8,5-4-9,5-7 11,5-3-24,0-6 7,7-3 3,7-4 3,3-3-13,0-6 0,5-2-83,2-4 108,1-1 0,-1-8-12,2-3 12,0-4 1,-1-4-13,-1-1-4,0-4 17,-3-3 12,-3-2-12,-2-2-4,-1-3 2,-4-2 1,-5-2-18,-2-3 12,-4-2 7,0-3 20,-5-1-20,-4-1 51,-3 0-49,-3 0 49,-1 4 8,-3 4-24,3 2 23,0 7 17,2 4 9,1 6-7,7 7-22,2 3-15,2 3-40,2 5-46,3-1-11,10 1-5,6-1-19,8 1 14,9-1 34,6 0-18,6 0-92,5-1-110,-13 3-312,27-4-477</inkml:trace>
        </inkml:traceGroup>
        <inkml:traceGroup>
          <inkml:annotationXML>
            <emma:emma xmlns:emma="http://www.w3.org/2003/04/emma" version="1.0">
              <emma:interpretation id="{5EC8E084-685E-40AA-9B21-3B33CDD8445A}" emma:medium="tactile" emma:mode="ink">
                <msink:context xmlns:msink="http://schemas.microsoft.com/ink/2010/main" type="inkWord" rotatedBoundingBox="8293,12587 11528,12578 11531,13475 8295,13484"/>
              </emma:interpretation>
              <emma:one-of disjunction-type="recognition" id="oneOf22">
                <emma:interpretation id="interp110" emma:lang="en-US" emma:confidence="0.5">
                  <emma:literal>adds</emma:literal>
                </emma:interpretation>
                <emma:interpretation id="interp111" emma:lang="en-US" emma:confidence="0">
                  <emma:literal>adder</emma:literal>
                </emma:interpretation>
                <emma:interpretation id="interp112" emma:lang="en-US" emma:confidence="0">
                  <emma:literal>added</emma:literal>
                </emma:interpretation>
                <emma:interpretation id="interp113" emma:lang="en-US" emma:confidence="0">
                  <emma:literal>addle</emma:literal>
                </emma:interpretation>
                <emma:interpretation id="interp114" emma:lang="en-US" emma:confidence="0">
                  <emma:literal>add</emma:literal>
                </emma:interpretation>
              </emma:one-of>
            </emma:emma>
          </inkml:annotationXML>
          <inkml:trace contextRef="#ctx0" brushRef="#br0" timeOffset="112105.9337">4580 6932 2300,'0'0'744,"0"0"-564,0 0-107,0 0-12,-88-74-43,68 56-17,0 0-1,1 3 38,-1 1-16,0 1-9,2 4 31,0 3 35,-2 3-31,2 3-23,-2 1-25,-2 8-12,2 6-67,-3 6-7,3 5 35,0 4 16,0 4-13,2 1-3,2 0 35,6-3 16,4-4-28,6-5-36,0-2 32,10-4 9,8-4 4,2-4 19,7-4 18,2-4 33,4-1-22,2-9-26,5-5-3,1-1-16,-1-6 4,-2-1-8,-1-1 1,-4 0 17,-3 2 1,-5 0 1,-1 2 13,-2 0 16,-4 2-4,-1 0-24,-2 3-1,-3 4 0,-3 1-13,-1 5-60,-4 4-46,1 1 26,-1 10-32,1 7 64,0 7 16,1 9 6,3 3 10,-1 6-52,1 0-184,2 0-85,4-1 18,3-4-91,7-7 146,1-7 65,6-6 49,5-5 33,2-7 42,-7-2-111</inkml:trace>
          <inkml:trace contextRef="#ctx0" brushRef="#br0" timeOffset="113457.8777">5548 7019 307,'0'0'211,"0"0"96,0 0 455,0 0-323,36-85-145,-36 66-77,0 1-78,-7 1-20,-2 2-13,-2 3-13,-4 3 13,-2 3 6,-2 3-36,-4 3-63,-5 0-13,-3 11-16,-3 2 15,-4 5 1,-2 3 2,2 4 27,1 0-29,1 3-6,-1 0-9,3 0 15,4 2 0,5-1-20,5-2-19,5 1 17,7-5 6,7-4-29,1-2-6,4-4 16,10-5 22,4-2-9,9-6 19,2 0 3,4-8-2,6-6-49,1-6 9,2-4 39,0-2-13,0-3-19,-5-3-17,-5-1 30,-2 1 22,-7-3-23,-4 2 23,-2-3 13,-6 0 32,-6-3-13,1 0 7,-5-3 35,-1 1 3,0 1-20,-4 0 4,-3 5 25,1 3-6,0 6-61,2 7-6,0 6 34,1 6 20,1 4-41,-2 3-23,3 0 13,-2 4-16,0 8-73,-1 6-4,-2 8 62,1 10 14,0 9-23,-1 3-2,3 4 25,3 2 1,0 0-41,0 0-4,6-1 26,4-3 19,0-1-38,6-4-29,3-4 35,5-5 6,6-5-41,2-5-20,6-7 26,5-4 9,0-4-19,6-5-25,0-6-11,4 0-48,1-9-46,-1-3-6,2-4 90,-2-4 36,-3-1 25,-3-1 37,-7-3 19,-1 1 32,-9-1 17,-1 0 55,-9-1 75,-1-1 31,-7 0-12,-4-1-98,-2 0-7,-5 2 39,-1 1-35,-1 3-20,-8 4 35,1 2 3,-3 7-44,0 0-4,-2 5 19,-4 1-19,-4 3-67,-3 0-25,-5 9 25,-3 4 22,-1 5 4,-1 3-25,-1 6 0,3 3-1,1 4 0,5 2-29,1 0 10,7 4 3,6-3-6,5 0-16,4-3 9,3-4 10,4-7-10,8-4 4,5-5 4,2-5 20,8-3-11,1-6-14,5-3-9,4-11-19,2-6-7,4-6 35,-1-5-9,1-3-10,-5-4-13,-3 1 4,-5-4 9,-6 0 38,-2-3 7,-8-1 0,-1-2 16,-6-4 10,-2 1 0,-2-2 0,-2 2 12,-1 1 36,0 3-16,-3 6 9,0 6-32,-3 6 29,2 9 6,-3 6-25,3 8 9,-1 4 0,1 1-54,-2 9-48,-4 9-50,0 8 50,-2 7 28,0 8 17,0 6-13,3 0 14,1 2-1,2 1-19,3-1-7,3 2 10,0-3 0,3 1-7,6-2 0,5-2 7,2-4 16,6-4-16,3-3 5,6-6 14,0-6 0,6-4-10,0-5-35,5-5 0,-2-6-9,1-2-30,0-5 10,0-6 16,-2-4 9,-2-2-2,0-2 15,-5-3 33,-2 1 3,-4-3 0,-4 0 13,-3-2 32,-5 0 33,-3-2 15,-3 0 0,-5-2-3,-3 0 3,0 2-16,-6-1-25,-4 4-1,-3 2 3,0 5-25,-3 5-4,2 2 20,-4 8-20,-2 2-25,1 1-31,-1 6 8,-3 6 4,0 4-35,0 2-13,3 4 35,4 1 3,3 1-9,5-3 2,6 0 20,2-3-13,3 0-38,10-3 3,4 2 35,5-3 26,2-1-46,2-3-18,3 1 25,0-2 19,0-1-19,-2-1 29,-1 1 13,0-2 26,-5 2-26,-6 0-3,-3-1 3,-3 4 29,-3 0-28,-6 2 38,0 1 54,0 2 20,-7 1-30,0-2-22,-2 3 26,4-1-11,-1 0-55,1-3-21,4 0 0,1-4-13,1 2-38,7-4-7,3-2 57,8-1-2,4-3-58,3-2-38,10-3-53,4-7 24,-8 0-270,23-10-778</inkml:trace>
        </inkml:traceGroup>
        <inkml:traceGroup>
          <inkml:annotationXML>
            <emma:emma xmlns:emma="http://www.w3.org/2003/04/emma" version="1.0">
              <emma:interpretation id="{9CB84470-3E3E-4BBA-91E2-0DEFB1472A19}" emma:medium="tactile" emma:mode="ink">
                <msink:context xmlns:msink="http://schemas.microsoft.com/ink/2010/main" type="inkWord" rotatedBoundingBox="12751,12505 14825,12729 14717,13731 12643,13508"/>
              </emma:interpretation>
              <emma:one-of disjunction-type="recognition" id="oneOf23">
                <emma:interpretation id="interp115" emma:lang="en-US" emma:confidence="0.5">
                  <emma:literal>lines</emma:literal>
                </emma:interpretation>
                <emma:interpretation id="interp116" emma:lang="en-US" emma:confidence="0">
                  <emma:literal>lives</emma:literal>
                </emma:interpretation>
                <emma:interpretation id="interp117" emma:lang="en-US" emma:confidence="0">
                  <emma:literal>lies</emma:literal>
                </emma:interpretation>
                <emma:interpretation id="interp118" emma:lang="en-US" emma:confidence="0">
                  <emma:literal>bins</emma:literal>
                </emma:interpretation>
                <emma:interpretation id="interp119" emma:lang="en-US" emma:confidence="0">
                  <emma:literal>tins</emma:literal>
                </emma:interpretation>
              </emma:one-of>
            </emma:emma>
          </inkml:annotationXML>
          <inkml:trace contextRef="#ctx0" brushRef="#br0" timeOffset="114940.8658">8472 7357 726,'0'0'766,"0"0"-529,0 0-237,0 0-23,0 0 20,0 0 3,87-43 0,-64 27 16,1 0 36,2-1 16,-3-2-3,0 1 4,-1 0 28,-2 0 0,-1-2-22,-2 0-24,-1-2-2,-1-4-10,0-2-21,-2-4-18,1-3-16,-2-2 3,-3-3-6,-2-3 6,-1 0 13,-3-4 45,-2-1-13,-1 1 30,0 0 9,-7 1 0,1 3-13,-2 4 10,0 4 12,-3 7 7,2 6-26,0 8-3,2 3 2,-1 6 1,-1 5-42,0 3-19,-2 10-38,-1 6-4,-2 11 7,-2 6 26,-1 7 9,2 5 32,-2 1-32,4-2 1,4 4-1,1-2 0,4-3-13,4 0-26,0 0 39,3-5-1,6-1-18,6-3-12,2-1 31,4-4 0,4-2-3,1-4 3,6-6 0,3-2 3,-1-5-3,6-4-35,-4-5 35,2-4-2,3 0-46,-1-8-17,-1-5 17,-2-1-13,-1-3-26,1-1 0,-9-1 54,-1 1 17,-4 0-16,-3 1 32,-3-1 6,-2 1 46,-5 1-13,1-1-14,-2 0 37,-3 2 2,-1 1-28,-2 3-11,-2 4 33,1 3 4,-2 2-27,0 2-6,0 0 9,0 2-38,-3 7-13,-2 4-34,-4 5 47,1 2 0,1 3 0,1 2-25,2-1 25,4-2 0,0-1-20,0 0-12,5-3 19,4-2 12,2-2-21,1-1-17,4-2 37,-2-4 1,5-2-25,-2-3-8,6-2 34,0-2 0,2-5-3,0-5-36,3-1 27,-2-2 11,2-2-24,-1-1-8,-3 2 33,-2-2 26,1 1-25,-3 0-1,-4-1 39,1 1 22,-5 2-26,1 0 1,-6 7-1,-1 1-10,-3 4-24,-2 3-1,-1 0 13,0 3-13,0 6 0,-3 5 1,-1 4 15,-3 5 22,-2 0 1,2-1-20,3-1-19,1-5-3,3-4-13,0-2-20,1-3 14,8 0 4,4-3 17,1-2 1,3-2 0,6 0 0,2-6 0,4-4-3,4-3-20,0-2-3,-1 0-9,-2-2-7,-1 2-13,-6-1 13,-1 2 20,-6 1 6,-4 2 16,-1 0 51,-4 1 4,-3 1 0,2 3 3,-5 0 3,1 2-26,-1 3-22,-1 1 6,0 0-3,0 0-16,0 5-11,0 4 11,0 4 0,0 3 16,0 0-12,0-2-3,0 2 1,6-4-2,3-4-16,2 1-3,2-5 19,4 0 2,1-4-2,3 0 0,1 0 10,1-6-10,2-2-28,0-1 5,-2-1 7,-2 0 14,0-2-17,-2 2 18,-3-2 1,1 0 14,-2 1-13,0-1-1,-4-1 32,0 2 6,-1-1-9,0 1-6,1 1 15,-2 2-28,0 3-10,-2 3-35,2 2 35,-3 3 3,-1 9 0,-2 4 16,-3 6 10,0 4-13,0 3-16,-4 1-15,-2-1 14,-1 2-11,-1-2-33,-3-4-35,1 0-42,0-6-7,-1-3-19,3-5-72,-2-4-78,2-7-118,2 0-199,-7-9-397</inkml:trace>
          <inkml:trace contextRef="#ctx0" brushRef="#br0" timeOffset="115121.0371">9704 6476 965,'0'0'1952,"0"0"-1846,0 0-106,0 0-106,0 0-87,0 0-17,0 0-48,0 0-8,0 0-56,37 68-212,-14-55-88</inkml:trace>
        </inkml:traceGroup>
        <inkml:traceGroup>
          <inkml:annotationXML>
            <emma:emma xmlns:emma="http://www.w3.org/2003/04/emma" version="1.0">
              <emma:interpretation id="{EA780A8F-8035-4BA0-A093-F46B0C60F6B9}" emma:medium="tactile" emma:mode="ink">
                <msink:context xmlns:msink="http://schemas.microsoft.com/ink/2010/main" type="inkWord" rotatedBoundingBox="15440,13253 16111,13229 16119,13444 15447,13468"/>
              </emma:interpretation>
              <emma:one-of disjunction-type="recognition" id="oneOf24">
                <emma:interpretation id="interp120" emma:lang="en-US" emma:confidence="0.5">
                  <emma:literal>=</emma:literal>
                </emma:interpretation>
                <emma:interpretation id="interp121" emma:lang="en-US" emma:confidence="0">
                  <emma:literal>-</emma:literal>
                </emma:interpretation>
                <emma:interpretation id="interp122" emma:lang="en-US" emma:confidence="0">
                  <emma:literal>_</emma:literal>
                </emma:interpretation>
                <emma:interpretation id="interp123" emma:lang="en-US" emma:confidence="0">
                  <emma:literal>.</emma:literal>
                </emma:interpretation>
                <emma:interpretation id="interp124" emma:lang="en-US" emma:confidence="0">
                  <emma:literal>F</emma:literal>
                </emma:interpretation>
              </emma:one-of>
            </emma:emma>
          </inkml:annotationXML>
          <inkml:trace contextRef="#ctx0" brushRef="#br0" timeOffset="115514.5327">11269 7102 1334,'0'0'1332,"0"0"-1148,0 0-184,0 0 0,0 0-42,0 0 25,0 0 17,0 0 32,0 0 26,107 1 6,-64-4-6,5 2-4,7 1-18,2 0-36,2 0-17,0 1-31,-3 2-35,-5-1-213,-3 1-140,-9 0-97,-13-2-160,-1-1-119</inkml:trace>
          <inkml:trace contextRef="#ctx0" brushRef="#br0" timeOffset="115685.003">11481 7310 1767,'0'0'1039,"0"0"-917,0 0-96,0 0-26,0 0-89,0 0-121,0 0 123,0 0 23,0 0-43,84-18-35,-39 9-27,0-2-169,-9 3-322,20-6-427</inkml:trace>
        </inkml:traceGroup>
        <inkml:traceGroup>
          <inkml:annotationXML>
            <emma:emma xmlns:emma="http://www.w3.org/2003/04/emma" version="1.0">
              <emma:interpretation id="{8B2BC5B2-DC87-4B03-B1E4-411D272CF91F}" emma:medium="tactile" emma:mode="ink">
                <msink:context xmlns:msink="http://schemas.microsoft.com/ink/2010/main" type="inkWord" rotatedBoundingBox="17020,12142 23017,12125 23022,13767 17025,13784"/>
              </emma:interpretation>
              <emma:one-of disjunction-type="recognition" id="oneOf25">
                <emma:interpretation id="interp125" emma:lang="en-US" emma:confidence="0.5">
                  <emma:literal>1614=214</emma:literal>
                </emma:interpretation>
                <emma:interpretation id="interp126" emma:lang="en-US" emma:confidence="0">
                  <emma:literal>1674=214</emma:literal>
                </emma:interpretation>
                <emma:interpretation id="interp127" emma:lang="en-US" emma:confidence="0">
                  <emma:literal>1694=214</emma:literal>
                </emma:interpretation>
                <emma:interpretation id="interp128" emma:lang="en-US" emma:confidence="0">
                  <emma:literal>1674=2140</emma:literal>
                </emma:interpretation>
                <emma:interpretation id="interp129" emma:lang="en-US" emma:confidence="0">
                  <emma:literal>1644=214☺</emma:literal>
                </emma:interpretation>
              </emma:one-of>
            </emma:emma>
          </inkml:annotationXML>
          <inkml:trace contextRef="#ctx0" brushRef="#br0" timeOffset="116997.5177">12885 6697 666,'0'0'33,"0"0"995,0 0-814,0 0-120,0 0 23,0 0 90,0 0 7,0 0-69,0 0-33,0 0 26,0 0-16,10-57-42,-10 54-29,3 2 20,-2 1-4,-1 0-48,0 0-19,0 0 19,0 0-19,3 1-29,3 8 29,1 3 10,1 6 31,0 3-39,-1 7 24,-1 1 18,-1 3-3,-2 3-37,0 1-2,-1-1 29,-2 1-12,3 1-19,-3 0 0,0 2 10,0 2-10,-3 2-3,-2 2-23,-3 0 26,0 1 0,-4-2-12,-1-1-1,3-5 13,-1-3 3,2-5-3,2-5-25,1-4 25,0-3-1,3-3-12,2-4-28,-1-4 25,1-1 0,0-4-51,1-2-22,0 0 6,0 0-19,0 0-68,2-6-56,4-5-77,3-3-164,-4 3-294,7-12-349</inkml:trace>
          <inkml:trace contextRef="#ctx0" brushRef="#br0" timeOffset="118010.3553">13699 6796 1220,'0'0'800,"0"0"-492,0 0-195,0 0-64,0 0-4,0 0 3,-80 0-19,68 7-26,-2 4-3,-1 1 0,0 2 40,1 3 18,0 1-38,0 3-4,1 2 19,0 4-10,1 3-25,-2 3 0,-1 4 10,0 3-10,1 3-10,0-1-23,3 1 33,-1-2 0,6-1-16,4-4-17,2-4 33,0-2-3,5-5-90,8-3 44,0-3 49,4-5 0,2 0 0,4-6 0,3-1 3,3-2 21,1-4-24,2-1-22,1 0 22,0-3 9,1-5-9,-3-1-16,1-2 16,-3-1 10,-3-1-10,-2-2-20,-3 0 20,-4 0-1,-3-1-2,-1 1-9,-6-2 12,-2 2 0,-4-2 1,-1-1-1,-1 0 3,-7 0 18,-3 1-21,-4 3-32,-2 1-20,-5 4 4,-1 5-7,-2 4 13,-3 0-17,0 7 1,-2 3 6,1 3-9,1 1-30,2 0-75,1 2-51,4-2-132,5-2-45,3-1-101</inkml:trace>
          <inkml:trace contextRef="#ctx0" brushRef="#br0" timeOffset="118487.4703">14280 6934 752,'0'0'267,"0"0"264,0 0-284,0 0-88,0 0-16,-13-69 9,13 57 20,0 3 28,2 0-26,-1 6-20,1-2-9,-2 4-14,1 0-55,-1 1-37,4 0-36,2 1-3,3 8 0,2 8 10,1 5 19,-1 5 5,0 8-34,-2 3 0,-3 3 0,-1 5 22,-3-3-22,-2 1-23,0-2 23,-2-3 0,-6 0-39,-2-2-38,0 1 7,-1-4-23,-5-2-44,1-1-14,0-4 41,1-5 27,3-5-34,4-5-25,3-6-16,4-4-60,0-2-119,0 0-227,4-11 17</inkml:trace>
          <inkml:trace contextRef="#ctx0" brushRef="#br0" timeOffset="119411.0007">14810 6959 722,'0'0'550,"0"0"140,0 0-363,0 0-175,0 0-16,0 0 22,0 0-4,0 0-16,0 0-16,0 0-23,5 0-22,-5 0 5,0 0 20,0 1-13,-8 3-29,-3 1-38,-6 4-20,-6 4-2,-5 3-12,-3 3-15,-1 0 27,-1 2 0,1 0 0,0 0-32,4 0 32,0 0 0,5-1-29,3-2-19,1 0 45,8-4 1,1-1-39,5-3-13,5-1 38,0-2-3,3-1-54,10 1-4,2-2 45,6-2 19,5 1-25,4-1-3,3 0 39,1-1-1,2 1-45,-2 0-16,0 3 38,-1 0 4,-2 3-33,-3 0-9,-2 4 32,-1-2-3,-2 1-59,-2 3-61,0-3-45,-1 2-53,-2-1-39,1 2-66,-6-7-104,7 4-138</inkml:trace>
          <inkml:trace contextRef="#ctx0" brushRef="#br0" timeOffset="119852.7953">15415 7362 805,'0'0'1416,"0"0"-1245,0 0-171,0 0-75,0 0 72,0 0-20,107 7-12,-62-7-1,8-1-94,4-3-35,5 2-92,-18 1-166,27-2-127</inkml:trace>
          <inkml:trace contextRef="#ctx0" brushRef="#br0" timeOffset="119662.6725">15443 7027 1626,'0'0'1160,"0"0"-985,0 0-175,0 0-35,0 0 12,0 0-25,79-36-10,-45 32 26,3 1 3,1 2-35,0 1-85,-2 0-103,-2 1-128,-3 4-137,-9 0-4,3 0-108</inkml:trace>
          <inkml:trace contextRef="#ctx0" brushRef="#br0" timeOffset="121113.5813">16374 7014 196,'0'0'811,"0"0"-521,0 0-221,0 0-17,0 0 0,0 0 26,0 0-3,0 0 9,0 0 17,0 0 16,-8-24 6,8 24-16,0 0-22,0-1-14,0-2-16,0 0-52,3-1-3,-1 1-13,1-1 10,1 1-23,-1 0 12,-1 2 14,-2 1 29,0-1 3,0 1 4,0-1 6,1-1 0,1 1-10,2-1-12,0-2-7,2-2-13,3 1-1,-1 0 1,3 0 0,0 1 3,1-1-2,-1 0 0,3 2 15,0 1-3,1-1-11,1 1 24,1 0 19,2 2 0,0 0-3,2 0 0,-2 5 16,4 2 13,0-1-4,2 5-19,-2 0 16,2 1-13,-1 2-23,-3 2-27,-2 2 0,0 1 12,-6 1-13,-2 3-3,-5 2 3,-6 2 0,0 2-13,-6 0-9,-8 2 6,-5-1-7,-5 0-51,-6 1-12,-4 0 31,-2-2 7,-2-3-10,0-2 0,1-4 32,-1-2 26,2-2-2,2-5 0,1-2 2,2-3 23,4 0-23,2-2 0,1-3 20,4-1 3,2 0-22,2 0-1,5 0 29,2-2 13,4-3-23,2 3 7,1-2 9,2 0-9,0 1-26,2-4-2,5 2 2,4-1 4,4-3-4,3 3-20,5 0 20,-1 2 0,6 1-3,-1 3-17,0 0 20,4 0 13,-3 7-13,3 1-1,-1 2 1,0 4 22,0 0-22,1 2-19,0 0 19,1 0 0,-2-2-10,1 0-25,-3-1 34,0-2-15,-3-2-29,-2 1-16,-3-4 25,0-2-51,-1 0-145,1-4-76,0 0-36,-4 0-151,10-9-143</inkml:trace>
          <inkml:trace contextRef="#ctx0" brushRef="#br0" timeOffset="121677.6285">17183 6552 232,'0'0'1011,"0"0"-790,0 0-107,0 0 3,0 0 69,44-66 25,-35 55-17,2 2 13,-3 2-4,-2 1-22,-1 2-18,-1 2-3,-4 1-26,2 1-51,-1 0-39,2 2-31,-1 5-10,4 6 26,-2 4-10,0 6 0,-1 4-16,-3 4-1,0 3-1,0 2-1,0 1-1,-4 2-15,-1 0 4,-2 0-4,3-2-10,-5-2-28,4-3 13,0-2-7,-1-6-9,3-1-26,1-5-26,2-5 0,-2-1-16,2-5-65,0-3-94,0-4-131,0 0-216,2-3-37</inkml:trace>
          <inkml:trace contextRef="#ctx0" brushRef="#br0" timeOffset="122073.179">17734 6383 745,'0'0'1037,"0"0"-683,0 0-176,0 0-42,0 0-1,0 0 1,0 0-46,0 0-42,0 0 7,0 0 25,0 0 13,-28 49-22,16-28-24,1 1 8,0 0-1,0 1-51,2 0-1,1 2 21,-1-2-11,5 1-12,0 1-9,2-2 9,2-2 0,0 2-15,0-3 1,0 0 14,5-1 19,0-4-19,4 1-16,-1-5 16,1 1 0,5-3-12,0 1 12,3-3 3,2-1-3,4-2-25,1-2-10,3-1 32,2-1-23,3 0-34,1 0-14,2 0 16,2-2-70,-1-3-120,0 0-156,0-2-190,-12 2-80,7-5-144</inkml:trace>
          <inkml:trace contextRef="#ctx0" brushRef="#br0" timeOffset="123125.1681">13939 6892 388,'0'0'72,"0"0"329,0 0-378,0 0-23,0 0-72,0 0 69,0 0 3,0 0 35,0 0-8,0 0 5,0 0-32,5-5-32,-5 1-1,0 1 31,0 0 1,0 0-1,-2 0-54,0 2-64,-1-1-83,0-2-116,8 32 185</inkml:trace>
          <inkml:trace contextRef="#ctx0" brushRef="#br0" timeOffset="122306.3182">18047 6757 859,'0'0'1313,"0"0"-1016,0 0-216,0 0-33,0 0-6,0 0 26,0 0 25,0 0 23,-85 63 12,71-43-35,-2 4-36,1 1-57,-2 4-32,3 0-6,-3 2-14,-2 1-79,-3 1-165,-4-1-95,-5-2-129,-6 3-186,6-10-302</inkml:trace>
          <inkml:trace contextRef="#ctx0" brushRef="#br0" timeOffset="124939.7515">13774 6503 65,'0'0'52,"0"0"568,0 0-288,0 0-192,0 0-140,0 0-3,0 0-16,0 0 15,0 0-18,0 0 5,0 0 14,-3 1 0,3-1 1,0 0 0,0 0-30,0 0-72,0 0-40,-1 0-35,0 0-121,6-1-74</inkml:trace>
          <inkml:trace contextRef="#ctx0" brushRef="#br0" timeOffset="125823.9327">14576 7166 215,'0'0'78,"0"0"-12,0 0-37,0 0 10,0 0 23,0 0-19,0 0-21,0 0-5,0 0 22,0 0 6,-2 0 11,2 0-1,0 0-3,0 0-12,0 0-18,0 0-21,0 0 2,0 0-3,0 0-3,0 0-13,0 0 16,0 0-1,0 0-15,0 0-14,0 0 4,0 0-16,0 0-13,0 0-1,0 0 10,0 0 7,0 0 10,0 0 9,0 0 4,0 0-20,0 0-29,0 0-46,0 0-13,0 0 26,0 0 44</inkml:trace>
          <inkml:trace contextRef="#ctx0" brushRef="#br0" timeOffset="133957.6391">17524 7180 714,'0'0'1379,"0"0"-1227,0 0-116,0 0-36,0 0-3,0 0 3,0 0 20,0 0-7,-65-69-11,58 63 11,4 1 26,1 3 29,2-2 12,-3 4 4,3-1-6,0 1-23,0 0-49,0 0-6,0 0-39,0 0-19,0 1-26,3 4 59,6 1 25,0 5 54,4 0-2,4 2-13,2-1-7,6 1 16,6-2 13,4 0-35,7-1-7,1-1 17,6-1-10,0 0-14,4-2 11,1-1 9,-4 0-13,5-1-3,0 0-13,-4-2 10,2 0 10,0-2-22,0 0-1,-1 0 14,0-4-14,-2-2-16,-2-4-9,-2-1 25,-4-2 3,-2-3 0,-6 0 13,-2-4 7,-4 0 3,-2-3-24,-2-2-1,-2 0 15,-2-4-14,-3 1-2,0-4 1,-3 0 14,-6-3 3,1-1-18,-6 0 0,-3-3 2,0 0 18,-8 1-20,-6-2-14,-3 2 14,-3-3 29,-6 1-28,-2 3 0,-3 0 41,-3 1-10,0 1-29,-4 0 10,0 2 6,0-1-2,0 3-17,-1 1 0,-1 0 6,1 0 25,2 4-31,-2-1 0,-1 3 38,2 2 4,-1 2-20,2 2-10,-3-1 33,1 6-29,-1 0-16,-1 2-10,0 3 10,-3 2 0,-1 2-31,0 3 31,-1 1 9,4 0 10,-3 2-19,1 8-35,2 3 35,-4 3 0,4 4-9,-4 4-10,5 6 19,1 2 0,0 4-10,4 5-19,2 3 29,3 3 0,1 2-25,4 4-7,3 1 13,4 1 3,6 1-19,5 0-13,6-1 46,2-3 0,10 0-40,6-4 4,1-1 36,5-5-17,1-2-29,0-5-7,0-3 52,1-5-26,-4-4-19,0-3-13,-3-5 23,0-3-4,-1-5-61,0 0-52,0-3-26,3-4-29,1 0-82,2 0-112,0-5-126,-2-1-416,14-5 946</inkml:trace>
        </inkml:traceGroup>
      </inkml:traceGroup>
      <inkml:traceGroup>
        <inkml:annotationXML>
          <emma:emma xmlns:emma="http://www.w3.org/2003/04/emma" version="1.0">
            <emma:interpretation id="{626D44A4-1502-415C-A114-0505C5404960}" emma:medium="tactile" emma:mode="ink">
              <msink:context xmlns:msink="http://schemas.microsoft.com/ink/2010/main" type="line" rotatedBoundingBox="11167,13698 14673,13768 14653,14756 11147,14686"/>
            </emma:interpretation>
          </emma:emma>
        </inkml:annotationXML>
        <inkml:traceGroup>
          <inkml:annotationXML>
            <emma:emma xmlns:emma="http://www.w3.org/2003/04/emma" version="1.0">
              <emma:interpretation id="{139F41FD-5E56-485C-B76F-BF810C7979E6}" emma:medium="tactile" emma:mode="ink">
                <msink:context xmlns:msink="http://schemas.microsoft.com/ink/2010/main" type="inkWord" rotatedBoundingBox="11163,13888 12463,13914 12447,14712 11147,14686"/>
              </emma:interpretation>
              <emma:one-of disjunction-type="recognition" id="oneOf26">
                <emma:interpretation id="interp130" emma:lang="en-US" emma:confidence="0.5">
                  <emma:literal>14</emma:literal>
                </emma:interpretation>
                <emma:interpretation id="interp131" emma:lang="en-US" emma:confidence="0">
                  <emma:literal>44</emma:literal>
                </emma:interpretation>
                <emma:interpretation id="interp132" emma:lang="en-US" emma:confidence="0">
                  <emma:literal>B4</emma:literal>
                </emma:interpretation>
                <emma:interpretation id="interp133" emma:lang="en-US" emma:confidence="0">
                  <emma:literal>64</emma:literal>
                </emma:interpretation>
                <emma:interpretation id="interp134" emma:lang="en-US" emma:confidence="0">
                  <emma:literal>24</emma:literal>
                </emma:interpretation>
              </emma:one-of>
            </emma:emma>
          </inkml:annotationXML>
          <inkml:trace contextRef="#ctx0" brushRef="#br0" timeOffset="135805.0793">7752 7753 1608,'0'0'1178,"0"0"-962,0 0-216,0 0-61,0 0-74,0 0 64,0 0 71,0 0 16,-15 65 0,7-45 10,-4 3 45,1-1 19,-3 1-46,0 3-21,0-3 12,-2 2 4,0-1-39,0-1 1,0-1-1,1-1 0,1-2-10,2-2-22,4-2 32,1-3-1,3-1-23,2-3-17,2-2 12,0-1 3,2 0-28,7-3 54,5-1 3,8-1 74,5 0 6,6-1-31,6-6-14,7-1-38,5-3-6,3 1-33,3-2 36,-1 3 1,-2 0-40,-1 3-41,-5 1-26,-4 0-43,-6 1-51,-4 1-17,-10-1-23,-2 3-131,-9-2-228,-5 2-122</inkml:trace>
          <inkml:trace contextRef="#ctx0" brushRef="#br0" timeOffset="136095.5718">8204 7923 1375,'0'0'1339,"0"0"-1136,0 0-168,0 0 7,0 0 38,0 0 13,0 0-13,0 0-19,0 0-4,0 0-25,-62-21 0,54 24 9,-4 4 7,-2 5-48,-5 6-1,-1 6-12,-3 5 10,-2 5-13,-2 3 3,0 1 0,0 3-6,0 2-16,0-1-6,2 1 6,2-1-16,1 1-61,2-3-77,2-1-30,3-6-97,1-2-121,5-7-80,3-8-53,2-6-258</inkml:trace>
          <inkml:trace contextRef="#ctx0" brushRef="#br0" timeOffset="135400.7518">7227 7764 2289,'0'0'526,"0"0"-352,0 0-174,0 0-3,0 0-100,0 0 0,0 0 35,0 0 30,0 0 38,0 0 6,-30 74 26,20-51-16,-2 4 1,-2 3 2,-1 0-19,0 3-1,0-2-28,0 1 28,-2-1-1,2-2-34,-1 0-15,2-2-11,0-1-119,2-3-97,1-2-69,3-3-73,0-3 6,4-6-130</inkml:trace>
        </inkml:traceGroup>
        <inkml:traceGroup>
          <inkml:annotationXML>
            <emma:emma xmlns:emma="http://www.w3.org/2003/04/emma" version="1.0">
              <emma:interpretation id="{0D7374F8-2602-4A48-8C5E-2E5A6C6240A3}" emma:medium="tactile" emma:mode="ink">
                <msink:context xmlns:msink="http://schemas.microsoft.com/ink/2010/main" type="inkWord" rotatedBoundingBox="12840,13731 14673,13768 14658,14515 12825,14478"/>
              </emma:interpretation>
              <emma:one-of disjunction-type="recognition" id="oneOf27">
                <emma:interpretation id="interp135" emma:lang="en-US" emma:confidence="0.5">
                  <emma:literal>tins</emma:literal>
                </emma:interpretation>
                <emma:interpretation id="interp136" emma:lang="en-US" emma:confidence="0">
                  <emma:literal>bins</emma:literal>
                </emma:interpretation>
                <emma:interpretation id="interp137" emma:lang="en-US" emma:confidence="0">
                  <emma:literal>wins</emma:literal>
                </emma:interpretation>
                <emma:interpretation id="interp138" emma:lang="en-US" emma:confidence="0">
                  <emma:literal>ins</emma:literal>
                </emma:interpretation>
                <emma:interpretation id="interp139" emma:lang="en-US" emma:confidence="0">
                  <emma:literal>Wins</emma:literal>
                </emma:interpretation>
              </emma:one-of>
            </emma:emma>
          </inkml:annotationXML>
          <inkml:trace contextRef="#ctx0" brushRef="#br0" timeOffset="137392.7926">8808 7641 401,'0'0'1459,"0"0"-1115,0 0-228,0 0-57,0 0-11,0 0 17,0 0 35,0 0 32,0 0-6,0 0-11,0 0-15,-16-58-30,16 58-70,0 0-24,0 6 24,-1 6 5,-2 6-4,0 7 0,-3 4 44,0 3 3,-3 3-48,-2 0-15,3 2 15,-4 1 0,1 2-13,0-1-9,-1 1 22,0 0-1,1-1-20,2-3 5,3-3 16,3-3 0,3-4-12,0-6-10,6-3 22,4-5 0,4-4-27,1-2-15,4-5 3,2-1 1,1-5-23,2-5-7,5-5 26,-1-1 7,2-2-26,-1-2-7,-1 0 37,1 0 30,-4 1-11,-2 1-20,-3 0 32,0 1 16,-5 2-16,0 1 1,-4 1 34,-1 2 11,-4 4-24,-1 2-21,-2 1 28,-2 2 23,-1 1-4,0 1-13,0 0 4,0 0-11,0 6-28,0 1-19,-4 6 19,1 4 19,-2 3-18,0 6 1,2 0 0,0-1 21,3-1-11,0-1-11,2-3 0,4-2 0,2-2-1,2-3-10,1-4-3,1-4 13,0-1 1,5-4 2,-1 0-3,4-7 0,1-2-3,0-2-13,2-2 5,0-2 11,0-1 2,0-1 0,3 2-1,-3-2 21,1 0-2,0 2 5,0-1 7,-1 2 20,-1 0 12,1 3-10,-4 2-12,-3 2-4,-2 5-18,-4 2-20,-1 0-2,-2 9 2,-3 3-1,-4 4 2,0 4-1,0 4 2,0 1 14,-3 1-16,-5 0-1,2-2 1,0-2 0,-1-1 0,3-4-12,-2-5 11,3-1 1,2-5-19,1-2-3,0-1-4,0-3 4,4 0 6,8-4 13,1-4 2,5-4 1,4-3-16,3-4-13,2-2-13,2 0-9,-2 1 9,0-1 17,-1 3 25,-3 0 17,-4 0-17,0 2 0,-5-1 18,1 3 4,-5 2-20,-3 3 1,-4 3 22,2 3 1,-5 1-26,0 2 3,0 0 20,0 6-7,-5 3-14,1 4 14,-4 2 16,1 5 6,-3 0-35,4 2 0,1 3 29,2-2-13,3 0-19,0 0 0,5-2 21,8-2 1,3-2-22,3-5 1,1 0 16,6-4 9,4-3-26,1-4-19,3-1 19,2-2 0,0-8-4,0-1-27,0-2 28,-3-4 3,-4-1-32,0-1-3,-5-1 35,-2-1 0,-3 0-9,-3 1 6,-5-1 3,-2 1 31,-2-2-11,0 0-8,-4-1 33,0 1 19,0-2-32,-2 5-29,2 2 38,0 6-25,0 3-16,2 4-6,-1 4 6,1 0 0,1 4-3,2 5 3,0 4 9,2 2 13,-3 5-22,-1 3-3,-1 1 3,-4 2 0,1 2 0,-2 1-17,0 1 17,-2-1 0,-7 1-13,-2-2-28,-5 0 22,1-2-10,0-4-57,-1-5-19,0-3 19,1-5-43,1-3-109,-2-4-175,3-2-155,-8-6-233</inkml:trace>
          <inkml:trace contextRef="#ctx0" brushRef="#br0" timeOffset="137597.0825">8869 7786 2556,'0'0'611,"0"0"-394,0 0-217,0 0-131,0 0-64,0 0 0,0 0 18,0 0-179,0 0-111,0 0-154,52 3-37</inkml:trace>
        </inkml:traceGroup>
      </inkml:traceGroup>
    </inkml:traceGroup>
    <inkml:traceGroup>
      <inkml:annotationXML>
        <emma:emma xmlns:emma="http://www.w3.org/2003/04/emma" version="1.0">
          <emma:interpretation id="{D39B3E76-5964-4738-AB44-8AF5A9017625}" emma:medium="tactile" emma:mode="ink">
            <msink:context xmlns:msink="http://schemas.microsoft.com/ink/2010/main" type="paragraph" rotatedBoundingBox="3570,14470 14180,14808 14145,15921 3534,15583" alignmentLevel="1"/>
          </emma:interpretation>
        </emma:emma>
      </inkml:annotationXML>
      <inkml:traceGroup>
        <inkml:annotationXML>
          <emma:emma xmlns:emma="http://www.w3.org/2003/04/emma" version="1.0">
            <emma:interpretation id="{1C02DD07-AC1E-41A3-A228-0D734FAAB17F}" emma:medium="tactile" emma:mode="ink">
              <msink:context xmlns:msink="http://schemas.microsoft.com/ink/2010/main" type="line" rotatedBoundingBox="3570,14470 14180,14808 14145,15921 3534,15583"/>
            </emma:interpretation>
          </emma:emma>
        </inkml:annotationXML>
        <inkml:traceGroup>
          <inkml:annotationXML>
            <emma:emma xmlns:emma="http://www.w3.org/2003/04/emma" version="1.0">
              <emma:interpretation id="{7431E76E-3A52-4703-B8FF-00470D4EA0AE}" emma:medium="tactile" emma:mode="ink">
                <msink:context xmlns:msink="http://schemas.microsoft.com/ink/2010/main" type="inkWord" rotatedBoundingBox="3568,14505 5411,14564 5384,15414 3541,15356"/>
              </emma:interpretation>
              <emma:one-of disjunction-type="recognition" id="oneOf28">
                <emma:interpretation id="interp140" emma:lang="en-US" emma:confidence="0.5">
                  <emma:literal>Dec</emma:literal>
                </emma:interpretation>
                <emma:interpretation id="interp141" emma:lang="en-US" emma:confidence="0">
                  <emma:literal>Duc</emma:literal>
                </emma:interpretation>
                <emma:interpretation id="interp142" emma:lang="en-US" emma:confidence="0">
                  <emma:literal>Deuce</emma:literal>
                </emma:interpretation>
                <emma:interpretation id="interp143" emma:lang="en-US" emma:confidence="0">
                  <emma:literal>Deice</emma:literal>
                </emma:interpretation>
                <emma:interpretation id="interp144" emma:lang="en-US" emma:confidence="0">
                  <emma:literal>Dee</emma:literal>
                </emma:interpretation>
              </emma:one-of>
            </emma:emma>
          </inkml:annotationXML>
          <inkml:trace contextRef="#ctx0" brushRef="#br0" timeOffset="141113.8705">-294 8617 703,'0'0'264,"0"0"36,0 0-163,0 0-17,0 0 114,0 0-88,0 0 10,0 0-13,0 0 9,0 0-26,0 0 6,-65-41-3,65 39 13,0 2-7,0 0-42,0 0-39,0 0-22,0 0-32,0 2-58,0 5-41,0 7 22,0 9 77,0 8-3,-1 8 3,-5 6 18,-3 3 12,-2 0-30,-3 3-13,0-3 13,-2-3-16,-2-3-22,-1-4-10,0-3 44,-1-4 2,3-5-30,-2-5-10,6-6 13,-1-3 16,2-6-25,3-2 2,2-3 34,0-1-11,1-2-77,0-5-26,2-3 58,1-3 57,1-2-54,2-3 19,0-4 36,0 0 3,0 0 0,3 1 17,2 2 12,-1 1-6,-1 4-26,0 2 13,0 3 3,-3 3-3,3 3-13,-3 3-16,1 0 0,2 0-72,0 4-86,4 4 11,2 4 163,1 2 33,4 5-7,-2 2-4,5-1 1,-2 0 10,3-2-33,-3-1-18,2-4 18,1-1 13,-1-3-13,-1-3 1,1 0 19,-2-4-5,3-2-14,1 0 21,1-4 59,2-5-13,2-4-43,0-2-5,1-3 3,0-3-3,-1-2-20,-1-1-19,0-2 19,-4 2 0,-2-1-14,-2 1-19,-3 1 33,-1-1 16,-3 0 1,-3-1-4,0-2 9,-3-1-11,-2-4-9,0 0 22,-2-3-24,-5-1 1,-3 0-2,-2 1 0,0 0 1,-4 2-20,-2 1 11,2 3-10,-4 4 19,0 1 26,1 6 16,1 4-41,2 4 44,-3 5-3,2 5-25,2 0 34,-2 2-38,3 7-13,-3 4-29,0 5-10,3 4 14,1 3 0,-1 2 25,5 2 12,2 2-12,1 1-3,3 1-16,3 1-4,0 1-12,3-2 16,6-2 15,3-1-54,3-3 3,4-4 42,1-3-32,5-2 42,2-3-14,0-2 20,3-3-3,2-1 0,0-4 0,1-2 2,0-3 59,2 0-48,0-3 0,1-6 19,2-1 7,-3-4-16,1-2-10,0-1 6,0-2-19,-1 0-9,-3 0 6,-1 0-29,-3-1-13,-4 1 34,-2 2 11,-6 2 19,-1 0-15,-6 2 12,-3 3 7,-3 2 12,-2 1 23,-1 0 20,0 2 6,-1 0-36,-5 0-19,-1 0-29,-1 2 3,-1 1 10,0 2 0,-3 0-13,-2 3-13,-1 7 11,-2 2-1,1 6-23,-1 4 6,-1 5 1,4 5 19,1 2-22,3 1-14,3 2 17,6 0 6,1 0-45,0-1 22,5-2 36,7-5-29,1-4-6,2-4 12,3-5 8,2-2 14,3-4-37,3-5 38,2-3 24,3-2 18,1-5-42,5-7-3,1-4-36,1-5 39,1-4-45,0-3-4,2-1-6,-1-2 19,0 0-9,0-1 32,-1 1 13,0 0 36,-1 2-7,-1-2-27,-2 1 56,-3 2 1,0 2-30,-4 4-13,-3 3 19,-3 5-35,-2 4-70,-4 4-6,-5 4 75,-3 2-31,-2 0-26,-4 0 26,-1 0 32,1 5 25,-2 0 10,2 1-3,-2 2 36,-1 0-22,0-2-30,0 1-15,0-1 31,0-2-9,0-1-23,0-2-22,0 0 22,0-1 13,0 0-11,0 0 1,-1 0 35,1 0-31,-3-2-7,2-2-32,-2 1 3,-2-1-1,1 2-8,-3-2 34,-1 0 4,-4 1 0,-2 3-44,-1 0-27,-3 0 9,-5 7 17,-1 3-7,-2 4 34,0 3 18,1 2 55,-2 3-16,1 3-10,3-1 20,2 2-4,3 0-34,4 1-9,4-1 12,4-1-14,3 0-36,3-2 0,0-2 34,9 0 2,5-3-17,2-1 17,4-2 16,2-2 1,7-1-14,1-3-3,3-3-16,4 1-127,2-5-91,0-1-234,-1-1 54,-8 0-65</inkml:trace>
        </inkml:traceGroup>
        <inkml:traceGroup>
          <inkml:annotationXML>
            <emma:emma xmlns:emma="http://www.w3.org/2003/04/emma" version="1.0">
              <emma:interpretation id="{9951ABF4-88D4-412C-9820-2CE88468C37D}" emma:medium="tactile" emma:mode="ink">
                <msink:context xmlns:msink="http://schemas.microsoft.com/ink/2010/main" type="inkWord" rotatedBoundingBox="6584,14566 10054,14677 10018,15789 6548,15679"/>
              </emma:interpretation>
              <emma:one-of disjunction-type="recognition" id="oneOf29">
                <emma:interpretation id="interp145" emma:lang="en-US" emma:confidence="0.5">
                  <emma:literal>size:</emma:literal>
                </emma:interpretation>
                <emma:interpretation id="interp146" emma:lang="en-US" emma:confidence="0.5">
                  <emma:literal>size =</emma:literal>
                </emma:interpretation>
                <emma:interpretation id="interp147" emma:lang="en-US" emma:confidence="0">
                  <emma:literal>size :</emma:literal>
                </emma:interpretation>
                <emma:interpretation id="interp148" emma:lang="en-US" emma:confidence="0">
                  <emma:literal>size</emma:literal>
                </emma:interpretation>
                <emma:interpretation id="interp149" emma:lang="en-US" emma:confidence="0">
                  <emma:literal>size.</emma:literal>
                </emma:interpretation>
              </emma:one-of>
            </emma:emma>
          </inkml:annotationXML>
          <inkml:trace contextRef="#ctx0" brushRef="#br0" timeOffset="142241.7909">2392 9081 333,'0'0'1577,"0"0"-1360,0 0-107,0 0-110,0 0-3,0 0-185,0 0 75,0 0 97,0 0 16,46-72 1,-23 46 29,2-2 38,5-2-20,1-1 17,3-2 13,0-2 19,1-1-22,3 0-11,-1-1 11,1 0-11,0 1-38,-5 1-7,-1 2 20,-6 3-3,-4 3-36,-5 3 0,-5 5 22,-4 5 4,-5 3-13,0 1 0,-3 6 22,0 1 10,-3 2-45,-5 1-55,-1 0 1,-1 5-33,-4 5-10,-1 5 13,-1 6 61,0 4 21,2 2-37,4 1 14,1 3 22,6-1 1,2-2-40,1-1 23,3-1 19,5 2 0,1-3 0,2 3-13,1-3 13,0 0 6,-1 0-6,-2-1 1,-3-1 18,-2-1 1,-4-2-20,0 1-10,-1-2 7,-8-1-42,-3-1-111,-4-2 7,0 1 32,-1-3 30,-3-3-8,3-1-48,0-3 36,-1-1 22,5-4 40,0-1-4,4 0 29,1-4 20,2-4 20,3 0 6,3-2 52,0 0-39,0 0-19,8-2 2,4-1 8,3 0-17,3 0 13,3 0-4,3 2 1,2-1 7,2 2-11,0 1 17,4 1 29,1 1 42,2-1 0,1 0 7,0 2-4,1-2 7,-1 3-7,-2 0-45,-3-1-43,-3 2-3,-4 2-2,-5 1-17,0 1-17,-8 0 16,-1 1-2,-1 4-36,-3 3 37,-2 1 2,-1 4 26,-2 4-24,-1 1-1,0 2 0,0 3-1,-4 1 0,-2 0-25,-1-1-5,-3-2-34,1-2-50,2-3-44,0-4 12,-2-3 38,5-4-25,0-5-95,2 0-6,-1-6-121,2-2-82</inkml:trace>
          <inkml:trace contextRef="#ctx0" brushRef="#br0" timeOffset="142363.0199">3397 8582 300,'0'0'241,"0"0"405,0 0-601,0 0-45,0 0-150,0 0-78,0 0-199</inkml:trace>
          <inkml:trace contextRef="#ctx0" brushRef="#br0" timeOffset="143178.8859">3685 8798 245,'0'0'1686,"0"0"-1530,0 0-156,0 0 0,0 0 7,0 0 96,0 0 37,96-15 25,-67 3 31,6 2-35,-1 0-90,2 2-23,-2 3 0,-3 2-41,0 3-7,-3 0-42,-3 9 39,-6 3 3,-1 3-42,-6 2-3,-4 5 13,-8 1 19,0 5-61,-9 3-51,-8 2-5,-4 1 37,-3 2 15,-4-1 4,-2-2 50,4-2 24,-3-2 3,3-5 0,2-3 36,5-5-16,4-4-23,8-4 0,2-4 34,3-3-30,2-1-4,2 0 0,6 0 42,1 0 29,1-1-13,6-2 6,0 2 14,1-1-7,1 2-68,1 0 10,4 2 3,-1 5 42,0 2-57,1 2 34,0 3 33,1 2 28,-3 2-58,-1 2-38,-6-1 2,0 2 1,-6 1-3,-5 0 0,-3 1 0,0 0 45,-6 0-26,-6-1-19,-4-2 13,-4 0-13,-2-4-10,-1 0-38,-1-4 6,0-4-6,0-1-22,1-3 5,2-3 20,3-1-13,0-2-12,3-6 2,4-2 53,4-2 14,4-2 2,3-3 10,4-1-11,9-3-3,9 0-35,4-4 12,5 1-42,2-2 13,5 1 3,4 0 23,-2-1 19,3 2 10,3-2 17,-2 0-15,2 0-2,-1-1 16,-4 2 4,1-1-20,-6 0-16,-1 0 16,-6 2 13,-5-1-12,-8 2 3,-2 2 41,-8-2 26,-5 3-6,-1-2 9,-1 2 19,-8-1 10,-2 2-42,-1 2-29,-1 3 16,-1 6-19,2 3 35,-2 2 0,1 3-19,-3 1-29,0 7-16,-2 5 0,-1 6 0,-1 5-29,1 4 1,3 4 24,4 3-12,4 1 14,4 1-23,4 0-7,0-1 3,12-1 10,1-2-4,6-1-15,3-4 6,4-2-1,3-6-40,4-2-182,1-5-146,-5-4-356,16-4-365</inkml:trace>
          <inkml:trace contextRef="#ctx0" brushRef="#br0" timeOffset="143422.7556">5557 9063 264,'0'0'2817,"0"0"-2524,0 0-293,0 0-153,0 0-71,0 0 106,0 0-5,82-23-131,-52 16-141,-2-1-66,-4 2-119,-5 4 62</inkml:trace>
          <inkml:trace contextRef="#ctx0" brushRef="#br0" timeOffset="143602.5187">5705 9223 904,'0'0'1893,"0"0"-1585,0 0-308,0 0-32,0 0-112,0 0-78,0 0 61,0 0 48,0 0 51,84-9 4,-58 3-136,-6-1-420,7 1-390</inkml:trace>
        </inkml:traceGroup>
        <inkml:traceGroup>
          <inkml:annotationXML>
            <emma:emma xmlns:emma="http://www.w3.org/2003/04/emma" version="1.0">
              <emma:interpretation id="{60674F96-4DD5-4E62-A212-6587F2FCA891}" emma:medium="tactile" emma:mode="ink">
                <msink:context xmlns:msink="http://schemas.microsoft.com/ink/2010/main" type="inkWord" rotatedBoundingBox="12635,14798 14179,14847 14153,15675 12609,15626"/>
              </emma:interpretation>
              <emma:one-of disjunction-type="recognition" id="oneOf30">
                <emma:interpretation id="interp150" emma:lang="en-US" emma:confidence="0.5">
                  <emma:literal>214</emma:literal>
                </emma:interpretation>
                <emma:interpretation id="interp151" emma:lang="en-US" emma:confidence="0">
                  <emma:literal>4214</emma:literal>
                </emma:interpretation>
                <emma:interpretation id="interp152" emma:lang="en-US" emma:confidence="0">
                  <emma:literal>1214</emma:literal>
                </emma:interpretation>
                <emma:interpretation id="interp153" emma:lang="en-US" emma:confidence="0">
                  <emma:literal>414</emma:literal>
                </emma:interpretation>
                <emma:interpretation id="interp154" emma:lang="en-US" emma:confidence="0">
                  <emma:literal>0214</emma:literal>
                </emma:interpretation>
              </emma:one-of>
            </emma:emma>
          </inkml:annotationXML>
          <inkml:trace contextRef="#ctx0" brushRef="#br0" timeOffset="163464.8032">8859 8991 225,'0'0'1494,"0"0"-1140,0 0-189,0 0-152,0 0-13,0 0-17,0 0 17,0 0 26,0 0 19,0 0 10,1 2-9,-1-2-14,-1 0-32,-4 2 0,-3 1-3,-1 0 0,-4 1-9,1 2 12,-3-2 0,0 0 1,-2 0 0,2-1 15,0-2 7,0 1-22,0-2 12,1 0 12,3 0-25,-2-4 3,3-2-3,1 0 0,2-1 0,3-1 16,2-2-16,2-1-2,0 0-2,2-3-15,8 2 7,0-1 12,1 1 0,5 1-13,0 2 3,1 0 10,2 2 0,0 2-12,-1 1 8,1 3 4,0 1 0,-3 0 0,1 7 3,-4 3 10,1 2 19,-3 6-16,0 3-3,-4 5 19,-1 4 4,-2 2-14,-1 2 11,-3 2 18,0 2 13,-4-1-12,-3-2-7,-6 0 10,1-3-23,-2-3-30,-5-1-1,-1-4 12,0-1-13,-2-4 0,-2-1-24,-1-1 24,-2-4 0,2-1 0,-1-4-32,-1-2 32,1-2 1,2-3-1,-1-1-22,5 0 22,0-2 11,2-5-11,3-2 0,1 0 13,5-1 19,1-3-32,2 0 2,5-1 10,1-2-5,0 2-7,1 1-31,8 0 31,3 3 0,1 2-17,1 2 4,5 1 13,-1 2 23,1 3-23,4 0 0,0 0 20,0 8 15,1 0-35,2 3 1,-1 1 27,3 1 7,-1 1-35,0 1 0,-2 1 24,3-1 0,-3 0-24,1-3-9,-1 0 9,-2-2 0,-3-1-10,2-1-29,-5-4 36,0-2-16,-1-2-39,-3 0-22,-1-5-26,-2-4-81,-2-1-88,0-2-23,-3-3-24,2-3-91,-4 3-50,-1-9-257</inkml:trace>
          <inkml:trace contextRef="#ctx0" brushRef="#br0" timeOffset="162437.6274">8787 8900 124,'0'0'179,"0"0"327,0 0-366,0 0-140,0 0-46,0 0 7,0 0 39,0 0 0,0 0 3,0 0 23,0-14 7,0 14 0,0 0-14,0 0 1,0 0 2,0 0 8,0 0-4,0 0-3,0 0 3,0 0-7,0 0-15,0 0-1,0 0 13,0 0-13,0 0 1,0 0 9,0 0 6,0 0 1,0 0 9,0 0-9,0 0 6,0 0-4,0 0-5,0-2 2,0 1-16,-2 0-3,1-2-2,1 1-24,0-1 26,-2 1 2,2-1 15,-1 0 18,1 2 1,-2-2 10,2 2-14,0 0 1,0 1 16,0 0 6,0-1-3,0 1-10,0 0 7,0 0-7,0 0-16,0 0-6,0 0 9,0 0 13,-1 1-9,1 1 6,0 1 16,-2 2-31,2 2-24,-3 2 0,3 1 17,-3 2-1,-2-1-16,2 3-10,0-1 10,0 3 4,0 1-4,0 2 1,-1 1 0,1 2 2,-1 1-3,-2 1-1,3-2 1,-2-1 13,0 0-13,-1-2-13,2-2 13,-1 0 3,-1-1-3,1 0-19,2-2 19,-2-1 0,0 0-23,2-3 1,-1 0 22,0-1 4,0-1-4,-1 0-20,1-3 20,-1 0 16,2 0-16,1-1-6,-2-1 6,1 1 0,0-2-26,1-1-33,-1 1-5,3-2-57,-3 0-93,2 0-40,-2 0-3,0 0-128,-1-4-283</inkml:trace>
          <inkml:trace contextRef="#ctx0" brushRef="#br0" timeOffset="163855.0311">9295 8759 878,'0'0'1893,"0"0"-1607,0 0-286,0 0-6,0 0-33,0 0 14,0 0 25,0 0 51,0 0 16,0 0-6,0 0-10,-5-1-9,5 1-30,0 5-12,0 3-9,0 5 9,0 5 19,0 4-16,0 5 13,0 1 10,0 2-14,0-1-11,-2 0-1,-1-1 2,0-1-2,0 0-20,-1-1-15,1 0-22,-3-2-52,1-2-35,-1-4-33,2-2-68,1-4-104,0-3-57,1-3-101,-1-4 44,3-2-117</inkml:trace>
          <inkml:trace contextRef="#ctx0" brushRef="#br0" timeOffset="164188.0156">9727 8688 1843,'0'0'687,"0"0"-484,0 0-203,0 0-3,0 0-46,0 0 49,0 0 13,0 0 61,-18 74 0,13-56-13,-2 3 10,0 0-7,3-1-29,0 3-6,-1-1 3,2 0-19,2 1-13,1-3-15,0 0 15,0-2 0,1-2-15,5-1-4,1-2 18,3-3 0,2-1-30,1-4-17,7-1 25,0-1 20,3-3-39,3 0-22,0-6-7,2-1-32,-3-2-71,1-1-81,-1-2-11,-5-1-104,-1 0-145,-8 3 49,-2-5-144</inkml:trace>
          <inkml:trace contextRef="#ctx0" brushRef="#br0" timeOffset="164432.8063">9915 8850 683,'0'0'1446,"0"0"-1061,0 0-207,0 0-107,0 0-36,0 0 33,0 0 12,0 0 7,0 0 34,0 0 39,-19 64-20,13-45-64,1 0-35,-1 5 7,-3-1-39,2 3-9,0 1-38,-1-2 35,0 1 0,1 0-60,-2 0-26,-1-1 12,1 1-12,-1 0-48,-2 0-65,-2-1-20,-3 1-88,0 1-160,-3-1-128,-3 1 8,5-8-140</inkml:trace>
        </inkml:traceGroup>
      </inkml:traceGroup>
    </inkml:traceGroup>
  </inkml:traceGroup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</inkml:channelProperties>
      </inkml:inkSource>
      <inkml:timestamp xml:id="ts0" timeString="2024-03-15T15:12:26.968"/>
    </inkml:context>
    <inkml:brush xml:id="br0">
      <inkml:brushProperty name="width" value="0.14" units="cm"/>
      <inkml:brushProperty name="height" value="0.14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E3266148-562D-4BC7-93C4-41C7CB8972D9}" emma:medium="tactile" emma:mode="ink">
          <msink:context xmlns:msink="http://schemas.microsoft.com/ink/2010/main" type="writingRegion" rotatedBoundingBox="17497,14998 25362,14378 25447,15459 17582,16079"/>
        </emma:interpretation>
      </emma:emma>
    </inkml:annotationXML>
    <inkml:traceGroup>
      <inkml:annotationXML>
        <emma:emma xmlns:emma="http://www.w3.org/2003/04/emma" version="1.0">
          <emma:interpretation id="{5F429F6D-0D8D-4400-A1E7-5B5A5C0361A0}" emma:medium="tactile" emma:mode="ink">
            <msink:context xmlns:msink="http://schemas.microsoft.com/ink/2010/main" type="paragraph" rotatedBoundingBox="17497,14998 25362,14378 25447,15459 17582,16079" alignmentLevel="1"/>
          </emma:interpretation>
        </emma:emma>
      </inkml:annotationXML>
      <inkml:traceGroup>
        <inkml:annotationXML>
          <emma:emma xmlns:emma="http://www.w3.org/2003/04/emma" version="1.0">
            <emma:interpretation id="{E180064B-CEEF-4078-9D0B-85565CE01EE8}" emma:medium="tactile" emma:mode="ink">
              <msink:context xmlns:msink="http://schemas.microsoft.com/ink/2010/main" type="line" rotatedBoundingBox="17497,14998 25362,14378 25447,15459 17582,16079"/>
            </emma:interpretation>
          </emma:emma>
        </inkml:annotationXML>
        <inkml:traceGroup>
          <inkml:annotationXML>
            <emma:emma xmlns:emma="http://www.w3.org/2003/04/emma" version="1.0">
              <emma:interpretation id="{E1805716-AB30-4D06-A102-0C77699161DF}" emma:medium="tactile" emma:mode="ink">
                <msink:context xmlns:msink="http://schemas.microsoft.com/ink/2010/main" type="inkWord" rotatedBoundingBox="17639,15049 18274,15385 18125,15667 17489,15330"/>
              </emma:interpretation>
              <emma:one-of disjunction-type="recognition" id="oneOf0">
                <emma:interpretation id="interp0" emma:lang="en-US" emma:confidence="0.5">
                  <emma:literal>=</emma:literal>
                </emma:interpretation>
                <emma:interpretation id="interp1" emma:lang="en-US" emma:confidence="0">
                  <emma:literal>-</emma:literal>
                </emma:interpretation>
                <emma:interpretation id="interp2" emma:lang="en-US" emma:confidence="0">
                  <emma:literal>_</emma:literal>
                </emma:interpretation>
                <emma:interpretation id="interp3" emma:lang="en-US" emma:confidence="0">
                  <emma:literal>.</emma:literal>
                </emma:interpretation>
                <emma:interpretation id="interp4" emma:lang="en-US" emma:confidence="0">
                  <emma:literal>I</emma:literal>
                </emma:interpretation>
              </emma:one-of>
            </emma:emma>
          </inkml:annotationXML>
          <inkml:trace contextRef="#ctx0" brushRef="#br0">13348 9129 1668,'0'0'1363,"0"0"-1363,0 0-116,0 0-64,0 0-36,92-23 9,-53 13 16,4 1 12,-2 1 36,2 5-13,-4 0-55,-2 3 9,-1 0 3,-3 2-29,-7 1-85,7 2-111</inkml:trace>
          <inkml:trace contextRef="#ctx0" brushRef="#br0" timeOffset="203.3554">13695 9383 1922,'0'0'654,"0"0"-654,0 0-39,0 0-58,0 0 36,81-7-7,-44-1 13,6-5-23,2 1-84,3-2-127,-4 0-147,-9 3-43,15-6-278</inkml:trace>
        </inkml:traceGroup>
        <inkml:traceGroup>
          <inkml:annotationXML>
            <emma:emma xmlns:emma="http://www.w3.org/2003/04/emma" version="1.0">
              <emma:interpretation id="{BC936B79-890B-4903-89B7-C15C8F536CE6}" emma:medium="tactile" emma:mode="ink">
                <msink:context xmlns:msink="http://schemas.microsoft.com/ink/2010/main" type="inkWord" rotatedBoundingBox="18509,14928 25356,14349 25447,15423 18599,16002"/>
              </emma:interpretation>
              <emma:one-of disjunction-type="recognition" id="oneOf1">
                <emma:interpretation id="interp5" emma:lang="en-US" emma:confidence="0.5">
                  <emma:literal>#28-70128</emma:literal>
                </emma:interpretation>
                <emma:interpretation id="interp6" emma:lang="en-US" emma:confidence="0">
                  <emma:literal>#28-710128</emma:literal>
                </emma:interpretation>
                <emma:interpretation id="interp7" emma:lang="en-US" emma:confidence="0">
                  <emma:literal>#28-7/0128</emma:literal>
                </emma:interpretation>
                <emma:interpretation id="interp8" emma:lang="en-US" emma:confidence="0">
                  <emma:literal>#28-710/28</emma:literal>
                </emma:interpretation>
                <emma:interpretation id="interp9" emma:lang="en-US" emma:confidence="0">
                  <emma:literal>#2.8-710128</emma:literal>
                </emma:interpretation>
              </emma:one-of>
            </emma:emma>
          </inkml:annotationXML>
          <inkml:trace contextRef="#ctx0" brushRef="#br0" timeOffset="8964.6791">17638 8709 1167,'0'0'1198,"0"0"-1027,0 0-119,0 0-30,0 0-22,0 0-29,0 0-13,0 0-3,0 0 3,0 0 39,-25 0 3,42 0 74,5 0 4,9 0-14,5 0-9,4 0-17,6 0-21,1-1-17,1 0 19,1-2-1,-1 1-18,-1-1-1,-5 0 1,-1 0 3,-3 0-3,-4 0 0,-6 0 0,-3 0 32,-2-1-32,-3 1-9,-5 1 9,-2 0 0,-5 1 0,-3 0-22,-2 1 22,-3 0 16,1 0-16,-1 0 0,0 0 12,0 0-2,0 0-10,0 1-25,0 7 25,-1 4 45,-7 3-22,1 4-20,-4 2 35,0 1-2,0 1-36,-3 0 0,0 3 18,0 0 0,0 1-18,-3 1 0,2 3 11,-2-3 5,1 1-16,-3-1-26,3 1 24,-2-2-11,-2-3-12,3-2-4,0-1 13,4-4 12,0-3-47,3-2-13,1-5 6,4 0-39,-1-2-58,3-3-68,2 0-56,-1-2-68,2 0-220,0 0-179</inkml:trace>
          <inkml:trace contextRef="#ctx0" brushRef="#br0" timeOffset="10099.9736">18581 8797 802,'0'0'1109,"0"0"-996,0 0-113,0 0-133,0 0 133,0 0 0,87-3 85,-47 1-17,7-1-23,1 2 14,5-1 6,0 2-40,-2 0 5,1 0 28,-7 0-32,-1 0-26,-5 0-20,-4 0 20,-7 0 22,-5-2-22,-3-2-7,-7 1 7,-5 1 23,-1 0-23,-4 2 1,-2-2 38,-1 2 19,0 0-13,0 0 14,0 0 15,0 0-3,0 0-23,0 2 7,-6 1-7,-4 3-47,-1 5-1,-3 1 13,-1 1 41,-1 0 17,3 2-45,1-1-24,1 1 0,2 1 8,4 0-10,2 2-15,3 0 15,0 3 0,0-3-7,4-1-14,5-2 21,2-1 0,4-1-12,1-1-3,4-5 15,1 2 13,4-3-13,-1-5-10,5-1 10,-1 0 26,0-9-26,-2-1 1,-1-5 11,-1-2 10,-3-1-22,-1-3 0,-4-1 0,-1 0 23,-2-3-23,0-3-29,-6 0 27,-1-2 0,-3-2-18,-3 1-2,0 1 20,-3 0-2,-7 4-18,-3 3 3,-3 6-26,-4 6-45,1 4 0,-5 6-30,-1 1-12,-2 0-56,0 4-74,-1 3-8,7 0-84,2 1-8,-1 5-68</inkml:trace>
          <inkml:trace contextRef="#ctx0" brushRef="#br0" timeOffset="9527.7371">18785 8451 737,'0'0'1560,"0"0"-1340,0 0-182,0 0-38,0 0-113,0 0 16,0 0 91,0 0 6,0 0 48,0 0 11,0 0 8,25 28 8,-17-20 5,-2 1 14,3 1-4,-1 1-10,0 4-13,-3-1-12,1 3 0,-3-2-20,2 5-32,-1 1 10,-2 1 3,-2 6 3,0 2-17,0 2 17,0 1-16,-6 5 15,-2-1-18,-2 2-16,-3 0 16,-1 0-3,-3-3-19,1 0-23,-3 0 4,1-4-43,1-2-44,3-3-7,1-5-10,3-4-4,5-5-48,0-3-17,5-4-49,0-2-108,0-2-88,0-2-69</inkml:trace>
          <inkml:trace contextRef="#ctx0" brushRef="#br0" timeOffset="10581.9438">19929 8624 638,'0'0'1288,"0"0"-1129,0 0-107,0 0 71,0 0 65,0 0-20,0 0-46,-28-70-25,28 62-7,0 0-17,0 2-12,0 1 10,0 2 21,0 2 11,0 1-30,0 0-19,0 0 0,0 0-16,0 0-38,0 4 1,0 5-1,0 6 44,-2 4-25,-1 6-3,0 1 0,-1 4-13,-1 1-3,-1 3-2,1 0 2,-1 4 14,-2 1-14,-1 0-22,1 2 9,0 1 10,-4-3-38,3 0-16,-1-3 18,-2-4-15,4-3-28,0-4-24,1-5-2,2-4-8,0-4-54,4-5-84,1-4-141,0-3-222,0-3-73</inkml:trace>
          <inkml:trace contextRef="#ctx0" brushRef="#br0" timeOffset="11084.2939">20141 8727 650,'0'0'1311,"0"0"-1084,0 0-101,0 0 7,0 0-78,0 0-33,0 0 59,0 0 35,0 0-26,0 0-16,0 0 6,95-26 0,-76 26-22,1 0-13,-2 0 12,-4 1 11,0 4-43,-3 0-22,0 2 32,-2 1 3,-1 4-15,-3 3-21,-2 1 36,0 5-3,-3-1-22,0 3-13,-5 1 22,-2-1-4,-6-2-18,0 3-10,-6-2 10,0-3 14,-3 1-14,-3-2-12,-1-1 12,1-1 1,0-2-1,-1-3-17,1-1 17,4-3 28,2-2-25,2-1-2,6-1 15,3-2 0,2-1-14,3 0-2,3 0-18,0 0-1,0 0-12,0 0 2,0 0 0,7 0 29,6 0 10,6 0 3,4-2-11,6-2 8,3 1-10,2 2-16,4-1 4,1 1-1,-2 1-9,2-1-17,3-3-56,-3 0-90,1-2-101,-3-2-117,-1-1-93,-2-1-103,-9 2 101,6-3-125</inkml:trace>
          <inkml:trace contextRef="#ctx0" brushRef="#br0" timeOffset="11722.5692">20742 8846 297,'0'0'313,"0"0"-134,0 0 424,0 0-213,0 0-88,0 0-53,0 0-3,0 0-40,0 0-61,0 0-39,0 0-10,-33-22-26,33 22-31,0 0-37,5 0-1,4 4 47,5-2 15,6 2-12,2-1 0,3 0-22,4-2-27,-1 0-1,0-1 18,-2 0-3,-1-2-16,-3-4 0,-2 1 14,-3-2-2,-4-3-10,-1 0 1,-3-2 22,-1-3-22,-1-3-3,-3-1-19,-2-2 18,-2-2-2,0 0-23,-5 0 4,-5-1 22,-3 1-1,-3 3-10,-1 1 10,-5 3 1,-1 2-3,-2 4 3,-4 2-9,0 3 9,-1 2 13,-1 3-13,0 0-20,0 4 20,3 3-1,3 5-20,0 1 5,2 1 16,6 2 0,1 0-35,6 4 7,2 2 25,5 2 0,3 3-19,0 1 2,10 3 20,3 2 0,4-1 0,3 3 0,3-1 14,0 1 8,1 1-22,1-2 0,0-3 6,-2 2 12,-3-3-18,-3-1 0,-1-1 11,-4-2 21,-4-1-30,-2-2-1,0-1 23,-5-4-14,-1-2-10,0-2 0,-7-2 6,-1-1 20,-6-4-25,-4 1 0,-4-4 15,-2-2-16,-7 0-7,1-2-11,-2-2 18,2-4 15,0-2-15,2-1 0,4-2 10,3-4-1,4 0-9,3-2 0,6-1 22,5-2 15,3-1-37,4-2-1,13-3 0,8-2 1,12-4-38,11-2-25,12-3 18,13-3-2,11 0-43,9-1-69,3 1-169,-20 12-324,30-11-620</inkml:trace>
          <inkml:trace contextRef="#ctx0" brushRef="#br0" timeOffset="504.5359">14934 8810 1372,'0'0'1314,"0"0"-1067,0 0-138,0 0-38,0 0-4,0 0 0,0 0 10,0 0-23,0 0-13,0 0 19,0 0 1,-51 56-36,42-26-6,-2 6 25,3-1 1,2 2-45,3 4-21,3-3 21,0 3-3,0-2-66,3 0-33,0-2-22,0 0-38,-1-2-72,-1-6-101,1-4-121,-2-4-115,0-10-149</inkml:trace>
          <inkml:trace contextRef="#ctx0" brushRef="#br0" timeOffset="979.0296">15077 8935 192,'0'0'1442,"0"0"-832,0 0-419,0 0-143,0 0-12,0 0 19,0 0 19,0 0 6,0 0 7,0 0 3,84-43 16,-57 38 19,2 2-16,1 2-29,3 1-17,-1 0-5,0 2 5,-1 4-12,-2 3 3,0 0-1,-3 1-15,-3 4-12,-3 3-25,-3-3 18,-6 4-19,-4 0-3,-6 0-12,-1 3 2,-2-3 0,-10 1-15,-5-1-4,-4-1 1,-5 1 5,-2-2-5,-6 1 8,0 1 23,-5-1 1,0 0-1,2 0 3,0-1 28,1 2 4,5-4-32,2 0 10,4-3 16,5 0-13,7-4-16,4 0-1,3-3 0,6 0-11,0 1-55,6 0 22,6 2 45,9-1 38,5-1-26,8-2-9,6 1 19,7-4-22,4 0-7,5 0-15,3-4 21,3-3 0,-1 0-62,-1-4-93,0 1-77,-7-2-43,0-2-175,-4-3-126,-13 3-149,8-9-248</inkml:trace>
          <inkml:trace contextRef="#ctx0" brushRef="#br0" timeOffset="1667.9183">15979 9135 355,'0'0'1581,"0"0"-1260,0 0-198,0 0-49,0 0-25,0 0-11,0 0 17,0 0 52,0 0 63,0 0 0,57 2-58,-30-3-16,3-4-29,1-4-55,2-1-11,2-2 33,-3-2-4,-2 0-30,1-3 0,-6-1 3,-1-1 23,-4 0-26,-3-5 0,-2 0 36,-4-2 6,-2 1-40,-1-5 11,-3 2 28,-4-2 3,-1 2-44,0 2 0,-6 3 24,-8 1 5,0 4-29,-8 0 1,-4 4 16,-5 3 21,-6 1-38,0 5 3,-4 0 63,1 5 19,-2 0-67,3 3-17,-1 3 14,3 5 7,2 0-22,3 3-36,4 0 36,3 3 0,2 1-13,7 1-31,1 2 32,6 4 8,4 1-30,2 4-10,3 1 12,6 1 29,8 0-41,5 1-4,4-2 20,3 2 15,5-3-25,2 1 6,3-1 16,1 0 15,2-1-24,0-1-10,-3 2-3,0-1 6,-6-3 7,-1 1-1,-7-1 1,-5-2 12,-3 4-6,-8-6 3,-3 1 16,-3 0 9,-1-3-7,-9-2-2,-3-2 0,-3-4-19,-4-1-22,-2-4-33,-5 0 26,-3-3 14,-1-2 34,-2-2 3,-3 0-1,3-1 0,0-5 37,1-2-37,3-2 24,3-2 50,7-4 49,2 0-36,6-2-6,5-3 2,6 0-24,1-4-32,15-1-29,7-2-3,7-4-16,10-6-16,7 2 7,4-3-1,3 1 1,4 4-30,-2 4-28,-1 6-38,-5 6-29,-2 3-33,-6 6-20,-5 0-91,-6 6-144,-9-1-174,-3 1-85</inkml:trace>
          <inkml:trace contextRef="#ctx0" brushRef="#br0" timeOffset="2127.9999">14416 9702 2002,'0'0'1144,"0"0"-1099,0 0-45,0 0-141,0 0 71,0 0 70,96-54 27,-55 43-27,2 4 0,0 0 51,7 4 42,0 3-39,6 0-15,4 0 15,4 0-14,4 0-40,3 0-2,2 0 2,3 0 0,0 0-26,-1 0-19,2 0 42,-4 3 1,0-2-65,-5 2-23,-1-3 13,-5 0-106,-6 0-116,-6 0-80,-7 0-56,-6 0-79,-12 0 81,1 0-118</inkml:trace>
          <inkml:trace contextRef="#ctx0" brushRef="#br0" timeOffset="2490.2459">14560 9842 1175,'0'0'1171,"0"0"-1167,0 0 5,0 0-8,115-28-1,-65 15 1,7 1 38,3 1 71,4 2-10,2 1 7,2 2-1,4 2 10,1 1-49,5 0-13,1-1-21,-1 0-11,4 1-8,-3 1-14,-3-1 0,-2 1-3,-7-2-26,-7 4-32,-8-3-32,-6 3-81,-7-1-84,-9-2-20,-7 3-24,-6-1-136,-6 0-70,-7-2-118</inkml:trace>
          <inkml:trace contextRef="#ctx0" brushRef="#br0" timeOffset="7578.7224">16786 9093 1391,'0'0'643,"0"0"-384,0 0-213,0 0-46,0 0-13,0 0-58,0 0 25,0 0 40,0 0 6,0 0 68,5 1 32,15-1-19,5 0-23,2 0 7,3 2-10,3 1-20,3-1-12,2 0-10,-2 1-13,0-2-3,0-1-19,-1 0 21,-2 0-25,-2-1-90,-2-5-250,-7 1-199,4-5-194</inkml:trace>
        </inkml:traceGroup>
      </inkml:traceGroup>
    </inkml:traceGroup>
  </inkml:traceGroup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</inkml:channelProperties>
      </inkml:inkSource>
      <inkml:timestamp xml:id="ts0" timeString="2024-03-15T15:12:16.271"/>
    </inkml:context>
    <inkml:brush xml:id="br0">
      <inkml:brushProperty name="width" value="0.14" units="cm"/>
      <inkml:brushProperty name="height" value="0.14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353FD73E-7119-4A80-9416-7A7FDA3C90A8}" emma:medium="tactile" emma:mode="ink">
          <msink:context xmlns:msink="http://schemas.microsoft.com/ink/2010/main" type="writingRegion" rotatedBoundingBox="12264,15522 16987,13918 17561,15611 12839,17214"/>
        </emma:interpretation>
      </emma:emma>
    </inkml:annotationXML>
    <inkml:traceGroup>
      <inkml:annotationXML>
        <emma:emma xmlns:emma="http://www.w3.org/2003/04/emma" version="1.0">
          <emma:interpretation id="{AD6C2236-A97E-41FD-A346-DE8BC40D6780}" emma:medium="tactile" emma:mode="ink">
            <msink:context xmlns:msink="http://schemas.microsoft.com/ink/2010/main" type="paragraph" rotatedBoundingBox="12264,15522 16987,13918 17561,15611 12839,17214" alignmentLevel="1"/>
          </emma:interpretation>
        </emma:emma>
      </inkml:annotationXML>
      <inkml:traceGroup>
        <inkml:annotationXML>
          <emma:emma xmlns:emma="http://www.w3.org/2003/04/emma" version="1.0">
            <emma:interpretation id="{9CB5A62E-2603-43AD-8A1F-024FD73BFA08}" emma:medium="tactile" emma:mode="ink">
              <msink:context xmlns:msink="http://schemas.microsoft.com/ink/2010/main" type="line" rotatedBoundingBox="12264,15522 16987,13918 17561,15611 12839,17214"/>
            </emma:interpretation>
          </emma:emma>
        </inkml:annotationXML>
        <inkml:traceGroup>
          <inkml:annotationXML>
            <emma:emma xmlns:emma="http://www.w3.org/2003/04/emma" version="1.0">
              <emma:interpretation id="{3EAC02B0-2150-4535-9A80-416D995304D5}" emma:medium="tactile" emma:mode="ink">
                <msink:context xmlns:msink="http://schemas.microsoft.com/ink/2010/main" type="inkWord" rotatedBoundingBox="12264,15522 16987,13918 17561,15611 12839,17214"/>
              </emma:interpretation>
              <emma:one-of disjunction-type="recognition" id="oneOf0">
                <emma:interpretation id="interp0" emma:lang="en-US" emma:confidence="0.5">
                  <emma:literal>25=278</emma:literal>
                </emma:interpretation>
                <emma:interpretation id="interp1" emma:lang="en-US" emma:confidence="0.5">
                  <emma:literal>= 2=20</emma:literal>
                </emma:interpretation>
                <emma:interpretation id="interp2" emma:lang="en-US" emma:confidence="0.5">
                  <emma:literal>I. 20</emma:literal>
                </emma:interpretation>
                <emma:interpretation id="interp3" emma:lang="en-US" emma:confidence="0">
                  <emma:literal>25=2708</emma:literal>
                </emma:interpretation>
                <emma:interpretation id="interp4" emma:lang="en-US" emma:confidence="0">
                  <emma:literal>IE 20</emma:literal>
                </emma:interpretation>
              </emma:one-of>
            </emma:emma>
          </inkml:annotationXML>
          <inkml:trace contextRef="#ctx0" brushRef="#br0">8263 9876 802,'0'0'1683,"0"0"-1502,0 0-181,0 0-113,0 0 20,0 0 47,-23-67 20,35 50 26,-1 2 33,0 1 12,1 2-13,0 2 17,4 1 19,1 1-1,6 0-9,3 1-3,6-2-23,5 0-30,4 1 0,5-1 2,5 3 12,2-1 0,4 3-15,2 0 21,3 3 4,0 1-13,2 0-11,-2 0 11,0 0 0,-3 0-13,-2 0-1,-4 1-1,-3 1-1,-6-2-25,-5 0-14,-6 0-13,-5 0-41,-5 0-46,-9 0-42,-5 0-27,-4 0-48,-5 1-27,-2-1-4,-10 1-32,2-1-66,-13 0-248</inkml:trace>
          <inkml:trace contextRef="#ctx0" brushRef="#br0" timeOffset="573.5968">8537 9865 316,'0'0'1434,"0"0"-1162,0 0-272,0 0-74,0 0 2,0 0 50,0 0 22,0 0 48,0 0 7,0 0 40,75-68 18,-58 66-19,1 2 10,1 0 22,1 0 25,-1 2-67,2 2-45,-2 3-1,0-1-15,-2 2-23,-3 1 1,-1 2 9,-3 1 10,-2 1-20,-2 2 0,-4 1 14,-2 1-14,0-1 0,-8 2-18,-3-1 18,-2 1 0,-2-1-13,-2-2-2,0-1 15,-3-1 0,1-1-42,1-4 15,-2 2 27,2-3 28,0-2-28,3 1 0,1-2 16,2-2 13,3-1-11,5-1-17,-1 0 43,3 0 21,2 0-65,0 0-23,0 0 12,2 0 11,7-2 3,3-3 13,5-1 19,4 2 10,2 1-45,4 0-14,2 1 14,1 1 26,2-1-26,2 2-23,1-1 23,1-2 0,-1 2-20,3-3-38,-5 0-83,1-1-117,-3-3-118,-2 1-65,-3-3-125,-7 3 47</inkml:trace>
          <inkml:trace contextRef="#ctx0" brushRef="#br0" timeOffset="2258.7487">9638 9741 183,'0'0'629,"0"0"586,0 0-963,0 0-252,0 0-3,0 0 3,0 0 10,-76-21-10,55 17-29,-3 2 29,-5-1 10,-2 2-10,-6 1 0,-3 0 0,0 2 0,-5 5-20,-2-1-3,0 3 20,-1 0-19,-1 0-53,5 2-113,2-3-17,2 0-62,6-1-48,3 1 47,4-3-67,10-2-184,-3-1 493</inkml:trace>
          <inkml:trace contextRef="#ctx0" brushRef="#br0" timeOffset="2601.1445">10219 8773 1186,'0'0'1540,"0"0"-1324,-84 15-216,50-13-42,-8 2-16,0 0 45,-3 4 1,-6-1 12,-4 2 26,-7 1-25,-3 2 32,-3 4 15,-5 0 0,2 4 6,-1 0-6,4 2 13,2 1-6,4 1-32,6 1-22,3 0-2,7-1-46,7 0-17,6 0-10,7-2-3,8 1-64,5-1-85,8-2-84,5-1-82,0-3-158,5 3-53</inkml:trace>
          <inkml:trace contextRef="#ctx0" brushRef="#br0" timeOffset="995.052">9147 9711 62,'0'0'1783,"0"0"-1446,0 0-240,0 0-51,0 0-20,0 0 61,0 0 13,0 0 10,0 0-36,0 0-39,0 0-22,-16-1 0,27 2 32,1 2 13,7 1 19,1-2 3,4 1-19,2-2-32,2-1-3,0 0-25,1 0-1,-1 0-24,-2 0 24,-2 0 0,-4 0-1,-4 0-15,0 0 16,-6 1 0,-1 4-2,-1 2 2,-5 1 14,2 3 2,-4 1-13,-1 2-1,0 1 14,0 1-13,-6-1-3,-1 3-12,-4-1 12,0-2 0,1 1-15,-2-2-11,1-1 7,-1-1-7,3-3-31,0 1-36,0-3-26,2 0-49,2-3-74,0-1-40,2 0-23,2-1 16,-1 0-83,2-2 21,-1 0-171</inkml:trace>
          <inkml:trace contextRef="#ctx0" brushRef="#br0" timeOffset="3101.2215">10556 9745 1094,'0'0'1605,"0"0"-1370,0 0-235,0 0-222,0 0 32,0 0 100,0 0-20,111-47-85,-65 26-64,3-3-89,-10 6-124,19-9-50</inkml:trace>
          <inkml:trace contextRef="#ctx0" brushRef="#br0" timeOffset="2926.5467">10563 9529 65,'0'0'2689,"0"0"-2304,0 0-324,0 0-61,0 0-214,0 0 14,0 0 133,0 0 31,0 0 1,84 19 3,-53-20-52,-1-1-97,-1 1-56,-2 1-6,-1 0-1,-3 0-140,-9 0-33,6 0-189</inkml:trace>
          <inkml:trace contextRef="#ctx0" brushRef="#br0" timeOffset="3667.9047">11457 9249 988,'0'0'1146,"0"0"-745,0 0-278,0 0-78,0 0-20,0 0 17,0 0 42,0 0-33,0 0-12,0 0-36,0 0-2,-68-20 1,68 20 14,0 0-16,0 0-24,3 0-21,4 0 45,6-2 32,5-1 6,4 0-6,0 0-9,1 1-17,3 1-6,-3 1 0,-2 0 13,-1 0 6,0 7 10,-4 2 7,1 3 37,-2 2 7,-1 3-39,-1 2-25,-3 1 13,1 1-14,-5 0-15,-1-1 0,-4 1 0,-1-3 2,0 1-2,-9-2-16,-6 2-16,-3-1-38,-6 2-32,-5-1 3,-4-1 25,-3 0 38,-2-3-8,-2 1 24,1-2 20,1-2 0,4-1 16,3-1 0,6-2 7,5 0 12,8-3-9,5-2-23,5-2-3,2 0-29,0-1-51,6 0 35,6 0 45,6 0 16,7 0 0,6 0 0,5-2-3,3-5-13,3 2-19,1-1-13,2 1 28,0 1-18,-3 0-30,-3-2-80,-2 1-100,-3-3-144,-5-3-118,-8 2-151,5-9-170</inkml:trace>
          <inkml:trace contextRef="#ctx0" brushRef="#br0" timeOffset="7344.4441">12609 8388 985,'0'0'722,"0"0"-553,0 0-169,0 0-74,0 0 74,0 0 45,-76-34-22,68 30 22,2 0 40,0-1-1,1 0-9,-1 1-1,1-1 20,1 2 16,0 0-42,3 1-26,-2 1 19,1-1-12,1 1-47,-1 0-1,1 0 0,-1-2-1,-1 1 0,0-1-13,-1-1 13,-1 0 14,0-1-14,2 1 0,-3 0 0,-1-1 12,1 2-9,-2-1 16,1 0-16,-1 0 17,-3 0-17,2 1-1,-1 0-1,-1-1 2,-2 1 12,0 1-15,-2-2 0,-1 0 0,-1 0 4,1 1 15,0 0 13,-1 0 4,1 2-1,-1-2-22,3 2-10,-1 1 29,2-1-6,-1 1-13,-1 0-1,2-2 14,1 2 6,1 0-13,1 0-17,-1 0 17,1 0-10,-1 0-9,2 0-10,0 0 10,-1 2 3,1-1-2,1 0 0,-3 1 2,1-1-1,0 1-2,1 0 0,-3 0 1,2-1-1,-1 2-1,-3 0-1,4-1 0,-2 1 2,1-1 1,-1 1 1,1-1-2,1 1 0,0 1-1,-2 0-12,1 0 12,0-1-1,-3 3 0,2-1-27,-3 2 28,0 1-1,0 0-11,-2 0-9,0 0 22,3 2 1,-2-3-1,4 2-13,-2 0 13,3 0-3,0 0-20,0 0 1,2 0 9,1 2 11,-1-1-17,0 2-6,1-1 25,0 2 0,0 0-15,2 0-2,0 0 17,0-1 0,1 3-12,0-1-7,1-1 19,0 1-1,0 0-14,1 0 1,0 0 14,1 1 0,-1-2 0,2 2-26,-1-2 26,2 0 19,-1 1-19,1-2-19,0 0 19,0 0 19,0-1-19,0 0-9,0-1 9,0 0 20,0 0-20,0 1 0,0-2 6,1 2 19,-1 1-25,0 1 0,3-1 19,-3 0 14,2 1-33,-1 0 0,2-2 36,0 1 9,1 1-45,-1-2 1,3 2 20,-2-1-1,2 0-20,0 0-23,0 0 23,1-2 3,1 1-3,0-3-14,0 2 14,-2-2 16,1 0-16,0 0-19,2-2 19,-3 2 0,2 0-3,1 0-11,0-1 14,-2 1 19,3-1-19,-3 2-16,1-2 16,1 2 7,0-1-7,-1-2-3,0 1 3,1-2 0,-2 0 0,0 0-13,1 0 13,1-1 17,-1 1-17,0 1-16,0-1 16,2-2 19,-2 3-19,0-1-20,1 0 20,-1 0 25,1 0-25,-4-1-25,4 0 25,-2 1 29,0-1-29,4 0-10,0 1 10,0-1 13,2-2-13,0 3-31,1-3 31,0 0 9,0 1-9,0-1-19,-2 1 19,2 0 17,0 0-17,-3-1-11,3 0 11,-2 1 21,2-1-21,-4 0-13,5 1 13,-2-2 13,1 2-13,1-1-2,-1-1-9,3 2 10,-2-2 1,2 0-2,-1 0 0,1 1 2,0-2 1,1 1-1,0-1 0,0 0 0,1 0 0,1 0 0,-3 0-3,3-1 3,2-3 0,-3 1-1,2 0-22,2-2 23,-1-1 2,1 0-1,0 1-1,-3-3 1,3-1-1,-1 0-1,-1 0-9,-2-1 10,1-1 0,-4 1-3,3-1 1,-2 0 2,-2 0 1,2-3-1,-3 2-12,3-3 10,-2 0 1,-2-1-21,3-1 3,-3 0 17,0 0-20,-2-1 3,1 1-1,-4 1 20,0 0 0,-1-1-2,1 1-1,-3 0 3,-1-2 2,-1 0 0,0 0 11,0-2 3,-2-1-3,2 1 0,-1-5-10,1 2 20,-1 0-4,1 1-19,-1 0 1,-1 1 12,1 4 16,-2 0-10,0 0-16,0 2 42,0 1-6,-3-2-20,1 1-16,-1-1 20,-1 0-21,1-2 11,-1 0-10,-2 0 6,0-2 11,0 1-19,-2 0 1,-1 2 27,2 0 9,-2 3-16,-1 0-9,0 2 19,0-2-6,-3 1-26,-3 0 0,-1 0 0,-1-1 12,-3 0-12,-2 0-3,-3 0 3,0 0 0,-4 0-11,1 0-2,-1-1 13,2 2 3,-1 1-3,-1 1-16,3 1 16,1 2 0,0 3-59,2 1-49,2 2 8,-3 0-12,2 2-78,-2 0-14,-1 2-3,-2 4-62,9-1-202,-12 8-148</inkml:trace>
          <inkml:trace contextRef="#ctx0" brushRef="#br0" timeOffset="4826.2856">11840 8930 277,'0'0'1687,"0"0"-1528,0 0-159,0 0-52,0 0-19,0 0 15,0 0 56,0 0 23,0 0 45,0 0 13,91-55 0,-59 54 30,3 1-8,2 0-45,3 0-6,4 0-7,1 0-35,3 0-10,3 0-20,-1 0-2,-1 0-49,-2-3-289,-13 0-202,11-2-128</inkml:trace>
          <inkml:trace contextRef="#ctx0" brushRef="#br0" timeOffset="4421.5436">11930 8649 772,'0'0'1295,"0"0"-1065,0 0-133,0 0-68,0 0-26,0 0 0,0 0-1,0 0 23,0 0-12,0 0-10,0 0 39,-52-4 29,60 3 26,1 1-10,4 0 32,4 0 10,3 0-40,-1 0-44,7 0 6,0 0-3,4 0-47,1 0 1,3 0-2,2-3 45,0 0-45,2-2 2,-1 0-2,-1-2 13,-1 1-13,-3 1-26,-4-2 26,-3 2 0,-4 2-13,-6-1-10,-5 1 14,-2 2 5,-2-1 4,-6 2 0,2 0 0,-2 0 20,0 0-5,0 0-15,-5 0-13,0 4 0,-5 3 0,0 2 0,-3 2 12,0 2 1,0 2 0,-2-1 0,4-1 0,-2 1 1,1-1 12,3 1-13,-2 0 1,2 1 1,-1 4 10,0 2-12,-1 4 0,0 0 19,-1 2-6,2 0-13,-1 2 0,0-3 13,2-1-1,1-1-12,-2-2-13,4-2 13,2-2-1,-2-4-18,3-2-1,1-1 8,2-2-11,-1-1-12,1-3-10,0 0 1,0-3-11,0 1-22,0 0-10,0-2 10,0 0-23,0-1-3,0 0 0,0 2 12,-2-2-28,2 1-37,0-1-107,-4 0-127,4 0-72,-3 0-92</inkml:trace>
          <inkml:trace contextRef="#ctx0" brushRef="#br0" timeOffset="10316.9514">12222 8318 1339,'0'0'240,"0"0"-181,0 0-36,0 0-23,0 0 0,0 0 31,0 0 15,0 0-20,0 0 3,0 0 0,-32-42 10,31 38-16,-2 1-20,0-1 56,1 2 25,0-1-29,-1 1-16,0-1 23,0 0-4,0 1-26,-2-1-29,-1 2 52,0 0-43,0-2-12,1 2-26,-3-2 26,-1 2-1,0 0-20,-2 1-15,0 0 21,0 0 14,-1 0 0,-2 2-2,2 2 3,-1 1 1,-1 0-1,1 1-3,0-1 3,-2 1-2,2 1 2,0 1-6,-2 0 6,1 0 0,0 0-10,1-1 10,0 1 0,2 1 7,-1 0-7,-1 0-21,0 0 21,0 1 0,0 1-3,-1-1-13,0 0 16,0 0 0,-1 0-10,3 0 0,-1-1 10,3 0 0,1-1 0,0-1-22,1 0 22,2-1-1,-1 1 1,3-2-18,-2 1 18,0-1 22,1 1-22,-1-1 0,0-1 3,-2 3 16,0 1-19,2 0-15,-4 1 15,0 1 24,0 0-24,0-1-14,-3 3 14,3-2 21,-2 2-21,0 0-26,1 0 26,-4 1 3,2 0-3,-2 1-19,1 0 17,-2 2 1,1-1 0,0 2 0,0 0 1,2-2 20,-1 2-20,1-2-1,1 0 1,2 1 0,-1-1 0,1 2 0,1 1-3,-1-1 2,1 1 0,-1 0-1,1 0 2,0 1 0,1 0 1,-2 2-1,3 0 0,-2 1 13,1-1 0,2 0-11,-1-2-1,0-1 3,2 0-2,-1-1-2,1-1-2,-1 0 2,0-2-1,-2 1-3,2 0 1,-2-1 2,1 0 1,0-1 0,1 1 0,-1-1 0,0 1 2,-2-2-1,4-1-1,-3 1 1,2-2 2,1 0-3,-4 1 0,3 1 1,2-3-1,-2 2 0,2-1-4,-1 2 2,1 0 1,-1-1-1,2 2-10,-2 0 12,2-2 2,0 2-2,1-1-2,-1-1 2,1 1 0,-2-2-1,3 2-2,-1-2 3,1 2 1,-1-1-1,2 0-1,0 0 1,0-1 0,0 2-2,0 0-15,2-1 14,1 0-13,4-1 0,-2 1-7,1 0 22,3-1 0,-1 2-19,3-2 7,0 1 13,3 1 0,1-2 0,4 1-16,0-3 16,5 2 0,2-3-18,1 1-5,2 0 23,3-1 0,-2 1-10,3-2 10,0 1 0,-1-1 2,3-1-2,-1 1 0,0-1 3,1 0-3,1 0-11,-1-1 11,1 0 3,2-2-2,-1 1-1,2-1 0,-2 1 13,0-1-6,0-2-7,2 0 0,0 0 3,-2 0 21,2-3-24,0-3 0,-2 0 23,0-3 16,-1-2-35,0-4 9,2 0 45,0-5-9,2-3-7,2-3-23,4-4 20,2-2-11,1-3-28,3-3 0,1-3 3,0 1 7,-1-2-10,0 1-25,-6 1 25,0 2 16,-7 3-16,-3 0-1,-5 1 1,-4 3 37,-4 1-35,-6 2-2,-1 0 87,-4 2-32,0-2-22,-4 2 12,0-3 39,-2 0 3,-1-1-56,-1-3-30,-1-2 27,-3-2-28,0-2-4,0-4-34,0-1 38,-6-1-1,0 0-14,-1-3-18,-2 2 32,-3-3 0,0 1-17,-5 1 5,-1-1 13,-5 0 0,-6 3-20,-1-1-11,-6 5 31,-1 2 0,-4 5-29,-2 1 29,0 8 3,-2 1 74,3 5-48,-1 5 0,4 4 7,0 3-1,3 6-35,1 1-35,2 9 9,-1 7-13,2 8-61,-2 6-48,-1 7-27,0 4-45,-1 5-124,2 1-141,2 1-85,8-12-126</inkml:trace>
        </inkml:traceGroup>
      </inkml:traceGroup>
    </inkml:traceGroup>
  </inkml:traceGroup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</inkml:channelProperties>
      </inkml:inkSource>
      <inkml:timestamp xml:id="ts0" timeString="2024-03-15T15:13:32.083"/>
    </inkml:context>
    <inkml:brush xml:id="br0">
      <inkml:brushProperty name="width" value="0.14" units="cm"/>
      <inkml:brushProperty name="height" value="0.14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1A3BA75E-435F-4AED-A53D-18EFFED63C95}" emma:medium="tactile" emma:mode="ink">
          <msink:context xmlns:msink="http://schemas.microsoft.com/ink/2010/main" type="inkDrawing" rotatedBoundingBox="3641,9859 7752,9569 7757,9631 3646,9921" semanticType="callout" shapeName="Other"/>
        </emma:interpretation>
      </emma:emma>
    </inkml:annotationXML>
    <inkml:trace contextRef="#ctx0" brushRef="#br0">0 294 463,'0'0'600,"0"0"-353,0 0-172,0 0 16,0 0 56,0 0-46,0 0-62,0 0-37,0 0 50,0 0 29,0 0-6,75-24-33,-44 21 3,2 1-29,7 2-12,9-2-1,4 2 36,6 0-7,5 0-22,2 0-10,2 0 0,7 0 10,1 0-8,8 0 43,5-3 10,2 1-55,2-3-1,1 0 0,1 1 2,-2-1 21,-1 1-11,0-3-9,2 2-4,-1-1-3,-2-1 4,3 1 2,0-3-1,-2 1 23,0-1-23,2 0 1,-4-1 12,3 0-13,-1-1 0,-1 0-16,-1 0 12,-2 3-8,-2-2-47,-6 4 20,-3-1 38,-4 1-18,-5 1-7,-3 0 0,-3 1 12,-3 0 13,-3 2 1,-3-1-29,-1 2 29,-3-2 0,-4 2-7,-2-1-25,-4 1 29,-1 0 0,-4-2-16,-1 2 19,-2 0 20,-3-3 7,0 3-27,-2-3-13,-5 1 13,-3 2 16,-1-2-15,-7 2-1,3 0 22,-6 0-11,3-2-11,-2 2 0,1-2 0,2 0 22,-1 2-22,0-2-23,1 2-13,-3 0-110,1-1-91,-1-1-124,-2 2-137</inkml:trace>
  </inkml:traceGroup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</inkml:channelProperties>
      </inkml:inkSource>
      <inkml:timestamp xml:id="ts0" timeString="2024-03-15T15:13:46.563"/>
    </inkml:context>
    <inkml:brush xml:id="br0">
      <inkml:brushProperty name="width" value="0.14" units="cm"/>
      <inkml:brushProperty name="height" value="0.14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E32EB796-331C-445D-8CEA-E1C191563467}" emma:medium="tactile" emma:mode="ink">
          <msink:context xmlns:msink="http://schemas.microsoft.com/ink/2010/main" type="inkDrawing" rotatedBoundingBox="3406,12378 11209,12176 11212,12302 3410,12505" semanticType="underline" shapeName="Other">
            <msink:sourceLink direction="with" ref="{C7749CAE-CC1F-4F71-8A0E-B6689D10072E}"/>
            <msink:sourceLink direction="with" ref="{8FE7FDF0-5864-47A0-B512-892999021E8C}"/>
          </msink:context>
        </emma:interpretation>
      </emma:emma>
    </inkml:annotationXML>
    <inkml:trace contextRef="#ctx0" brushRef="#br0">-1 193 470,'0'0'182,"0"0"-81,0 0 183,0 0-112,0 0 56,0 0 10,0 0-72,0 0-7,0 0-13,0 0-56,0 0-38,-10-8-13,10 8-3,0 0-36,0 0 1,0 0-1,0 0 0,3 0-26,4 0 16,3 0 10,3 0 3,4 0 10,2 0-12,3 0 1,2 1 9,2 2 9,3-1-7,4 1 12,-1-1-25,1 1 2,2 1-1,2 0 1,2-2 20,4 1-5,1-1 8,4-2 40,2 3-13,0-2-52,-1 0-4,3 1-6,0 0 10,-2 1 3,2 1-3,0-2-10,-3 3-10,1-1 20,1 0 3,-2 1 8,-2-2-9,0 1-4,0 0 2,-4 0-3,3-2-10,-5-1 16,1 2-3,2-3 0,0 0 22,3 0 1,2-3-21,3 0-2,1-2 2,2-1 14,-2-1-16,2-1 0,0 1-3,-1 1 3,-1-1-13,1 1 10,-2 2-26,1 0 16,-1 2 10,3 0-16,3 1 16,2 0 3,5 1 23,4 0-12,3 0-11,2 0-26,1 0 24,1 0 1,1 1 2,2-1 17,1 0-18,-2 0 1,1 0 27,1-3-4,3 1-24,1 0-14,-2 0 12,2 1 2,-2 1-17,-3 0 8,3 0 9,-4 0 0,0 0-10,0 0-2,-2 0 12,2-1 25,0-1-24,-1 0 1,0 0 11,2 0-2,-4-1-11,3 0-11,-3-1 11,3-1 3,-2 2-3,2-1 1,-2 2-3,1-1-12,-2 0-15,0 0 28,1 1 1,-2-2 0,2 3-9,-4-1 9,3-1 3,-2 0 16,-2-1-18,2-1 2,0 0 17,-1 0 21,1-1-41,-1-1 0,2 0 15,-1 0-9,1 0-6,0 1-35,-3 0 19,1 0 14,0 2 0,0 0-16,-1 0 18,1-2 1,-4 1-1,-2 0-32,-3 3 32,-2-2-1,-3 0-9,-4 1-7,-3 0 17,-2 0 3,-4 0-3,-2 2 0,-4 1 0,-3 0 0,-2 0-23,-2 3 1,-2-1 22,-4 3 0,-4-1-19,-5-1-6,-4 2 25,-4-2 0,-2 0-3,-4-2-29,-3 2 32,0-2 20,0 1-7,0 0 0,-3 0 12,-3-1-25,0 0-6,1 1-26,0-2 9,0 0-6,0 0-72,0 0-142,-1-2-130,1 0-31,-9-9-296</inkml:trace>
  </inkml:traceGroup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</inkml:channelProperties>
      </inkml:inkSource>
      <inkml:timestamp xml:id="ts0" timeString="2024-03-15T15:14:55.173"/>
    </inkml:context>
    <inkml:brush xml:id="br0">
      <inkml:brushProperty name="width" value="0.14" units="cm"/>
      <inkml:brushProperty name="height" value="0.14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02AE8091-15F1-4907-9371-E26A387787BD}" emma:medium="tactile" emma:mode="ink">
          <msink:context xmlns:msink="http://schemas.microsoft.com/ink/2010/main" type="inkDrawing" rotatedBoundingBox="8078,12920 8429,12718 8594,13004 8243,13206" semanticType="strikethrough" shapeName="Other">
            <msink:sourceLink direction="with" ref="{8FE7FDF0-5864-47A0-B512-892999021E8C}"/>
          </msink:context>
        </emma:interpretation>
      </emma:emma>
    </inkml:annotationXML>
    <inkml:trace contextRef="#ctx0" brushRef="#br0">-38 1225 1505,'0'0'1364,"0"0"-1175,0 0-189,0 0-96,0 0-90,0 0 54,0 0 2,0 0 17,0 0 113,0 0 33,31 12 54,-12-12-55,1 0-16,2 0-12,-1 1-1,2 1-3,-1-1-15,-2 2 15,0-1 16,-1 1-16,1 1 0,-3-1 12,0 1 1,-3 0-13,0 0 2,-2 0 12,-2 0 5,-1 1-19,-1 0-2,1 0 2,-3 2 36,-2-2-11,-3 1 14,2 2 16,-3 1 9,0 2-16,-1 1-6,-5 1 3,-3 1-20,-3 1-11,-2 0-14,-1 0-19,-1-1 19,-4 1-13,0-2-12,-1-1-36,0 0 9,-1-3 10,0 0-109,-1-2-30,0-4-22,-1 0-63,1-3-23,0-1-131,4-4-88,-7-11-229</inkml:trace>
  </inkml:traceGroup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</inkml:channelProperties>
      </inkml:inkSource>
      <inkml:timestamp xml:id="ts0" timeString="2024-03-15T15:13:51.311"/>
    </inkml:context>
    <inkml:brush xml:id="br0">
      <inkml:brushProperty name="width" value="0.14" units="cm"/>
      <inkml:brushProperty name="height" value="0.14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B7808CDE-B923-4E4D-AE2C-CA00C50B3F3C}" emma:medium="tactile" emma:mode="ink">
          <msink:context xmlns:msink="http://schemas.microsoft.com/ink/2010/main" type="inkDrawing" rotatedBoundingBox="12778,11678 14942,11242 15267,12856 13102,13291" hotPoints="14988,11427 15180,12874 13125,13146 12933,11699" semanticType="enclosure" shapeName="Rectangle"/>
        </emma:interpretation>
      </emma:emma>
    </inkml:annotationXML>
    <inkml:trace contextRef="#ctx0" brushRef="#br0">0 146 359,'0'0'1868,"0"0"-1817,0 0-51,0 0 0,101 1 23,-55-1 48,9-3 36,11-1-1,7-3 14,6 1 12,7-3-26,4 0-26,3-1-22,3 1-42,1-2-16,-2 0-23,-2 0-9,-1-1-6,-7 1 15,-1 1-2,-5 1-23,-8 1-10,-4 3 3,-8 3 23,-4 2-13,-9 0-7,-3 0 13,-4 2 23,-7 4 14,-5 1-11,-4-1 10,-4 4 3,-2-2-2,-5 7 2,-1 0 18,-2 6 14,-1 3 30,0 3-27,-1 4-9,0 1 22,-1 3-29,2 2-2,1 1-16,0 0 2,3 2 23,1 3-12,0 0-12,-1 3 8,0 1 6,1 2 0,-1 0 4,1 1-8,-1 0 17,2-1-29,-1-1 7,2-2-7,-3-2 16,2-4-14,-1 0-1,-1-4 11,-1-1-9,-2-6-1,1-1 0,-4-5 11,0-2 1,-1-4-14,-2-3 0,0-2 16,0-2-13,-3-5-3,0 1 1,0 0 16,-6 0 9,-4 4-7,-8 3-6,-8 3-10,-7 2-3,-9 1 0,-12 2 13,-8 1-10,-11 0-1,-14 0 11,-11 2-10,-11-1 93,-11 0 101,-8-3-48,-8 0-10,-3-3 0,0-6-1,3-2-19,9-3-50,10-5-4,13-1-65,13-1-3,15-7-31,12-5 12,11-1-6,13-4-53,9-4-55,11 0-27,9-4-99,7-1-354,4 6-618,5-19-498</inkml:trace>
    <inkml:trace contextRef="#ctx0" brushRef="#br0" timeOffset="-635.0044">65 248 2839,'0'0'487,"0"0"-455,0 0-32,0 0-112,0 0 16,0 0-19,0 0 51,0 0 29,-39 95 35,36-50 138,3 8-19,0 6-52,0 4 22,3 7-16,3 4-57,-1 5-16,0 3 35,-2 2 19,-3 1-37,3-1-15,0-5 12,-2-3-14,2-5-61,1-7 10,-1-6 49,2-10-33,-1-11-163,1-9-55,0-13 105,-1-10-97,1-6-101,-1-20-154,-1 2-33,3-42-628</inkml:trace>
  </inkml:traceGroup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</inkml:channelProperties>
      </inkml:inkSource>
      <inkml:timestamp xml:id="ts0" timeString="2024-03-15T15:13:52.907"/>
    </inkml:context>
    <inkml:brush xml:id="br0">
      <inkml:brushProperty name="width" value="0.14" units="cm"/>
      <inkml:brushProperty name="height" value="0.14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F19A4B1C-2090-4208-A6B5-4672421CECBD}" emma:medium="tactile" emma:mode="ink">
          <msink:context xmlns:msink="http://schemas.microsoft.com/ink/2010/main" type="inkDrawing" rotatedBoundingBox="20179,8753 22650,7925 23184,9518 20714,10347" hotPoints="20896,8491 22704,8381 22785,9696 20976,9806" semanticType="enclosure" shapeName="Rectangle"/>
        </emma:interpretation>
      </emma:emma>
    </inkml:annotationXML>
    <inkml:trace contextRef="#ctx0" brushRef="#br0">394 223 2783,'0'0'344,"0"0"-274,0 0-70,0 0-2,0 0 1,0 0-37,0 0-19,0 0 57,119-42 36,-58 35 12,13-2-48,8 0-10,5-2 9,-2 4 0,1-4 0,-1 3 1,-1-2 0,-5 2 0,-1-2-12,-7 2 12,-4-2 9,-6 4 18,-6-3-27,-4 1 0,-4 1 16,-4 0 44,-4 0-40,-2 0-18,-1 2 42,-3 0-6,-2-1-38,-2 5 2,-4-2 19,-2 2-12,-3 1-9,-4 0-35,2 0 16,-1 3 17,0 2-33,2 3 13,1-1 22,-1 5 16,-2 1-16,3 3-3,-1-1 3,1 4 17,-1 2-17,0 2 3,1-1 20,0 2-23,-2 2-10,2-3 10,-4 2 23,1-1-23,-3 0-13,1 0 3,-4 2 10,0-1 0,-3 4-28,-2 0 1,-1 3 27,1 0 0,-2 2 0,-1 2-3,2 0 3,-4 1 19,1 2-19,-2-2-23,0 1 23,0-2 19,-8 0-19,-2 0-16,0 0 16,-2-4 13,-2 3-13,0-2 0,0-1 15,-3 2 16,0-2-29,1-1 1,-1-3 22,3-1 32,-4-3-44,5 0 3,-4-3 48,3-2-4,-4-1-38,1-1-9,-2-2 28,-4-2 16,-2-1-44,-6 0-11,-5-1 12,-4-2 21,-9-3-35,-9 1-1,-7-5 1,-13 2 0,-10-3-10,-13-1-13,-12 0 23,-10 0 22,-7 0-22,-5-4-2,1 2 2,4 1 2,3 1-2,12 0-28,7 3 9,13 3-25,13 4-16,11-3-51,12 5-83,12-2-91,11-1-91,11-1-294,4-1-416</inkml:trace>
    <inkml:trace contextRef="#ctx0" brushRef="#br0" timeOffset="-697.0558">302 187 2989,'0'0'367,"0"0"-287,0 0-80,0 0-51,0 0-96,0 0-60,0 0-41,0 0 184,0 0 64,0 0 63,50 101 53,-31-49-10,-1 7-26,-4 9-61,-1 6 32,-6 3-35,-2 3 0,-5 1-3,0 1-13,-5-1-12,-5 0 12,-4-2 0,-1-1-1,0-6-24,1-5 2,2-7-57,4-14-61,5-14-23,3-11-16,3-14-69,6-7-127,2-7-109,11-31-675</inkml:trace>
  </inkml:traceGroup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</inkml:channelProperties>
      </inkml:inkSource>
      <inkml:timestamp xml:id="ts0" timeString="2024-03-15T15:13:54.339"/>
    </inkml:context>
    <inkml:brush xml:id="br0">
      <inkml:brushProperty name="width" value="0.14" units="cm"/>
      <inkml:brushProperty name="height" value="0.14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8B085218-25CE-4981-A634-BD7EAFF8754A}" emma:medium="tactile" emma:mode="ink">
          <msink:context xmlns:msink="http://schemas.microsoft.com/ink/2010/main" type="inkDrawing" rotatedBoundingBox="19940,11778 22981,11127 23296,12596 20254,13247" hotPoints="23588,11759 22519,12967 20923,12727 21992,11519" semanticType="enclosure" shapeName="Ellipse"/>
        </emma:interpretation>
      </emma:emma>
    </inkml:annotationXML>
    <inkml:trace contextRef="#ctx0" brushRef="#br0">768 225 2951,'0'0'413,"0"0"-302,0 0-101,0 0-10,0 0-67,0 0 67,0 0 29,0 0-1,0 0 55,121-28 18,-58 20-16,4 0-64,10-1-20,5 0-1,3 2 0,3-2-9,0 2-23,4-1 32,-1 3-2,0-2-14,-3 0-21,-2 0 35,-2 0 0,-7-4-8,-1 4-19,-8-1 4,-2-1 9,-5 1 0,-4-2-9,-4-1 9,-2 3 13,-4 1-22,-5-1-14,-3 2 14,-5 2 22,-3 1-13,-5 3-16,0 0 16,-4 0 13,-2 7-13,-1 2-6,-1 3 19,-2 2 2,1 4 1,1 0-4,-5 5 4,1 1 3,-2 5 19,-3 1-22,-1 2 1,-2 5 1,-1 3 17,1 2-16,-3 2 0,0 2 20,0 2-23,-2-1-12,0 0 12,2 1 22,-1-2-18,-1 1-2,-1-4-2,0 1 12,2-2 1,-2-3-12,1 1-1,-1-5 1,0-2-1,2-2-9,-2-2-2,2-4 11,-2-1 2,0-3-2,0-5 3,0-1-3,0-2 19,0-1-15,-5 0-2,-3-2 30,0-1-13,-4 2-3,-2 0-1,-5-1 4,-1 0 3,-4 2-18,-3-1-1,-5 1 25,-4 1-12,-7 1-14,-3 1 11,-6 3 0,-5 1-2,-7 0-11,-6 2-15,-8 2 15,-7-3 1,-8 2 1,-8-1 1,-5 1-3,-8-2 28,-6-2 20,-7-1 33,-2-4 23,-2-1-7,-2-4-36,2-5-8,4-3 25,5 0-47,7-5-31,9-3-34,7-3-25,11-3-29,9-1-41,8 1 19,11 0 47,8 3-19,9 0-58,7 4-95,9 0-159,2 4-203,8 2-434</inkml:trace>
    <inkml:trace contextRef="#ctx0" brushRef="#br0" timeOffset="-720.7151">467 741 414,'0'0'2169,"0"0"-2017,0 0-152,20-82-39,-8 57 39,-1 0 0,0 3 26,0 4 0,-4 1 22,2 5-3,-1 2 55,-2 3 28,-2 3-16,-1 1-55,0 3-15,-3-1 25,0 1 6,0 0-73,4 1-3,-4 9 3,2 5 67,-1 10 2,-1 10 26,0 5-9,0 9-23,-1 8-32,1 2-28,0 4 41,0 1 4,0 3-48,1-2 0,4 2 0,-3-3 6,1-1-6,0-4-38,0-3 4,-1-5-17,-1-6-62,2-5-4,-2-10 15,1-6-41,-1-10-151,1-8-105,0-6-128,1-2-28,3-30-479</inkml:trace>
  </inkml:traceGroup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</inkml:channelProperties>
      </inkml:inkSource>
      <inkml:timestamp xml:id="ts0" timeString="2024-03-15T15:14:03.133"/>
    </inkml:context>
    <inkml:brush xml:id="br0">
      <inkml:brushProperty name="width" value="0.14" units="cm"/>
      <inkml:brushProperty name="height" value="0.14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FB5D7DAE-77D1-493C-91D0-1C0814A7A370}" emma:medium="tactile" emma:mode="ink">
          <msink:context xmlns:msink="http://schemas.microsoft.com/ink/2010/main" type="inkDrawing" rotatedBoundingBox="9953,5712 13756,5433 13827,6401 10024,6679" semanticType="callout" shapeName="Other">
            <msink:sourceLink direction="to" ref="{B4EE44B6-9F39-4C3F-9072-4D040B5CCC24}"/>
            <msink:sourceLink direction="to" ref="{514921C8-823E-4D3D-94C3-5E6EC675C768}"/>
          </msink:context>
        </emma:interpretation>
      </emma:emma>
    </inkml:annotationXML>
    <inkml:trace contextRef="#ctx0" brushRef="#br0">92 950 72,'0'0'143,"0"0"-130,0 0 0,0 0 30,0 0 231,0 0-115,0 0-77,0 0-23,0 0-1,0 1 11,0-1 6,0 0 16,0 0 23,0 0 9,0 0 11,0 0 32,0 0 3,0 0-20,0 0-13,0 0-3,0 0 3,0 0-10,0 0-6,0-1-1,0-1-10,0-1-16,0-1-6,0-2-46,0-3-40,-3-3-1,-1 0 16,2-1 4,-1-3 21,0 2 7,0-3-26,2-1 4,-2-1-9,2-3-17,-2 0 0,0-1 0,1-1 28,-1-1 38,-2-1-59,4 0 9,-2 1-16,-2-3 0,2 2-7,-1 0 6,0-1-27,-1-2-17,1 3 45,1 1 0,0 1 29,0 0-29,-1 2-42,3 3 41,-2 2 1,1 3 2,1 3 1,-1 0 38,2 4-41,-1 2-1,1-1 1,-2 4 0,2-1-16,0 2 15,0 0 0,0 1 1,0 0-13,0 0-12,0 0-4,0 0 10,0 0 0,0 0-10,0 0-3,0 0 10,0 0 2,0 0-21,0 0-7,0 0 25,0 0 20,0 0-39,0 0-12,6 0 54,3 0 16,4 2-14,1 2-1,3 0 25,5-1-26,4 1 1,3-2-1,4-1 0,5 1 2,6-1 0,1-1 0,8 0 17,-1 0-3,2-4-16,0 0 10,-2 0-12,1-2 2,-2 1-2,1-1 0,2 0 0,0-1 2,7-3 3,4-1-2,0 1-2,3-2 0,0 0-15,-2 1 0,2-1 16,0-1 18,-1 2-18,0-2-25,-1 0 24,-2 3 1,-4-2-42,-2 3 7,-4 1 35,-6 2-32,-2 1-29,-6 2-29,-2-1 51,-5 3 17,-4 1-40,1 0 43,-4 0-4,1 0 20,1 0-16,1 0 9,-1 1-6,3 2 16,0-2-1,3 0-25,-1 1 14,3-2 12,1 0 1,5 0 12,0-3 6,-2-1-19,3-1-35,-4 3-1,-4-4 7,0 2 16,-4 2-22,-2 0 6,-3-1 3,1 2-62,-4 0-64,0-2 77,-2 0 36,0 2 26,1-1-13,-2 1 4,2 0 20,-1 1 0,0-1-37,0 1 39,2-1 18,1-1-18,-2 2-18,3 0-14,-2-1 29,0 1-14,-1 0-18,1 0-53,-2 0-52,0 0 20,0 0 35,0 0 26,-3 1 17,2 1 13,2-1-10,-1 0 16,-1-1 21,3 1-1,-4 0-39,3-1-17,-4 2-6,0-2 33,-1 1 12,-2-1 5,0 0 15,-1 0 13,-2 1-13,-2-1-11,1 0 11,-3 0 3,2 0-2,-4 0 1,3 2-1,-1-2 2,1 1-2,0 1-1,1-2 2,1 0 11,-2 0 1,5 0-14,-2-5 0,0 4 0,2-2 1,-3 1-1,2 0-2,-3-1-1,1 2-23,1-3 10,-4 2-7,-1 1 10,-1-2-4,-1 2 4,-2 1 10,0 0 1,-1 0 0,0 0 0,-2 0 2,0 0 2,0 0 1,0 0 13,0 0-13,0 0-1,0 0-1,0 0 12,0 0 3,0 0 4,0 0-18,0 0 11,0 1 13,0 2 23,0 0-23,0 1 13,0 2-19,2 0 12,-1 6-30,-1 0 18,3 0-7,-1 4-12,-1 0 2,2 2 30,-1 3-32,1 0 0,0 2 17,-1 0-18,-1 2-10,2 0 10,-1 4 35,-1-3-34,2 4 12,-1 0-13,1 2 23,-2-1-22,3 0-1,-2 0 23,-1 0-10,2-1 3,-3 1-13,3-1 10,-3-2 20,0 1-30,0-4-2,0 1 11,0-3-12,0-1-2,-3 0 2,2-2 2,-1-2 1,1-3 12,-1-1-15,1-2-13,-1-3 13,1-3 0,1-1 0,0-1 2,-1-1-1,1-3-1,0 0-150,-2 0-123,-1-8-291</inkml:trace>
  </inkml:traceGroup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</inkml:channelProperties>
      </inkml:inkSource>
      <inkml:timestamp xml:id="ts0" timeString="2024-03-15T15:14:05.939"/>
    </inkml:context>
    <inkml:brush xml:id="br0">
      <inkml:brushProperty name="width" value="0.14" units="cm"/>
      <inkml:brushProperty name="height" value="0.14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F18DB42E-A8AD-4009-9255-4DF13E4A824E}" emma:medium="tactile" emma:mode="ink">
          <msink:context xmlns:msink="http://schemas.microsoft.com/ink/2010/main" type="inkDrawing" rotatedBoundingBox="13834,5302 22315,5502 22297,6247 13817,6048" semanticType="callout" shapeName="Other">
            <msink:sourceLink direction="with" ref="{A9F9772F-EF34-4697-9E3F-1CD816C7B46D}"/>
            <msink:sourceLink direction="with" ref="{377BB008-E466-434B-969E-F979D78D47E6}"/>
          </msink:context>
        </emma:interpretation>
      </emma:emma>
    </inkml:annotationXML>
    <inkml:trace contextRef="#ctx0" brushRef="#br0">-2 23 78,'0'0'333,"0"0"-196,0 0 270,0 0-97,0 0-131,0 0-26,0 0-7,0 0-19,0 0-10,0 0 12,0 0-9,0-2-36,0 2-38,0 0-7,0 0-39,0 0-4,0 0-34,0 0 2,0 0-16,0 0-13,0 0-6,1 0 6,3 0 10,0 0 26,4 0 29,0 2 0,7 0 0,-1 0 0,6 2 0,5-2 19,6 2 20,4 0-23,6-2-13,4 2 29,2-2-3,2-1-29,1 2 13,2-2 7,1-1-1,-1 0-19,2 0 0,2 0 12,-2-1-12,0-3 0,1 3-3,-1-3 3,-3 1-3,-1-1 3,1 2-19,-5-1 19,1 0 0,-2-1-15,-3 0-7,-2 1 22,-1-1 2,0 3-2,-2-3-17,-2 2 17,0 0 0,-1 0-28,1 0 15,-2 1 10,0 1-10,-2-1-6,0-1 9,1 2 10,-1 0 16,0 0-16,-2 0-29,1 0 29,3 0 10,-4 0-10,5 0-13,-1 0 11,1 0 2,3 2-12,2-1 12,4 0 19,2 1 7,5 0-24,3 0-2,1-2 33,5 0-12,-3 0-21,3 0 0,0 0 17,1 0 10,-1-3-27,1 0 0,1 2 7,-2-2-4,2 1 0,-1 1-3,-1-3 0,2 3 17,-2-1-17,0 0-33,-2 2 33,0-2 13,-1 2-13,-3 0 0,0 0 0,-1-1 23,-1 1-23,-1 0-29,1 0 29,-4 0 0,1 0-12,-1 0-12,1 0 24,-2 0 1,2 3-1,-2-1-1,0 0 1,0-1 0,0 0-3,-1 2-4,-1-2 7,0 1 13,-1 1-13,0-3-13,-1 1 12,2 1 1,-2-2 12,1 0-12,1 0-1,-2 0 1,2 0 2,-2 0-2,1 0-2,1-2 2,0 1 1,1 0-1,-2-2-1,2 2-15,-2 1 3,-1 0-3,0-1 13,-2 1-12,-1 0 15,1 0 0,1 0-1,-1 0 1,2 0 4,-2 0-4,1 1 1,0-1 9,0 0-6,-2 1-4,2-1-3,0 0 3,-2 0 0,0 0-1,1 0 0,-3 0 0,-1 0-12,0 0 10,-1 0-13,1 0 14,-5 1-1,3 2 2,-3-3-2,1 1 1,-2 1 2,1-1-3,0 0-17,-2-1 20,0 0 0,-3 0 2,3 0-2,-2 0 0,1 0 0,1 0-1,-2 0-2,0 0 1,1 0 0,0 0-14,-2-1 16,1 0 2,0-1-2,-1 1-2,0 1-1,-1 0 3,3-1 1,1-1-1,-2 2-1,1 0 1,3 0 0,-2-1-1,3 1 1,-2 0-1,3-1 1,0 1-2,0 0-8,2 0 10,0 0 17,2 0 2,-1 0-18,0 0 0,1 0 19,-2 0-20,-2 0-13,-2 0 11,0 0-1,-1 0-23,1 0 8,0 0 18,3 0 1,-1 0-1,-1 1-2,-1 0-14,-3 2 15,-3-2-16,1 3-51,-4-2 66,-2 0 1,0 1-1,-2-2-16,-3 0 18,0-1 11,-1 1-11,-1-1 0,-1 2 0,1-1 1,-1-1-1,-3 1 0,2-1 3,-3 2 11,1-1-14,2 0 0,-3-1 9,2 0 21,0 2-1,-2-2-6,1 0-1,2 0 1,-2 0-23,2 0 0,1 0 1,1 0 9,2 0-10,-1 0-15,-1-2 15,4 0 0,-3 0-7,-2 2-12,1 0 19,0-1-1,-1 1-12,0 0-1,-1 0 14,-2 0 0,1-1 0,0 1-16,-2 0 16,1 0 0,2 0-19,-3-2 4,0 2 15,2 0 0,1 0-4,-3 0-17,4 0 21,-2 0 0,-1 0-25,-1 0 15,1 0 10,-1 2 0,-2-1-18,2 0-5,-3 1 21,-1 0-1,-1 0-20,2-2-4,-1 1 27,0 2 11,5-1-11,-2-1 0,0 3 21,2-3 1,2 1-22,-3-1 0,0 0 11,1 1 5,0-2-13,-4 0-1,1 0 24,-1 1 3,1-1-29,0 0-21,-1 1 21,-1-1 17,2 2-17,0-1-26,1-1 26,1 1 10,1 0-10,0 0-19,1 1 19,-3-1 14,0-1-14,-1 1-1,1-1 1,-2 2 3,-1-1-3,0 1-12,-2-1 10,1-1 1,0 1-22,0-1-6,-1 3 29,2-1 13,-1-1 48,0 3-18,-1-1 9,1 2-49,0 0 23,-1 0-3,0 1 2,-1 0 5,2 0 5,-3 2-32,3 2-3,-3 0 1,2 2 12,-1 1-10,2 1 7,-3 3 3,3 1 2,-3 0-14,0 0 14,0 1 17,0 3-28,0 0 38,0 2-26,-6 1-3,2 2 22,-1-3-35,0 2 4,-1 1 18,1-1 27,-2-2-23,0 2-23,3-2 20,-1 0-2,0-1-20,2-1 14,-3-3 0,3-1-14,0 0 2,2-3 12,-1 0-14,2-3 16,0-4-17,-1 2 0,1-4 14,0-1-1,0-3-13,0 0 0,0-1 19,0 1 13,0-2 1,0 0 6,0 0-1,0 0-2,0 0-11,0 0-2,0 0-1,0 0 1,0 0-10,0 0-11,0 0 17,0 0-19,0 0-31,0 0-59,0-3-78,0-1-113,0-1-326,0-7-93,0 36-294</inkml:trace>
  </inkml:traceGroup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</inkml:channelProperties>
      </inkml:inkSource>
      <inkml:timestamp xml:id="ts0" timeString="2024-03-15T15:14:40.008"/>
    </inkml:context>
    <inkml:brush xml:id="br0">
      <inkml:brushProperty name="width" value="0.14" units="cm"/>
      <inkml:brushProperty name="height" value="0.14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5D63DDE0-FAF6-4039-A9FA-AF779F57E919}" emma:medium="tactile" emma:mode="ink">
          <msink:context xmlns:msink="http://schemas.microsoft.com/ink/2010/main" type="inkDrawing" rotatedBoundingBox="4863,3504 10743,2963 10927,4961 5047,5503" hotPoints="10802,3423 10868,4850 5072,5121 5005,3694" semanticType="enclosure" shapeName="Rectangle">
            <msink:sourceLink direction="with" ref="{B4EE44B6-9F39-4C3F-9072-4D040B5CCC24}"/>
          </msink:context>
        </emma:interpretation>
      </emma:emma>
    </inkml:annotationXML>
    <inkml:trace contextRef="#ctx0" brushRef="#br0">58 187 111,'0'0'310,"0"0"-193,0 0-29,0 0 114,0 0-55,0 0-85,0 0 0,0 0 32,0 0-3,0 0-65,-31-29-26,31 29-52,3 0-6,3 0 15,7 0 14,4 0 29,6 4 49,5 0-46,3 1 23,7 2-10,2 0 14,6 2-30,2 2 2,2-1 21,2 2-23,3 0-11,1 0 11,3 0 15,3-2-14,2-1-2,2 0-1,3 0 2,2-3 13,1 1 46,6-3-24,-3-3-35,2 1 13,-5 1-13,3-2-8,-4 2 8,-2 1 0,-2 0-13,0-2-7,-4 2 20,2-3-13,-3 1 26,0 0-26,-1 0 5,1-2 8,-2 0 20,1 0-18,-1 0-1,4-2 12,1-2 4,1 0-4,3 1-13,3-4-32,3 1 31,0-1 1,4 1 0,-1-1-1,0 0 1,1 0 3,-1 0-3,0-3-3,-2 2 3,2-3 0,-4 0 0,-1 0 3,1 1 20,-4-1-23,0 0-13,-3 1 13,-2 1-2,-3 0 2,-2 1-3,-1 2 3,-5 1 0,1-1 0,-4 3-4,-1-1-14,-3 3 18,-1-2 1,0 1 0,-4 1 0,1 0-1,-4-1 0,0 1-3,-1 0 3,0 1-1,0-1 1,0 0 0,-2-2 2,4 1-1,-3 0 1,2-2 0,-3 3 2,3-3-3,-3 2-1,0-2 0,0 1-2,-1-1-1,0 0 2,-1 2-2,3-3-10,-3-1 11,-1 2-18,-2 1-6,-2-2 3,0-1 21,-2 1-1,-3 0 2,-3 1 1,-1-1 1,-4 0 1,1 1-1,-3 0 0,-2-1 12,0 2-12,0 0-1,0 0-1,0 2-12,1 0 10,-2-1 0,3 0-9,0 0 11,-1 2 0,1-1-1,-1 0-1,0 1 0,-1 0 2,-3 0 0,0 0-1,0 0 0,0 0-11,-2 1-4,1 3 17,1 0-1,-1 2-1,-1 1 1,1 1-14,-2-1 14,3 5 0,-2-1 1,0 2 1,2 4 10,-2-2-11,0 3 0,2 3 0,-3 1 2,-1 2-1,1 3-1,-3 3 1,2 0 15,0 2-3,-1 3-10,-1-2 0,2 2 23,-2 1-24,1-1-2,0-1 13,-1 2 13,3 1-24,-2-1 0,-1 0 11,1 1-13,1-1 0,-2 3 12,1 2-11,-1 0 15,1 1-3,-3 5-12,2-2 21,-3 0 3,3 0-24,-3-2 15,2-1-15,-2-4 28,1-3 0,2-2-16,0-2-9,1-1 31,-1-2 11,3-2-44,-2-2 11,-1 0 16,1-2-25,1-4 5,-2-3-6,1 2-3,-1-3 3,2 0 10,-2-2-13,0-3 3,-1 1 20,1-4-23,-2 1 0,1-1 6,-2 1 9,0-2-15,0 0 0,0-3 0,0 3 22,0-3-22,0 1 0,0-1 13,0 1 3,0-2-16,-3 0 0,0 2 16,-2 0-13,-1-2-2,0 0-1,0 2 16,-2-3-4,1 1-12,-3-1 0,2 1 13,-1-1-1,-2 0-12,0 0-3,-2 0 3,-2 0-1,1 0 1,-1 0-10,-1 0 10,0 0 11,0 0-11,-3 0-4,-1 0 4,-3 0 0,0 0-2,-3 0-12,0 0 14,-1 0 20,-2 0-20,-1 0 0,-3 0 0,0 0 35,-4 0 4,1-1 33,0 0 48,-5 0 10,3-2-33,-2 2-29,1-2-4,-3 0-6,2 2-38,-5 0-19,2-1 21,-6 2-22,1 0 0,-5 0-15,1 0 15,-1 0 21,-5 2-21,3-1-26,-1 1 26,-1 3 0,2-4 0,-2 3-31,1 1 31,2-3 3,2 4-3,1-2-1,2-1-1,3 1 2,0-1-1,1 1 0,1-3-12,0 3 11,-3-1-2,2 0-21,-2 2 21,-1-1 1,-1 0 0,1 0 0,-2-2-1,-2 0 2,2 0 1,-5 0-2,0-1-20,1-1 21,-1 0-17,1 0 6,-2 0 11,3 0-2,2 0-25,-2 0 29,1-4 3,-1-1 0,-1-1-3,1 0 6,0 0-6,2 0 0,0 0 12,2 1-12,1 1-16,5 2 16,-2-1-2,0 2-11,2 1-4,-3 0 5,2 1-1,0 2 6,0-1 6,0 2-11,1-3 11,-2 1 1,2-1 0,0 0 0,0-1 1,1 0-1,0 0-1,2 0 1,1 0 9,0 0-8,0 0-2,4 0 1,-1 0 0,-1-1-4,1 0 1,0-1 2,3 1 0,-2 0 0,0-2 0,2 2-13,0 0 12,0-2-16,1 1 17,2 2 1,0-2 0,1-1-13,0 3 11,3-1 2,-1 0-16,1 0 32,0-3-16,4 3 13,-4-3-13,2 0 3,0 0-3,-1 1 2,0 0-4,-2 2-22,4-1 24,-1 1-1,2 1 1,-1 0-23,1 0-19,-1 4 22,3 1 1,-2 0 17,2 0-21,0 0 21,-2 1-11,2-1 0,1 0 10,1 0 3,0-3 11,1 2-11,0-2-1,1 0-2,0 2 3,2-2-2,-3 1-17,1 0 19,-3 1 2,1-3-2,1 3-1,-2-1-2,1 0 3,-1 2-13,2-1-9,-2-1 22,3 2-1,-3-4 0,2 2 1,1-1 2,1 0 30,0-2-32,-1 0 3,3 0 14,2 0 2,-4 0-19,4-2 0,-1 0 0,2 0 0,0 1 1,0 1-2,0-1 2,3 1-2,-1 0 1,1 0-16,2 0 15,0 0-1,2 0-15,0 0 1,-1 0 13,1 0 1,0 1-11,-1 0 0,1 1 11,0 0 0,-1 0-15,1-1-2,2 2 6,-2-2 11,3-1-34,0 1-9,0 0-20,0 2 6,0-2 10,3 5-120,1-3 10,3 2-7,-1-1-124,2 3-111</inkml:trace>
  </inkml:traceGroup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</inkml:channelProperties>
      </inkml:inkSource>
      <inkml:timestamp xml:id="ts0" timeString="2024-03-15T15:13:41.577"/>
    </inkml:context>
    <inkml:brush xml:id="br0">
      <inkml:brushProperty name="width" value="0.14" units="cm"/>
      <inkml:brushProperty name="height" value="0.14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4E484739-CC05-4690-84B1-B3F50BAC36DA}" emma:medium="tactile" emma:mode="ink">
          <msink:context xmlns:msink="http://schemas.microsoft.com/ink/2010/main" type="writingRegion" rotatedBoundingBox="4270,7666 4457,12219 4031,12237 3844,7684">
            <msink:destinationLink direction="with" ref="{D8745891-1D84-494E-BF90-08D96800B8FD}"/>
            <msink:destinationLink direction="with" ref="{3657BDFE-DEAE-479F-BE62-9C14AEDE7354}"/>
          </msink:context>
        </emma:interpretation>
      </emma:emma>
    </inkml:annotationXML>
    <inkml:traceGroup>
      <inkml:annotationXML>
        <emma:emma xmlns:emma="http://www.w3.org/2003/04/emma" version="1.0">
          <emma:interpretation id="{E59AB742-9B88-42C3-A7D4-FC520437B548}" emma:medium="tactile" emma:mode="ink">
            <msink:context xmlns:msink="http://schemas.microsoft.com/ink/2010/main" type="paragraph" rotatedBoundingBox="4270,7666 4457,12219 4031,12237 3844,7684" alignmentLevel="1"/>
          </emma:interpretation>
        </emma:emma>
      </inkml:annotationXML>
      <inkml:traceGroup>
        <inkml:annotationXML>
          <emma:emma xmlns:emma="http://www.w3.org/2003/04/emma" version="1.0">
            <emma:interpretation id="{D7D0CD88-686C-4B24-B5F0-33DAAFF6F865}" emma:medium="tactile" emma:mode="ink">
              <msink:context xmlns:msink="http://schemas.microsoft.com/ink/2010/main" type="line" rotatedBoundingBox="4270,7666 4457,12219 4031,12237 3844,7684"/>
            </emma:interpretation>
          </emma:emma>
        </inkml:annotationXML>
        <inkml:traceGroup>
          <inkml:annotationXML>
            <emma:emma xmlns:emma="http://www.w3.org/2003/04/emma" version="1.0">
              <emma:interpretation id="{018D3144-913F-4D8F-80D0-184855B8298D}" emma:medium="tactile" emma:mode="ink">
                <msink:context xmlns:msink="http://schemas.microsoft.com/ink/2010/main" type="inkWord" rotatedBoundingBox="3832,8108 3969,7626 4330,7729 4193,8211"/>
              </emma:interpretation>
              <emma:one-of disjunction-type="recognition" id="oneOf0">
                <emma:interpretation id="interp0" emma:lang="en-US" emma:confidence="0.5">
                  <emma:literal>o</emma:literal>
                </emma:interpretation>
                <emma:interpretation id="interp1" emma:lang="en-US" emma:confidence="0">
                  <emma:literal>°</emma:literal>
                </emma:interpretation>
                <emma:interpretation id="interp2" emma:lang="en-US" emma:confidence="0">
                  <emma:literal>0</emma:literal>
                </emma:interpretation>
                <emma:interpretation id="interp3" emma:lang="en-US" emma:confidence="0">
                  <emma:literal>.</emma:literal>
                </emma:interpretation>
                <emma:interpretation id="interp4" emma:lang="en-US" emma:confidence="0">
                  <emma:literal>O</emma:literal>
                </emma:interpretation>
              </emma:one-of>
            </emma:emma>
          </inkml:annotationXML>
          <inkml:trace contextRef="#ctx0" brushRef="#br0">176 39 912,'0'0'104,"0"0"-48,0 0 71,0 0 35,0 0 323,0 0-190,0 0-204,0 0-36,0 0-16,0 0-16,0 0-23,-38-11-26,28 17-29,0 1-4,-3 5 17,-3 2 40,0 6-37,3 1 10,-1 6-12,0 3 40,3 2-31,1 0 32,2 3-1,5-1-11,3-4-17,0 0-19,7-4 18,1-2 1,6-5 0,1-2-1,1-4 30,1-1 19,1-6 17,5-1 12,-2-4 24,5-1 51,-4 0-16,4-7 32,-3-4 26,3-3-42,-3-2-46,-3-2 7,0-1 35,-5 0 16,-1-1-36,-2-1-7,-2 1-12,-3-2-10,0-3-68,-2 2 20,-2-1-9,-3-1 3,0 0-16,-2-3-42,-5 3 4,-3-1-13,-6 0 9,-3 4-63,-3 3 12,-3 5 16,-3 6-67,-2 4-43,3 4-16,-1 12-111,1 9-242,8-3-23,-8 20-125</inkml:trace>
        </inkml:traceGroup>
        <inkml:traceGroup>
          <inkml:annotationXML>
            <emma:emma xmlns:emma="http://www.w3.org/2003/04/emma" version="1.0">
              <emma:interpretation id="{CD66EDEA-E20A-43F9-96CA-160B7872E3DC}" emma:medium="tactile" emma:mode="ink">
                <msink:context xmlns:msink="http://schemas.microsoft.com/ink/2010/main" type="inkWord" rotatedBoundingBox="4210,9217 4231,9746 4197,9748 4176,9219"/>
              </emma:interpretation>
              <emma:one-of disjunction-type="recognition" id="oneOf1">
                <emma:interpretation id="interp5" emma:lang="en-US" emma:confidence="0.5">
                  <emma:literal>-</emma:literal>
                </emma:interpretation>
                <emma:interpretation id="interp6" emma:lang="en-US" emma:confidence="0">
                  <emma:literal>_</emma:literal>
                </emma:interpretation>
                <emma:interpretation id="interp7" emma:lang="en-US" emma:confidence="0">
                  <emma:literal>.</emma:literal>
                </emma:interpretation>
                <emma:interpretation id="interp8" emma:lang="en-US" emma:confidence="0">
                  <emma:literal>,</emma:literal>
                </emma:interpretation>
                <emma:interpretation id="interp9" emma:lang="en-US" emma:confidence="0">
                  <emma:literal>1</emma:literal>
                </emma:interpretation>
              </emma:one-of>
            </emma:emma>
          </inkml:annotationXML>
          <inkml:trace contextRef="#ctx0" brushRef="#br0" timeOffset="878.4838">331 1565 863,'0'0'1098,"0"0"-956,0 0-73,0 0 154,0 0 100,0 0-56,0 0-101,0 0-67,0 0-80,0 0-19,-4-21-64,2 21 13,2 0-16,0 1-26,0 5-48,0 8 141,2 8 39,1 8 21,-2 7-58,-1 7 52,0 5-54,0 0-18,-3 1-46,0 2-116,0-2-91,2-3-76,1-12-185,-3 9-204</inkml:trace>
        </inkml:traceGroup>
        <inkml:traceGroup>
          <inkml:annotationXML>
            <emma:emma xmlns:emma="http://www.w3.org/2003/04/emma" version="1.0">
              <emma:interpretation id="{005B5792-C32D-4041-8387-A5F46AD236AC}" emma:medium="tactile" emma:mode="ink">
                <msink:context xmlns:msink="http://schemas.microsoft.com/ink/2010/main" type="inkWord" rotatedBoundingBox="4334,10622 4388,11298 4378,11298 4324,10623"/>
              </emma:interpretation>
              <emma:one-of disjunction-type="recognition" id="oneOf2">
                <emma:interpretation id="interp10" emma:lang="en-US" emma:confidence="0.5">
                  <emma:literal>-</emma:literal>
                </emma:interpretation>
                <emma:interpretation id="interp11" emma:lang="en-US" emma:confidence="0">
                  <emma:literal>.</emma:literal>
                </emma:interpretation>
                <emma:interpretation id="interp12" emma:lang="en-US" emma:confidence="0">
                  <emma:literal>,</emma:literal>
                </emma:interpretation>
                <emma:interpretation id="interp13" emma:lang="en-US" emma:confidence="0">
                  <emma:literal>"</emma:literal>
                </emma:interpretation>
                <emma:interpretation id="interp14" emma:lang="en-US" emma:confidence="0">
                  <emma:literal>:</emma:literal>
                </emma:interpretation>
              </emma:one-of>
            </emma:emma>
          </inkml:annotationXML>
          <inkml:trace contextRef="#ctx0" brushRef="#br0" timeOffset="2137.7108">454 2949 795,'0'0'1498,"0"0"-1329,0 0-169,0 0-27,0 0-38,0 0-16,0 0-55,0 0-7,0 0 121,0 0 21,0 0-12,1 65 9,1-38-9,1-2-90,-2 5-323,-1-10-24,0 15-153</inkml:trace>
          <inkml:trace contextRef="#ctx0" brushRef="#br0" timeOffset="2301.272">496 3571 417,'0'0'251,"0"0"-172,0 0 84,0 0-137,0 0-26,0 0-33,0 0 17,0 0 0,0 0 16,0 0-3,5 35-23,-2-29-101,1 6-205</inkml:trace>
        </inkml:traceGroup>
        <inkml:traceGroup>
          <inkml:annotationXML>
            <emma:emma xmlns:emma="http://www.w3.org/2003/04/emma" version="1.0">
              <emma:interpretation id="{5F56E2B6-40BE-45A1-BE01-6A0CC20C1674}" emma:medium="tactile" emma:mode="ink">
                <msink:context xmlns:msink="http://schemas.microsoft.com/ink/2010/main" type="inkWord" rotatedBoundingBox="3962,12179 4400,11635 4555,11760 4117,12304"/>
              </emma:interpretation>
              <emma:one-of disjunction-type="recognition" id="oneOf3">
                <emma:interpretation id="interp15" emma:lang="en-US" emma:confidence="0.5">
                  <emma:literal>"</emma:literal>
                </emma:interpretation>
                <emma:interpretation id="interp16" emma:lang="en-US" emma:confidence="0">
                  <emma:literal>:</emma:literal>
                </emma:interpretation>
                <emma:interpretation id="interp17" emma:lang="en-US" emma:confidence="0">
                  <emma:literal>-</emma:literal>
                </emma:interpretation>
                <emma:interpretation id="interp18" emma:lang="en-US" emma:confidence="0">
                  <emma:literal>.</emma:literal>
                </emma:interpretation>
                <emma:interpretation id="interp19" emma:lang="en-US" emma:confidence="0">
                  <emma:literal>=</emma:literal>
                </emma:interpretation>
              </emma:one-of>
            </emma:emma>
          </inkml:annotationXML>
          <inkml:trace contextRef="#ctx0" brushRef="#br0" timeOffset="2505.3533">521 3962 447,'0'0'235,"0"0"156,0 0-141,0 0-214,0 0-36,0 0-26,0 0-23,0 0 13,0 0 14,0 0 18,0 0 2,0 45 2,0-34-16,0 4 13,0 0-43,0 3-107,-2 3-85,-1-6-121,-2 10-29</inkml:trace>
          <inkml:trace contextRef="#ctx0" brushRef="#br0" timeOffset="2662.3235">471 4310 173,'0'0'228,"0"0"-114,0 0-22,0 0-8,0 0 324,0 0-122,0 0-120,0 0-52,0 0-33,0 0-81,0 0 0,1 0-52,2 1-9,-1 1 59,1 3-24,-2 0-143,-1 0-381,-10-23-335</inkml:trace>
          <inkml:trace contextRef="#ctx0" brushRef="#br0" timeOffset="3852.0595">150 4518 783,'0'0'156,"0"0"443,0 0-374,0 0-154,0 0-45,0 0-26,0 0-35,0 0-7,0 0 3,0 0-6,0 5 9,1 0 36,-1 2 0,2-1 15,-1-1-15,-1 1 0,0-4 11,0 2 2,0-3-13,0-1-11,0 0 9,0 1-9,0-1-379,0 3-194,-4-43-119</inkml:trace>
        </inkml:traceGroup>
      </inkml:traceGroup>
    </inkml:traceGroup>
  </inkml:traceGroup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</inkml:channelProperties>
      </inkml:inkSource>
      <inkml:timestamp xml:id="ts0" timeString="2024-03-15T15:14:53.058"/>
    </inkml:context>
    <inkml:brush xml:id="br0">
      <inkml:brushProperty name="width" value="0.14" units="cm"/>
      <inkml:brushProperty name="height" value="0.14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CCEC9E82-6E18-43E8-8C2E-DE1E09AC203C}" emma:medium="tactile" emma:mode="ink">
          <msink:context xmlns:msink="http://schemas.microsoft.com/ink/2010/main" type="inkDrawing" rotatedBoundingBox="7065,10384 7101,7537 7872,7547 7836,10394" semanticType="verticalRange" shapeName="Other">
            <msink:sourceLink direction="with" ref="{FCC52A54-8B0C-4658-BD29-D7CC7131B151}"/>
          </msink:context>
        </emma:interpretation>
      </emma:emma>
    </inkml:annotationXML>
    <inkml:trace contextRef="#ctx0" brushRef="#br0">234 0 26,'0'0'323,"0"0"-127,0 0 6,0 0-202,0 0 13,0 0-10,0 0 124,0 0 17,0 0-4,0 0-4,0 0-38,25 32-23,-24-17 9,2-1-9,-3 3 13,0 1 0,0 2-1,0 4 1,0 4-33,0 0-9,0 4-1,-3 0 20,2 4-17,-2 3-2,1 1-7,1 2 3,-1 5 22,1-1-35,-1 0 26,-2 3-19,1 1-33,2 0 20,-5 5 9,3 0 16,-3 3-45,2 0-2,-2 0 10,0 0-7,1-3-1,-1 0-2,2-1 12,1-1-13,0 0-1,1-3 1,-1 2 10,2-3 0,0-2-10,-2 0-19,-1-2 18,1-3 0,1-1-12,-1 1 1,-1-3 12,1 1 1,0 2-1,-1-4-19,-1 2 19,-2-3-1,3 3-1,-3-2-15,2-1 17,0-1 13,-2 0-13,2-1-18,-2 0 18,3-3 0,-2-2-15,1 0-2,-2 0 17,3-2 0,0-2 0,-1-1-16,-2-1 14,4-1 1,-2-4-31,0 2-16,1-3 25,0 0 4,-1-3-20,2 1 3,0-2 34,-4 2-20,5-3 2,-3 0-6,2 0 13,0 0 10,0 0-33,2-1 4,-1-1 29,2-1 3,0 2-16,0-3 12,0-1 4,0-1 0,3 0-163,0-2 11,0 0 119,0-1 30,-1 0-30,1 1-12,-2 0 45,4 0-1,-2 1-12,-1-3-23,2 2 26,-1 1 7,0-2 3,1-1-16,2 2 13,0 0 3,-2 0-17,2-2 16,-2 1-2,1-1 1,-1 1-40,-1-3 39,4 2-13,-4-2 15,1 0-18,2-1-1,1 0 20,2 0 0,-1 0 0,6 0 13,1 0 0,3-4 26,3 2-26,4-4-11,2 4 21,2-2-3,1 0-18,3 2-2,0-2 1,1 1-3,-1 1 2,0-1 0,-1 2 0,-1-3 0,-2 4-1,-3-2-22,1 2 3,-5-2-15,-2 1-37,-1-1-6,-5 2 26,2 0-17,-3 0-9,0 0-19,-1 0-40,-2 0-72,-3 0-84,3 0-118</inkml:trace>
  </inkml:traceGroup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</inkml:channelProperties>
      </inkml:inkSource>
      <inkml:timestamp xml:id="ts0" timeString="2024-03-15T15:14:53.416"/>
    </inkml:context>
    <inkml:brush xml:id="br0">
      <inkml:brushProperty name="width" value="0.14" units="cm"/>
      <inkml:brushProperty name="height" value="0.14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D8745891-1D84-494E-BF90-08D96800B8FD}" emma:medium="tactile" emma:mode="ink">
          <msink:context xmlns:msink="http://schemas.microsoft.com/ink/2010/main" type="inkDrawing" rotatedBoundingBox="8021,10079 8203,10559 7840,10697 7658,10216" semanticType="verticalRange" shapeName="Other">
            <msink:sourceLink direction="with" ref="{4E484739-CC05-4690-84B1-B3F50BAC36DA}"/>
          </msink:context>
        </emma:interpretation>
      </emma:emma>
    </inkml:annotationXML>
    <inkml:trace contextRef="#ctx0" brushRef="#br0">0 0 901,'0'0'1169,"0"0"-942,0 0-175,0 0-14,0 0 11,0 0-36,0 0-10,0 0-3,0 0 1,0 0 18,11 7 56,5-5 41,1-1-42,3 2-72,-1-2 0,5 2-1,-1-1 22,-1 2-21,3 1-1,-1-1 18,-1 1-19,0 3-3,0-1 2,0 1 1,-3 0 12,-4 2-12,0 1 0,-4 0 0,-2 0 13,-2 2-13,-3-1 13,-4 2-13,-1 4-4,0 0-24,-4 5-24,-7 0-25,-3 1-33,-3 2-35,-5 2-30,-4 0-72,-1 2 14,-2 0-44,-2-1 46,0 1 36,4-8-86,-9 8-250</inkml:trace>
  </inkml:traceGroup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</inkml:channelProperties>
      </inkml:inkSource>
      <inkml:timestamp xml:id="ts0" timeString="2024-03-15T15:14:54.741"/>
    </inkml:context>
    <inkml:brush xml:id="br0">
      <inkml:brushProperty name="width" value="0.14" units="cm"/>
      <inkml:brushProperty name="height" value="0.14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07BB4416-6283-4A48-AFAD-17E2C890CEE4}" emma:medium="tactile" emma:mode="ink">
          <msink:context xmlns:msink="http://schemas.microsoft.com/ink/2010/main" type="inkDrawing" rotatedBoundingBox="7802,10233 8346,13063 7587,13208 7044,10378" semanticType="scratchOut" shapeName="Other"/>
        </emma:interpretation>
      </emma:emma>
    </inkml:annotationXML>
    <inkml:trace contextRef="#ctx0" brushRef="#br0">11-3 104,'0'0'349,"0"0"697,0 0-981,0 0-65,0 0-49,0 0 1,0 0 32,0 0 15,0 0-17,0 0-30,0 0 48,-8-3 33,8 3-1,0 0 27,0 0 29,0 0-10,-2 0-20,2 0-12,0 0 22,0 0 7,0 0-14,0 0-2,0 0 19,0 0 3,0 0-30,0 0-15,0 0-4,0 0-6,0 0-26,0 0-9,0 0 9,0 0 32,0 0-13,0 0-16,0 0-2,0 0-1,0 1-17,0 7 0,0 5 17,2 7 1,-1 9 0,5 5-1,-2 8-2,4 2 1,0 7-12,1 3 13,1 3 62,1 1 57,1-1 10,-2 3-32,3-1-39,-3 0-3,0-1-30,1 1-25,0 0-11,-1 1-12,0-2-9,-3-1-4,2-2 1,-2 2 9,0-2 4,2-3-23,-2 0-14,0-1 27,-1-1 3,0-1-13,-2 0-16,2 2 0,-2-4-17,-2 1 11,-1-2 25,2-1-10,0-2 20,-2-1 9,2-1-38,1 2 19,-1-1-6,0 1-23,0-2 22,0 0-16,0-1 23,1-1 23,0-3-52,-2-3 45,1-1 0,0 0 4,0-2-63,-2 0 4,3-2 56,-1 0 2,2-1-12,-1-1-34,0 0 24,-1-2-10,0-2 29,-2 0-3,2-1-36,-1-2 36,-1-1 3,1 0 22,-1 0-1,1 0-11,-1 0-6,2 0-4,0 0 3,-2-1-19,3-3 0,-2 1 6,-1-2 7,-1-1 3,2-2 1,-1-1 21,-1-1 1,0-2-3,0-1 2,0 2 1,0-2 4,0-1-3,0 1 1,0-1 1,0 1 10,0-1-13,0 0 1,0 0-1,-1 0 2,-1-2-1,1 1 1,1-1 17,-2-1 4,2-1 6,0 0 46,0 0-13,0 0-3,0 0-20,0 0-7,0 0 14,2 0-4,-1 0-6,1 0 13,1-1-7,-2-1-6,2-2-20,3 0 14,-2 0 12,6-1-3,-1-1 0,2 0 13,5 0 0,-1 0 1,5-1-53,0 1-6,2 1 6,4-2 0,1 2-7,3-2 6,0 1 1,4 1-1,0 0 1,-1 1-19,2 0 19,-2 1-1,1 0-45,0 0-74,-3 2 74,0-1 20,-3 1-49,-1 1-22,-1 0 25,-2 0-52,-3 0 56,0 0-4,-4 0 30,2-1-134,-6 1-56,-3-2-117</inkml:trace>
  </inkml:traceGroup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</inkml:channelProperties>
      </inkml:inkSource>
      <inkml:timestamp xml:id="ts0" timeString="2024-03-15T15:15:06.804"/>
    </inkml:context>
    <inkml:brush xml:id="br0">
      <inkml:brushProperty name="width" value="0.14" units="cm"/>
      <inkml:brushProperty name="height" value="0.14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96FF11AE-8D91-472C-9526-A519E2561875}" emma:medium="tactile" emma:mode="ink">
          <msink:context xmlns:msink="http://schemas.microsoft.com/ink/2010/main" type="writingRegion" rotatedBoundingBox="1789,9172 1992,11760 874,11849 670,9260"/>
        </emma:interpretation>
      </emma:emma>
    </inkml:annotationXML>
    <inkml:traceGroup>
      <inkml:annotationXML>
        <emma:emma xmlns:emma="http://www.w3.org/2003/04/emma" version="1.0">
          <emma:interpretation id="{93CAB21F-1A14-4471-A5AA-C58347B5F672}" emma:medium="tactile" emma:mode="ink">
            <msink:context xmlns:msink="http://schemas.microsoft.com/ink/2010/main" type="paragraph" rotatedBoundingBox="1789,9172 1992,11760 874,11849 670,9260" alignmentLevel="1"/>
          </emma:interpretation>
        </emma:emma>
      </inkml:annotationXML>
      <inkml:traceGroup>
        <inkml:annotationXML>
          <emma:emma xmlns:emma="http://www.w3.org/2003/04/emma" version="1.0">
            <emma:interpretation id="{12D40D09-3636-4CE0-B76F-608089BF3338}" emma:medium="tactile" emma:mode="ink">
              <msink:context xmlns:msink="http://schemas.microsoft.com/ink/2010/main" type="line" rotatedBoundingBox="1789,9172 1992,11760 874,11849 670,9260"/>
            </emma:interpretation>
          </emma:emma>
        </inkml:annotationXML>
        <inkml:traceGroup>
          <inkml:annotationXML>
            <emma:emma xmlns:emma="http://www.w3.org/2003/04/emma" version="1.0">
              <emma:interpretation id="{4E5EB9EB-ECB0-42E3-AE1B-D3B812F2370B}" emma:medium="tactile" emma:mode="ink">
                <msink:context xmlns:msink="http://schemas.microsoft.com/ink/2010/main" type="inkWord" rotatedBoundingBox="1789,9172 1992,11760 874,11849 670,9260">
                  <msink:destinationLink direction="to" ref="{8F22F4F3-40BF-4D18-8D68-CEC4FB8D0FFB}"/>
                  <msink:destinationLink direction="with" ref="{70EA57DE-078C-44B6-A5A6-3BA7A74B93EA}"/>
                </msink:context>
              </emma:interpretation>
              <emma:one-of disjunction-type="recognition" id="oneOf0">
                <emma:interpretation id="interp0" emma:lang="en-US" emma:confidence="0.5">
                  <emma:literal>JW</emma:literal>
                </emma:interpretation>
                <emma:interpretation id="interp1" emma:lang="en-US" emma:confidence="0">
                  <emma:literal>PW</emma:literal>
                </emma:interpretation>
                <emma:interpretation id="interp2" emma:lang="en-US" emma:confidence="0">
                  <emma:literal>JIW</emma:literal>
                </emma:interpretation>
                <emma:interpretation id="interp3" emma:lang="en-US" emma:confidence="0">
                  <emma:literal>JJW</emma:literal>
                </emma:interpretation>
                <emma:interpretation id="interp4" emma:lang="en-US" emma:confidence="0">
                  <emma:literal>r☺</emma:literal>
                </emma:interpretation>
              </emma:one-of>
            </emma:emma>
          </inkml:annotationXML>
          <inkml:trace contextRef="#ctx0" brushRef="#br0">67 67 91,'0'0'310,"0"0"-124,0 0-88,0 0-23,0 0-20,0 0 62,0 0-6,0 0-20,0 0-45,0 0 29,0 0 6,-13-63-12,12 59 32,1 0-14,0 1 37,0 2-46,0-2-10,0 3-9,0 0-1,0-1-6,0 1-16,0 0-7,0 0-10,0 0-19,0 0-35,0 0-40,0 0-55,0 3-58,0 5 67,1 4 121,3 6 144,-1 5-40,-2 3-23,1 5-33,-2 3-12,0 2-7,0 2-29,0 3-13,-4 1 13,-2-3-3,3 1 1,-3-2-11,2-2-6,-2-3 16,2-1-26,-2-3 10,1-4 19,-1 0 0,3-4 1,-2-3 1,2-7 0,2-2 14,-1-4-16,2-3-16,0-1 13,0-1 0,0 0-27,0 0-31,2 0 51,7 0 10,1-1 29,7-2 13,3-1-12,5-1-13,2 1-17,5-1-13,3 0 13,2 0 0,3-1 0,-1 1-13,6 2-13,-2-2 26,3 0-33,0 0 33,2 3 0,-2-2-17,0 2-25,-3-3-10,3 3 16,-5-1 33,-2 2-20,-2 0-13,-2 1 33,-2 0-13,-7 0-30,-3 0-175,-3 0 146,-5 1 49,-4 3 6,-2-2-9,-5 3 26,-1-3-46,-2 3-26,-1-1 39,0 1-123,-1-1-197</inkml:trace>
          <inkml:trace contextRef="#ctx0" brushRef="#br0" timeOffset="752.2002">31 728 473,'0'0'293,"0"0"-192,0 0-16,0 0 58,0 0 23,0 0-29,0 0 62,0 0-92,0 0 7,0 0 12,-20-47-22,20 47-55,0 0-49,0 0-14,0 0-38,0 0-52,0 0-68,1 5 48,7 2 124,0 8 36,1 3 107,-1 3-120,1 7 32,1 3-55,-1 1 13,-1 4 20,2 3-24,-1-1-9,-3 4-35,3 1-27,-2-1 62,-3 1 16,0-2-16,-2-5-3,-2-3 0,0-6 3,0-2 18,0-2-18,0-4 0,-3-2 10,0 0-8,0-4 0,0-4 0,0-1 15,1-4-14,0-2 0,2-1-1,0 0 0,0-1-2,0 0 0,0 0 0,0 0 4,0 0 15,0 0-6,0 0 0,0 0-13,0 0 1,0 0 76,0 0-77,2 0-68,3 0-38,1 0 106,4 0 35,3-1 11,3 0-46,7-3-18,1 2 16,5-4 4,4 0 0,-1-2-2,6-1 0,-1 0-1,4 0 0,2-2-25,-1 2 26,2-2-20,2 1 4,-1 1-33,0 0 13,-2 1 17,0 1-88,-3-1 68,-2 0-26,-5 2 16,-5-1 6,-4 2-28,-4 3-24,-4-2-204,-3 4 207,-6 0 53,-1 0-3,-3 0-66,-2 0-117,1 0 0,-2 5 40</inkml:trace>
          <inkml:trace contextRef="#ctx0" brushRef="#br0" timeOffset="1534.7989">135 1386 779,'0'0'1382,"0"0"-1262,0 0-108,0 0 47,0 0-16,0 0-43,0 0-18,0 0 16,0 0-19,0 0-63,0 0-43,-3-8-6,3 12-6,0 4 139,1 3 16,1 7 39,-1 2 52,-1 4-94,0 3-12,0 0-2,0 3 1,0 1-1,0 2-28,0 2 29,-1 1-16,-2 0 16,1 2-26,-1-2 6,2-2 18,-2 0 0,0-5 2,0 0 0,-1-5-13,3-4 10,-1-1 0,2-3-10,-1-3 10,-1-1-26,2-2 6,0-2 22,0-2-1,0-1 2,0 0-22,0-3 22,0-2 0,0 0 0,0 0 0,0 0 0,0 0 35,0 0-9,0 0 55,0 0-48,0 0-33,0 0-42,3 0-30,0 0 72,6 0 26,-1 0 10,4 0-33,5 0 23,3 0-19,4 0 15,6-2-22,3-4 33,7 1-20,2-3-13,5-2 0,1 0-22,2-3 22,1-1 0,1-1-12,-2 2 9,1 1-33,-2 0 4,-3 3-30,0 0-58,-7 6-329,0 0 322,-5 0 72,-5 3 9,-3 0-65,-6 0 17,-1 3-7,-6 1 26,-3-1 10,-3 2-7,-3 1-6,-2 0-17,-2-1-117</inkml:trace>
          <inkml:trace contextRef="#ctx0" brushRef="#br0" timeOffset="2817.1834">149 1995 39,'0'0'251,"0"0"4,0 0-79,0 0-79,0 0-41,0 0 9,0 0 173,0 0 19,0 0-36,0 0-81,0 0-52,-3-3-30,2 3-12,1 0-1,0 0 4,-3 0-49,0 9 0,0 3-59,-1 4 17,-2 6 42,2 3 16,-3 5-3,-1 1 30,1 4-24,0 3-1,-3 1-17,1 2 18,-1-2-4,3 0-14,-3-1 1,4-5 1,2-1-3,1-5-3,0-4 1,3-5-30,-2-5-4,2-3 16,0-5-2,0-3-40,0-1 36,0-1-3,0 0-13,0 0 42,0 0-20,2 0 43,5 0 26,5 0 38,2 0-48,3 0-36,6 0 56,5 0-59,2-1 0,6-1 15,2-1-14,5 0-1,2 0-3,2 1-9,2 1 12,0-3 13,4 2-3,-2-1-10,-1-1-33,2 1 7,-3 1-26,0-1 20,-4 1-72,-4-2 22,-3 1 80,-6-1-45,-5 2 5,-4-1-124,-7 1 133,-4-2 20,-2 4 10,-6-2-20,0 2-3,-2 0-65,-2 0-82,0 0-15,0 0-54,-5 4-263</inkml:trace>
        </inkml:traceGroup>
      </inkml:traceGroup>
    </inkml:traceGroup>
  </inkml:traceGroup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</inkml:channelProperties>
      </inkml:inkSource>
      <inkml:timestamp xml:id="ts0" timeString="2024-03-15T15:13:26.898"/>
    </inkml:context>
    <inkml:brush xml:id="br0">
      <inkml:brushProperty name="width" value="0.14" units="cm"/>
      <inkml:brushProperty name="height" value="0.14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25D33088-4513-4525-AF7A-76DCF78EE331}" emma:medium="tactile" emma:mode="ink">
          <msink:context xmlns:msink="http://schemas.microsoft.com/ink/2010/main" type="writingRegion" rotatedBoundingBox="1240,12421 1956,8181 4025,8530 3310,12771"/>
        </emma:interpretation>
      </emma:emma>
    </inkml:annotationXML>
    <inkml:traceGroup>
      <inkml:annotationXML>
        <emma:emma xmlns:emma="http://www.w3.org/2003/04/emma" version="1.0">
          <emma:interpretation id="{385DB696-B32A-43CB-B3BE-028C4A1C68F8}" emma:medium="tactile" emma:mode="ink">
            <msink:context xmlns:msink="http://schemas.microsoft.com/ink/2010/main" type="paragraph" rotatedBoundingBox="1240,12421 1956,8181 4025,8530 3310,12771" alignmentLevel="1"/>
          </emma:interpretation>
        </emma:emma>
      </inkml:annotationXML>
      <inkml:traceGroup>
        <inkml:annotationXML>
          <emma:emma xmlns:emma="http://www.w3.org/2003/04/emma" version="1.0">
            <emma:interpretation id="{B2A97D41-6AEE-4D83-9085-C68B78772248}" emma:medium="tactile" emma:mode="ink">
              <msink:context xmlns:msink="http://schemas.microsoft.com/ink/2010/main" type="line" rotatedBoundingBox="1240,12421 1956,8181 4025,8530 3310,12771"/>
            </emma:interpretation>
          </emma:emma>
        </inkml:annotationXML>
        <inkml:traceGroup>
          <inkml:annotationXML>
            <emma:emma xmlns:emma="http://www.w3.org/2003/04/emma" version="1.0">
              <emma:interpretation id="{E2A47796-20C0-487A-9FC2-4A744620AF8A}" emma:medium="tactile" emma:mode="ink">
                <msink:context xmlns:msink="http://schemas.microsoft.com/ink/2010/main" type="inkWord" rotatedBoundingBox="1240,12421 1956,8181 4025,8530 3310,12771">
                  <msink:destinationLink direction="with" ref="{70EA57DE-078C-44B6-A5A6-3BA7A74B93EA}"/>
                </msink:context>
              </emma:interpretation>
              <emma:one-of disjunction-type="recognition" id="oneOf0">
                <emma:interpretation id="interp0" emma:lang="en-US" emma:confidence="0.5">
                  <emma:literal>say</emma:literal>
                </emma:interpretation>
                <emma:interpretation id="interp1" emma:lang="en-US" emma:confidence="0">
                  <emma:literal>EF</emma:literal>
                </emma:interpretation>
                <emma:interpretation id="interp2" emma:lang="en-US" emma:confidence="0">
                  <emma:literal>sees</emma:literal>
                </emma:interpretation>
                <emma:interpretation id="interp3" emma:lang="en-US" emma:confidence="0">
                  <emma:literal>EF.</emma:literal>
                </emma:interpretation>
                <emma:interpretation id="interp4" emma:lang="en-US" emma:confidence="0">
                  <emma:literal>E☺</emma:literal>
                </emma:interpretation>
              </emma:one-of>
            </emma:emma>
          </inkml:annotationXML>
          <inkml:trace contextRef="#ctx0" brushRef="#br0">-1792 2623 316,'0'0'206,"0"0"-79,0 0-20,0 0-54,0 0 5,0 0 21,0 0 360,0 0-201,0 0-108,0 0-20,0 0 4,-4-1 35,4 1-3,0 0-33,0 0-26,0-1-32,0 1-55,0 0-22,0 0-11,3-1 17,4-1 16,2 1 23,1 0 6,0-1 3,4-2-19,-1 2-12,3-2-1,-3 2-1,1-2 1,-1 1-3,-1 0 3,-1 1 0,0-1-1,-4 2 1,-1-1 3,-1 0 23,0 1-23,-4 0-3,1 1 2,-2 0 14,1 0-13,-1 0 0,0 0 23,0 0-13,0 0-13,0 0-20,0 0 19,0 0-12,0 0-16,0 0-10,0 0 1,0 0-1,0 1-11,0 7 50,0 3 75,-4 5-17,1 3-16,-2 5-42,-2 4 16,2 1-3,0 2-12,-2 2 1,3 3-2,-3 2-16,2 2 16,-2 0 17,4 1 22,-3-2 32,3 0-7,-2-3-12,-1-4 12,3-3 13,0-6-23,-1-2-38,2-5-12,-1-4-4,2-4-23,1-2-19,0-3-28,0-3-49,0 0-100,0 0-117,0 0-187,0-3-33,0-10-532</inkml:trace>
          <inkml:trace contextRef="#ctx0" brushRef="#br0" timeOffset="432.7978">-1294 2513 1026,'0'0'1467,"0"0"-1341,0 0-104,0 0 43,0 0 28,0 0-93,0 0 0,0 0-77,0 0-42,0 0-46,0 0 165,3 35 65,-3-12 25,0 4-19,0 3-52,0 5 7,-5 2-13,1 5-13,-2 0-16,3 2-36,-1 1 39,1-1 11,0-3-24,3-4-15,0-6-5,0-7-83,0-3-52,0-7-170,3-4-215,0-8-167</inkml:trace>
          <inkml:trace contextRef="#ctx0" brushRef="#br0" timeOffset="900.7892">-1333 2803 1061,'0'0'1512,"0"0"-1387,0 0-125,0 0 3,0 0-3,0 0 48,0 0 26,0 0 9,102-60-83,-75 51-6,-1 0-61,-3 4 15,-1 2 29,-5 1-25,-3 0 22,-2 2 14,-3 0-11,-3 0-25,-1 0 2,-3 4 17,-2 2 29,0 0 11,0 2-8,0 2 30,-6 2-17,0 0-16,2 2 0,0 1 3,-1-1 16,2-1-19,-1-1-2,0 1 1,4-1-15,0-1-26,0 1 26,0-1-26,8 0 42,0 1 13,3-1-10,2 1 42,0-3-13,4 0 7,1-2-6,2-5 18,1-1 13,1-1-12,1 0-13,0-6 15,0-1-3,-1-4-25,-2-2-3,2-1 15,-5-3 4,0-2-4,-4 0 0,0-2 39,-3 0 9,-1-1-19,-5 2-26,-1-1 10,0 3-17,-3 1-34,-4 2-28,-6-1-1,-5 3-60,-5 1-3,-4 3-126,-4 5-80,-5 4-122,7 0-200,-16 18-125</inkml:trace>
          <inkml:trace contextRef="#ctx0" brushRef="#br0" timeOffset="1220.7556">-1864 3585 1501,'0'0'1428,"0"0"-1194,0 0-157,0 0-77,0 0-16,0 0-39,0 0 17,0 0-13,0 0-49,0 0 100,0 0 71,25 55 12,-20-31-29,0 3-41,-4-1 6,1 4 10,-2-2-29,0 2-28,0 0 27,0-1 0,0-1-159,-2-3-84,2-2-7,0-5-85,0-6-203,0-6-158</inkml:trace>
          <inkml:trace contextRef="#ctx0" brushRef="#br0" timeOffset="2177.5437">-1158 3626 1099,'0'0'316,"0"0"-147,0 0 91,0 0 110,0 0-37,0 0-82,0 0-68,0 0-48,0 0-39,0 0-81,0 0-14,-24-2 1,28 0 65,4 1 3,0-2 25,4-2-15,1-1-30,1-3-5,2-1-1,1-4-9,-1 0-33,3-3 0,-4-1 17,0 2-3,-3-1-15,-1-1 1,-2 3 23,-3-2-1,-3 3-23,-2 1-1,-1 1 32,0 2-16,-6 1-16,-4 0-60,0 1 3,-6 2 16,-1 1-25,1 4-7,-4 1 0,1 0 6,-3 2 7,2 8-7,1 3 28,-2 3 7,2 2-16,0 2 7,4 1 12,1 1 26,4-1-42,2-2 0,5 0 26,3 0-10,0-1-22,7 0 36,3 0 15,3 0 48,1 0-13,4 0-22,2-1 38,-1-3-9,4 2-26,0-3 22,1-1 14,-2 0 43,0 1-74,-1-2-19,-2 1 18,-2-2-8,-1 2-12,-1 0-7,-5-2 7,-2 1 42,-5 0-42,-2-1 1,-1 2 42,-2 1-43,-8-2-32,-3 1 3,-3-3 29,0-3 19,0-1-19,0-4 0,-1-1 30,1 0 9,3-6-36,0-4 9,-1-4 1,5-2 7,2-6-20,1-2-22,6-5 20,0-3-11,4-1-38,10 0-41,6-2 31,4 0-25,6 0-80,3 3-143,2 0-150,-8 9-259,11-8-449</inkml:trace>
          <inkml:trace contextRef="#ctx0" brushRef="#br0" timeOffset="1604.3791">-1614 3570 2947,'0'0'349,"0"0"-273,0 0-15,0 0-14,0 0 20,0 0 28,0 0 3,0 0-66,82-63-32,-65 61-19,0 1-16,-1 1-6,-2 0-22,0 3 31,-6 7 16,2 1-12,-5 4 24,-4 8-7,-1 2 10,-3 5-24,-8 4-19,-4-1 9,-3 0 9,0-2 24,-2-2 2,0-5 0,3-4 16,-2 1 0,3-5-15,2-4 1,2-1 17,6-5 10,2-2-7,2-3 1,2 1-4,0-2-4,0 0-15,0 0-31,3 0 21,6 0 10,4-4 22,7 0 7,3-1-15,4 0-14,5-2-32,4 0 7,-1-3 6,1 2-42,2-3-111,-4-2-148,2-1-153,-4-1-172,-9 2-117,4-6-56</inkml:trace>
          <inkml:trace contextRef="#ctx0" brushRef="#br0" timeOffset="-1806.9776">-1960 894 541,'0'0'167,"0"0"-37,0 0 23,0 0 124,0 0-23,0 0-4,0 0-58,0 0-7,0 0-65,0 0-81,-20-54-39,20 54-43,0 0-21,0 0-24,0 0-35,0 2 6,0 3 86,2 3 31,6 1 48,2 3 40,1-3 3,5 2-49,4-2 65,6-1 0,4-3-52,5-2-3,6 0 12,5-1-62,5-2 73,3 0-1,5-3-26,6-5 10,5 1-25,4-4-33,2 2-2,1-1 1,0-1-12,-2 3-16,-1-4-3,-4 2 16,-3 1 14,-4-2-24,-2 3-3,-5-2 26,-7 3-20,-2 0-3,-5 2-6,-3 1 31,-4 2-2,-5 1-36,-4 1 23,-3 0 0,-3 0 16,-4 2-45,-2 2-14,-3 1 58,-1 2-12,-2-1-6,-2 0 17,0 1 2,-3 0-10,0 0 12,0-2-2,0 1 29,-1 2-9,-1 0-20,1 1 19,-2 1-3,0 3 17,0 3-1,0 0-16,0 5 13,-3-2 7,-1 3-34,0 0-2,-1 1 1,1 1-17,-2 4 16,2-1-10,-2 3 10,-1 5 36,3 1-36,-2 4 2,0 3 33,0-1-33,2 2 79,1 2-7,0-1 23,2 3-43,-1 1 14,2 1-67,0 1 63,-1 1-19,-1-2-29,1 2-14,1-4 59,0 0-23,0 0-36,0-2 33,0 1-3,0 0 10,0 0-23,0-1-16,3-1 41,-2 0-40,1 0-1,-1 2-3,1-1 41,-2 2-12,1 3 6,-1-2-10,0 1 23,0-3-28,0 0-20,0-2-4,0-3 4,0-1 38,0-2-38,0-1-22,0-2 22,0 0 10,-1-4-10,1 3 0,-2-5 0,1 3 0,-1-1-3,1 0-11,-2-1 14,3 1 0,-3-2 0,0 0-25,0 0 25,0 0 9,-1 1-9,1 1-22,-1-1 22,1-1-1,0 3-21,0-2-10,0 0 32,-1-1 10,2 0-10,1 0-17,-3-1 17,3-2 17,-1 2-17,-1-4-29,2 1 29,-1-1-6,-1 0 6,2 1-22,-2 2 22,0 1 13,0-1-13,0 0-21,0 0 21,-1-2 13,0 0-13,1-2-4,2 0 4,-2 0 6,-2-2-6,2 1-18,0-1 18,0 1 11,1-1-11,-1 1-2,0-1 2,0 1-1,0-1-29,0-1 28,2 1-1,-1-3 3,1 2 0,-2-2-2,3 0 2,-3-1 1,2 0 0,-1 0-1,1 0 0,-1-1 3,-2 0-2,3-2-1,-2 1-3,1-3 3,1-1 0,0 0-1,-1-3-2,1 1 0,1 0 3,-2-2-1,1 2 1,1-4 0,-2 0 16,2-2-16,-1-1 12,1-1 7,0-2 1,-2 0-1,2 0-3,-1 1 15,-2 1-6,-1-2-25,-3 0-1,-1 0 0,1 0 0,-2 0 0,-3 0-15,0 0 16,-2-2 0,-1 1 0,-2 1 0,-2 0-1,-1 0-1,-4 0 0,-2 1-8,-2 2 10,1 0 2,-4 1-2,-4 1 0,0 0 1,-1 1 2,-3 1-3,0-1 0,-4 1 1,1-1 1,-2 0-1,0 1-1,2-2 3,-1 1-2,1 1-1,2-2-10,-2 0 10,3 2 0,0-2 0,1 1-19,0 1 19,2-1-1,1-1 1,1 1-22,0-3 22,3 2 0,-1-2 0,3 0-3,2-2 3,4 2 12,0-3-12,3 0-13,1 0 13,3 0 0,0 0-20,3 0-12,-3 0 10,5-3 9,-2 2-15,1-4 28,4 3 14,-2-2 6,1 2-19,5-2-1,-2 1 22,0-1 7,2 2-26,1-1-3,0 1 13,0-2-13,2 0-13,-1-1-18,1 0 30,-1-3 0,1 0-44,1-1 14,0 0 31,0-1 0,0 0-32,0-2 0,0 0 32,0 0 0,3-2-16,-2-2-32,1-1 48,1-1-1,0-1-16,0-4-15,-1-1-3,2 0 16,1 0-29,-2-4-7,0 0 4,0-1-20,-3-1-44,1 2 5,-1-2 33,0-1-40,-1-1-5,-4-1 11,-1-2 24,-1-2-7,0-2-16,-3-2-7,0-2-7,-3 0 30,-3-5-13,0-1-4,2-3 59,-3 1 10,0-2 12,2-1 7,0 0 23,1 0-2,2 1 4,3 2-2,3 0 27,3 5-27,3 1-10,0 0-23,4 3-16,6 2-74,3 1-96,0 3 82,-3 10 4,6-8-206</inkml:trace>
        </inkml:traceGroup>
      </inkml:traceGroup>
    </inkml:traceGroup>
  </inkml:traceGroup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</inkml:channelProperties>
      </inkml:inkSource>
      <inkml:timestamp xml:id="ts0" timeString="2024-03-15T15:15:05.470"/>
    </inkml:context>
    <inkml:brush xml:id="br0">
      <inkml:brushProperty name="width" value="0.14" units="cm"/>
      <inkml:brushProperty name="height" value="0.14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8F22F4F3-40BF-4D18-8D68-CEC4FB8D0FFB}" emma:medium="tactile" emma:mode="ink">
          <msink:context xmlns:msink="http://schemas.microsoft.com/ink/2010/main" type="inkDrawing" rotatedBoundingBox="157,8186 5313,4655 6370,6198 1214,9729" semanticType="callout" shapeName="Other">
            <msink:sourceLink direction="to" ref="{4E5EB9EB-ECB0-42E3-AE1B-D3B812F2370B}"/>
            <msink:sourceLink direction="from" ref="{B4EE44B6-9F39-4C3F-9072-4D040B5CCC24}"/>
          </msink:context>
        </emma:interpretation>
      </emma:emma>
    </inkml:annotationXML>
    <inkml:trace contextRef="#ctx0" brushRef="#br0">4804 76 160,'0'0'251,"0"0"-127,0 0-36,0 0-29,0 0-37,0 0-18,0 0 12,0 0 3,0 0 8,0 0 41,-4-6 4,4 6-46,0-4-23,0 2 13,0-2-3,0 0 17,0 0 2,0 0-6,0 1 13,0-1-19,1 0-17,-1 1 0,0-1 17,0 2-18,0-1 0,0 1 11,0-1 4,0-1-14,0 3 26,0-3-16,0 3-11,0-3 21,0 3-3,0-3 16,0 2 25,0 1 14,0 0 26,0 1 7,0 0-4,0 0-17,0 0-61,0 0-26,0 0-65,0 0-32,0 0-14,-1 0 10,1 0 7,0 4 48,0 1 46,0 2 13,0 3 13,0 2-24,0 5 11,3 1-13,1 3-3,-1 3 1,0 6 2,0 2 17,0 4-4,-1 3 16,1 2-26,0 1 10,0 1-3,-1-2-10,-1-3-10,2-1 10,-3-4 1,2-3 0,-1-3 0,1-3 12,0-1 0,-2 1 8,1-2-21,-1-2-3,0 0 3,0 1 14,0-3-13,0-1 2,-1-3 39,-3-1 7,4-1-3,-3-2-33,2 0 10,-1-1-20,-1-1-1,2 0 14,-2-2 0,0 0-12,0-3 12,2 1 13,-1-2 20,-1 1 19,2-2-35,-2 1-4,0-1-3,-1 2-4,-2-2-9,-1-1-10,-2 1 19,-2 0-18,-2 1 28,-3-1-9,-3 0 16,-4 3-7,-3 0-32,-9 2-39,-4 4 39,-5-3 7,1 4 15,-5-3 69,2 2-39,0-2-46,1 2 10,1 1-16,2-2 13,1 1 20,1 2 12,3-3-43,-1 1-2,2 1 3,1-1-3,1-1 0,-2 1 2,4-1-2,-2 2-3,-1-1 1,2 2-12,-3-1 14,0 2 0,0 0-16,-3 0 16,3-1 1,-2 4-1,-1-2 0,1 2 11,-3-1-11,2 2-10,-4 1-1,0 1 9,-1 0 1,-3 2-2,-2-2 3,1 3 11,-2-1-11,1 1-16,-1-1 16,-1 1 0,2 2 2,2-4 1,0 1-3,0-2 1,2 0-1,-1 0-1,1 2-12,-1-1 12,2 0 1,-2 2-13,-1-2 3,-3 4 10,2-1 0,-4 1-2,2 2-11,-1 0 13,1 0 13,0 0-13,1 1-3,-3-2-17,-1 1 20,2 1-1,-1-3 1,1 0 1,3-3 45,0 1-46,3-3 2,1-1-2,2 1 16,0-1-14,2-2 31,1-2-1,3 1 21,0-2-51,1-2-2,2-2 3,0 1 26,3 1-16,-1-4-11,3 2 21,0-1 12,1 0-34,1-2 1,2 2 28,-2 0-20,1 0-10,-1-1-29,2 2 29,-1-1 22,2 2-22,1-2-1,1 2 1,-1-2 17,3 1-17,1 0 0,0-3 0,1 2 2,3 0-2,-2-1-1,6-2 1,0-2 1,3 1-1,1-1-1,3 0-11,0-3 11,3 1-11,0-1-23,0 0-20,0 0 0,0 0 3,0 0 52,0 0 7,0 0 38,1 0-44,1 0 0,-1 0-1,-1 0 19,0 0 14,0 0 31,0 0-18,2 0-1,-2 0 0,0 0 13,0 0-7,0 0 7,0 0-4,0 0-2,0 0-1,0 0 0,0 0-3,0 0-6,0 0-10,0 0 0,0 0-13,0 0-3,1 0-13,-1-1 29,0 1-7,2-2 10,-2 2-6,0-1 2,0-1-15,0 2 7,0-2 5,-3-1-9,-3 1 22,-2-1-39,0 1 14,-2-1-15,1 0-1,-1 1 0,2-1 0,-1 1 13,1-1 6,2 2 6,0 0-12,3 1 3,3-1-13,-2 1-2,1 0-1,1-2-2,0 2-11,0-1-6,0 1-6,0 0 3,0 0 3,0 0-7,0 0 4,0 0 6,0 0 13,0-2-19,0 2 9,0 0 13,0 0 0,0 0-2,0 0 2,0 0 0,0 0 17,0 0-17,-1 0-12,-2 0 9,-2 2-28,-6 2-20,2 2-16,-5 0 13,-2 6 16,-3 1 9,2 3 10,0-1 6,-1 2 12,0-2-38,-2 2 17,1-2 6,-1 2 0,2-3-26,0-1 26,2-2 15,1 1 1,1-1-28,-2-3 5,4 3 21,-3-1-1,0 2-29,1-2-23,1 0 26,0 1 10,3-4-29,0 1 25,0-2-3,1-1 23,2 2-10,-2-3-25,1 2 25,0-2-16,1-1-20,0 1 17,0-2 21,1 2 9,3-3-21,-1 2 10,-1 0 9,2-2-15,-1 0-7,-3 3-13,1 0 27,0-1 8,0 3-18,1 0 9,-2-1 11,-1 3-15,3 0-12,-3 0 7,0-1 20,4 4-10,-2-4-1,0 4-10,3 0 23,-1 1-2,-2 2-21,3 2-9,-1-1 32,2 4 25,1 2-25,0-1 0,-1 3 11,2 3-11,0 0 0,0 1 13,0 2 26,2 1-38,-1 0 3,2 2 8,-2 0 1,2 0 4,-3 2-14,0-1 17,0 3-17,0 0 11,-3-1-14,0-3 3,1 1 0,-1-5 15,1 0-17,-1-4-1,2 1 0,-1-2-1,2 0 1,-3 0-2,2-2 2,1-2-3,-2 2 3,2-3 0,-2-3 54,2 2-32,0-4-22,0 1-2,0-1-17,0-1 19,0-1 0,0-1-19,0 1 17,0 0 1,0 1-24,0 0-50,0-1 59,4 2 13,-1 0-14,0 1-5,0 0-9,0 0 29,1 3 1,-1-3-25,1 3 10,2-1-71,-2-1 74,0 1 13,2-2-1,-3-2-1,3 1-11,-3 0-10,4-3 22,-3 2 1,-1-2 0,0 1-13,0-1-10,3 0 23,-2-1-3,2 0-10,-2-1 12,0 1 0,2-2 1,-1-1-1,1 0-11,2 0 11,-1-1 2,3-2-1,3 3 0,0-2 3,3-1 18,0 1-21,5 0 0,4-3 3,0 1-2,4-2 22,1 0-14,3 0-9,3-2-1,1-3-12,1 1 11,2-1-1,0 1-39,1-1 6,-1 0 33,-2 0-13,-1 1 13,-2 0-16,-2 0-10,-3 2-53,0-2 21,-2 2-63,-5 1 17,3 1 65,-2-1-27,-2 1-2,-2 0 18,2 0 11,-1 0 13,-2 0 16,0 0-23,-1 0 0,-3 1-9,2 0-197,-2 2 190,-3 0 16,0-1 20,-2 1 0,-1-1-108,-2 1 23,-3-1 72,1 0-4,-2 1 10,-2-2 22,1 1 1,-1 1 0,-1-2-1,0 2-22,0-1-62,1 0-123</inkml:trace>
  </inkml:traceGroup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</inkml:channelProperties>
      </inkml:inkSource>
      <inkml:timestamp xml:id="ts0" timeString="2024-03-15T15:14:51.606"/>
    </inkml:context>
    <inkml:brush xml:id="br0">
      <inkml:brushProperty name="width" value="0.14" units="cm"/>
      <inkml:brushProperty name="height" value="0.14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240C82E8-3FF8-4F2F-B173-84DF3F67DA1F}" emma:medium="tactile" emma:mode="ink">
          <msink:context xmlns:msink="http://schemas.microsoft.com/ink/2010/main" type="inkDrawing" rotatedBoundingBox="7252,7689 7379,4971 8062,5003 7934,7721" semanticType="verticalRange" shapeName="Other">
            <msink:sourceLink direction="with" ref="{3F35706C-CDAD-48AB-A8F6-D87DB960F4FC}"/>
            <msink:destinationLink direction="with" ref="{7380FC0C-2384-40E1-AE0C-64D39E53B7AE}"/>
          </msink:context>
        </emma:interpretation>
      </emma:emma>
    </inkml:annotationXML>
    <inkml:trace contextRef="#ctx0" brushRef="#br0">-208-1297 124,'0'0'202,"0"0"-16,0 0-108,0 0-19,0 0 153,0 0-114,0 0-46,0 0-10,0 0 4,0 0 16,0 0 16,-11-33-13,11 28-3,0 1-17,0 1 20,0-1 4,0 2-1,0 2 13,0-3-22,0 3 3,0 0 2,0 0-8,0 0-30,0 0-4,0 0 11,0 0 3,0 0-20,0 0 0,0 0 16,0 0-2,0 0-30,0 0-26,0 0-7,-3 2-15,3-1-34,0 4 8,0-1 74,0 2 45,0 4 1,0 3-30,0 3 52,0 4 20,0 5-88,0 3 0,-1 4 34,-1 4-14,1 4 22,-2 3-20,1 3-18,-1 2 54,2 2-45,-2 0-11,2 0-2,-2 0 3,0-1-1,1 0 15,-1 2 5,3-2 4,0-1-25,-2 1 2,2-1 20,-2 0-7,1-2-3,-2 0-10,-1-1 17,-1-2 6,1-4-25,-2 0 1,2-2 17,-3 0 13,2-1-28,1-2-3,-2 0-1,3-1 0,-1-2 2,2 0-1,-2 1 1,0-1 30,3 0-17,-2-1-15,0-1-2,0-3 2,1-2-13,-1 0 10,-1-2 3,3-2 7,-5-1-4,3 0-5,0 1 3,0-1-2,-1-1 1,1 2 0,-1-1 0,-1 0 1,-3 2 2,4-2 0,-2 0-1,-2 2-2,1-3 3,0-1 0,1-2-3,-1-1 0,1 2 0,2-3-2,-3 2-17,4-1 19,0 0 0,0 3-19,0 0 3,2 0 16,-1-1-3,-2 1-10,2 0 13,1 0 1,0-2-1,-3 1-12,2-3 12,1 2 1,-1-2-1,2 0 0,-3-2 0,3 1 0,-3-1 14,2-2-14,1 2-22,-3-1 22,3 0 3,-1 0-2,-2 3 2,0-1 22,1 0-25,-1-2-13,3-1 0,-1 1 11,-2 1 0,3-1-1,0 0 0,-1 0 1,-1-1 2,1 2 0,1-2 0,0 0-2,-1-2 2,1 3-1,-2-3 0,2 2 1,-1 0 0,1 2 0,-2-3-4,2 3 4,-1-1 0,-1-2 4,1-1-4,1 3 16,-2-3-16,2 0 1,-3-1-1,3-1 2,0-1 0,0-1 1,0-2-3,0 1 0,0-1-1,0-1-2,0 0-16,0 0 19,0 0-1,3 0-25,0 0-10,2 0 36,3-3 16,7 2 14,1-1-5,5-2-5,5 1 31,3-5-47,2 1 9,6 0-1,2-1 11,1-1 3,2 1-25,-2 1-1,0 2-7,-2-1-9,-2 2 13,-4 3 0,-2 1-26,-4 0-10,-2 0 4,-3 1 31,-3 3-21,-2 0-11,-2 1-9,-2 0 22,-4 1-16,0-1-74,-4 0-81,-1-1-43,-3 0-75,0 0 6,0-3-50,0 1-97</inkml:trace>
  </inkml:traceGroup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</inkml:channelProperties>
      </inkml:inkSource>
      <inkml:timestamp xml:id="ts0" timeString="2024-03-15T15:14:58.791"/>
    </inkml:context>
    <inkml:brush xml:id="br0">
      <inkml:brushProperty name="width" value="0.14" units="cm"/>
      <inkml:brushProperty name="height" value="0.14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3F35706C-CDAD-48AB-A8F6-D87DB960F4FC}" emma:medium="tactile" emma:mode="ink">
          <msink:context xmlns:msink="http://schemas.microsoft.com/ink/2010/main" type="writingRegion" rotatedBoundingBox="3257,3672 22816,2897 23024,8159 3465,8935">
            <msink:destinationLink direction="with" ref="{240C82E8-3FF8-4F2F-B173-84DF3F67DA1F}"/>
          </msink:context>
        </emma:interpretation>
      </emma:emma>
    </inkml:annotationXML>
    <inkml:traceGroup>
      <inkml:annotationXML>
        <emma:emma xmlns:emma="http://www.w3.org/2003/04/emma" version="1.0">
          <emma:interpretation id="{66E77753-3E7A-4E56-939C-D389493ED64C}" emma:medium="tactile" emma:mode="ink">
            <msink:context xmlns:msink="http://schemas.microsoft.com/ink/2010/main" type="paragraph" rotatedBoundingBox="5028,3401 16936,4268 16808,6020 4901,5153" alignmentLevel="2"/>
          </emma:interpretation>
        </emma:emma>
      </inkml:annotationXML>
      <inkml:traceGroup>
        <inkml:annotationXML>
          <emma:emma xmlns:emma="http://www.w3.org/2003/04/emma" version="1.0">
            <emma:interpretation id="{5F1C0E8F-39C1-4668-8A78-444C3CC07DDF}" emma:medium="tactile" emma:mode="ink">
              <msink:context xmlns:msink="http://schemas.microsoft.com/ink/2010/main" type="line" rotatedBoundingBox="5028,3401 16936,4268 16808,6020 4901,5153"/>
            </emma:interpretation>
          </emma:emma>
        </inkml:annotationXML>
        <inkml:traceGroup>
          <inkml:annotationXML>
            <emma:emma xmlns:emma="http://www.w3.org/2003/04/emma" version="1.0">
              <emma:interpretation id="{B4EE44B6-9F39-4C3F-9072-4D040B5CCC24}" emma:medium="tactile" emma:mode="ink">
                <msink:context xmlns:msink="http://schemas.microsoft.com/ink/2010/main" type="inkWord" rotatedBoundingBox="5028,3401 10451,3796 10325,5529 4902,5134">
                  <msink:destinationLink direction="from" ref="{8F22F4F3-40BF-4D18-8D68-CEC4FB8D0FFB}"/>
                  <msink:destinationLink direction="to" ref="{FB5D7DAE-77D1-493C-91D0-1C0814A7A370}"/>
                  <msink:destinationLink direction="with" ref="{5D63DDE0-FAF6-4039-A9FA-AF779F57E919}"/>
                </msink:context>
              </emma:interpretation>
              <emma:one-of disjunction-type="recognition" id="oneOf0">
                <emma:interpretation id="interp0" emma:lang="en-US" emma:confidence="0.5">
                  <emma:literal>1105510-7</emma:literal>
                </emma:interpretation>
                <emma:interpretation id="interp1" emma:lang="en-US" emma:confidence="0">
                  <emma:literal>1105-8/0-7</emma:literal>
                </emma:interpretation>
                <emma:interpretation id="interp2" emma:lang="en-US" emma:confidence="0">
                  <emma:literal>1105-5/0-7</emma:literal>
                </emma:interpretation>
                <emma:interpretation id="interp3" emma:lang="en-US" emma:confidence="0">
                  <emma:literal>1105-810-7</emma:literal>
                </emma:interpretation>
                <emma:interpretation id="interp4" emma:lang="en-US" emma:confidence="0">
                  <emma:literal>1105-510-7</emma:literal>
                </emma:interpretation>
              </emma:one-of>
            </emma:emma>
          </inkml:annotationXML>
          <inkml:trace contextRef="#ctx0" brushRef="#br0">-1093-2006 124,'0'0'346,"0"0"-144,0 0-118,0 0-12,0 0 13,0 0 81,0 0-120,0 0-27,0 0 14,0 0-11,-73 5-21,51 0 33,-2-1 22,-2 1 6,-2-1-7,-2 1-6,-4-1 0,-2 3-14,0-2 1,-2 0-36,-1 1-12,-1 2-7,4 0-4,-2 2-29,4-2 49,-1 1-62,5 0 32,1 0-58,5 0-98,5-3-160,0 3-270</inkml:trace>
          <inkml:trace contextRef="#ctx0" brushRef="#br0" timeOffset="-366.3507">-918-2083 33,'0'0'88,"0"0"-26,0 0-33,0 0-6,0 0-4,0 0 1,0 0 6,0 0-3,0 0 0,0 0 6,0 0 33,-6-18 26,4 18 7,2 0-27,0 0-39,-1 0-12,1 0 5,0-2 24,0 2 75,0 0-63,0 0-45,-3 0-13,3-1 0,0 1 1,0 0 13,0 0-14,0 0 0,0 0 1,0 0 2,-1 0 0,1 0 23,0 0 20,0 0 6,0 0-16,0 0-7,0 0 4,-1-1-11,1 1-9,0 0 0,-2 0 14,2 0 2,-1 0-6,1 0-4,0 0 4,0 0-11,0 0-12,0 0-23,0 0 20,0 0-17,0 0-9,0 0-4,0 0 4,0 0 6,0 0 1,0 0-1,1 0 23,3 0 0,5-1 49,-2 1 12,3-4 5,2 1 34,-1-2-5,2-1-20,3-2-4,-1 0-19,0-1-16,0-1 6,2-1-6,-1 1 3,-2-1-13,1-1-24,1-1 21,-3 2 3,-1-4-10,0 2-3,-1 1 6,-2-1-6,-3 0 0,3-1-1,-5 1-11,2 0 34,-2 1-22,-1 1-12,-2-1 2,2 2 26,-3 0-29,0-2-19,0 2 18,0 0-3,0-1-9,-6 4-9,1-1 22,-4 1 0,-1 2 1,1 1 22,-5 0 28,1 3-51,-3 0-19,-1 1-4,-3 0-3,-2 6 13,2 1-9,-2 4-8,-1 1 14,1 2 14,2 0-1,2 2-23,2 1 6,3-1 4,3 1-3,1 0 16,5-1-10,-2 2-4,5 2 4,-1-2-6,2 1 3,0 2 3,6-2 9,1-1 8,3 1-21,3 0 11,2-1 6,3 0 36,0 0-12,2 0-22,3-1-4,-1 0 4,1-3-2,1 2 1,-1-2-1,-1 1 19,-1-2-6,-4 1-10,-2 2-3,-5-2-19,-1 2 17,-5-1 0,-4 2 2,0-1 2,-7 4 0,-9-1 14,-3 0-14,-1-1-2,-3-2-3,-1-4 1,-2-1 2,-3-6 16,3-4 0,-3-1 1,-1 0 2,-1-3-18,0-3 15,0-3 4,3-1 6,0-2 3,2-2-3,5-3 29,2-2-16,2-2 13,5-1-20,5-5-13,3 1-16,4-3-3,1 1-49,11 0-16,2 0-126,5 5-82,1 3-153,-6 7-40</inkml:trace>
          <inkml:trace contextRef="#ctx0" brushRef="#br0" timeOffset="997.1405">-2286-2378 225,'0'0'228,"0"0"-65,0 0-39,0 0-6,0 0 61,0 0-147,0 0 20,0 0 72,0 0-26,0 0 9,0 0 27,4-26-7,-4 26-30,0-1-16,0 1-19,-1 0-13,1 0-23,-3 0-24,3 0-2,0 0-1,0 0 0,0 0-1,0 0 2,0 0 2,0 0 0,0 0 1,0 0-1,0 0 11,0 0-12,0 0-1,0 0-1,0 0 0,0 0-1,0 0-11,0 0 10,0 0 2,0 0-2,0 0 0,0 0-13,0 0 3,0 0 0,0 0 0,0 0 0,-1 0 10,1 0-10,-2 0-3,2 0-4,0 0 1,0 0 2,0 0-15,0 0-10,0 0 9,0 0-6,0 0 13,0 0 13,-1 0 13,1 0-1,0 0-12,0 0-13,-3 0-16,2 5-14,-4 4 56,-1 1-3,0 3-16,1 2 19,-1-3-1,2 2 2,-2 1-1,3-1 0,-1-1 16,-1 2-16,0 0-13,0 2 11,1 4 1,0 2 1,-2 4 0,-1 4 1,-2 2 27,2 6-27,-2 2 0,1 1 18,1-3-19,1-2-27,1-3 27,1-4-16,1-6-7,2-2 23,-1-5 0,1-3 4,1-1-3,-3-4-1,3-1 19,0-2-19,0-2 1,0-1 10,0-1 15,0-1-6,0-1-1,0 0 11,0 0 12,0 0 3,0 0-12,0 0-7,0 0 6,0 0 20,0 0-6,0 0-14,0 0-9,0 0-23,0 0-32,0 0-33,0 0-33,0 2-42,0-1-117,0 1-114,0 2-36,0-1-187,0-15 594</inkml:trace>
          <inkml:trace contextRef="#ctx0" brushRef="#br0" timeOffset="1647.398">-1948-2188 117,'0'0'199,"0"0"-88,0 0 117,0 0-55,0 0-42,0 0-53,0 0-49,0 0 10,0 0 91,0 0-107,-77-11-22,68 12-1,-2 3-18,1 2 17,-2 4-12,1-1 9,-1 5-12,2-1 16,0 2-13,1 3 13,3 0-3,2 0 0,2 2-17,2-1 18,0-1-14,3 0 14,6 0-9,1-3 8,5 1-11,-1-4 14,6 1 0,-1-1 3,1-2-3,3-1 0,0-1 13,-2 0-10,0-3 23,1-2-7,-3 3 14,1-2 9,-6-1-19,-1 1 16,-1 0-16,-5 2-23,0-4-18,-3 3 18,-2 0 1,-2 2 18,0 2-3,-2 1 24,-8 2-27,0 3 0,-7 2-13,-3-1-4,-2 2 2,-2 1 2,-1-3-2,-1-2 1,-1 1 1,-1-2-1,3-2 1,0-2 0,3-1 0,1-3-13,2-1-7,5-2-9,2 0-10,2-2-153,6 0-43,-1-8-137</inkml:trace>
          <inkml:trace contextRef="#ctx0" brushRef="#br0" timeOffset="1866.6103">-2018-2163 684,'0'0'247,"0"0"-149,0 0 114,0 0-72,0 0-140,0 0-59,0 0 30,84-58 9,-47 44-2,4 0-11,3 3-3,0 4-26,-1 1-9,-12 4-89,10 2-261</inkml:trace>
          <inkml:trace contextRef="#ctx0" brushRef="#br0" timeOffset="-21088.1518">-2727-2670 300,'0'0'166,"0"0"-39,0 0 17,0 0 123,0 0-114,0 0-123,0 0 48,0 0 130,0 0-22,0 0-79,-29-53-68,28 51 23,1 0-14,0 1-48,0 1-6,0 0-82,0 3-16,4 4 10,2 5 68,2 5 26,3 3 19,-1 7 37,3 6-56,-3 6 22,4 5-5,-4 6-17,-1 7 19,2 3-19,-3 7-15,-3 4 15,1 2 2,-1 4 0,-1-2-4,2 2-51,-5 0 38,-1-4 15,1-2 42,-1-4-22,0-5-20,0-3 13,0-5-6,0-4-5,0-5-2,0-5 0,0-4-16,0-7 16,0-3-10,0-6 7,2-6-13,1-4 15,-2-4-55,2-3-80,0-3-56,0-3 29,0-2 0,5-18-218</inkml:trace>
          <inkml:trace contextRef="#ctx0" brushRef="#br0" timeOffset="-11494.2469">-2104-2182 72,'0'0'202,"0"0"-26,0 0-46,0 0-45,0 0 186,0 0-187,0 0-35,0 0-3,0 0 0,0 0-7,-38-17-23,34 17-3,0-1 16,-1 1-10,-2 0-19,0 0-17,1 0-2,-3 4 16,1 1 0,-1 1 0,-1 3-13,1 1 16,-2 3 0,1 0-1,0 0 0,0 1 1,1 0 1,2 3 2,2-2 13,-3 2-12,4 2-4,2 1-17,1-1 17,1 3 48,0 0-28,1 0-4,3-1-16,2 0 59,1 0-27,0-3-32,2-3-19,-1-1 19,1-2 9,0-2-8,0-2 11,1-3-12,-2-2-12,1-1 12,0-2 36,2 0 13,1-1-16,1-7 19,1-1 3,2-5-16,0-1-13,0-3-23,-3-1 26,1-1-9,-4-1-18,-1 3-2,0-1 0,-1 1 2,-4 0 18,1 0-4,-4 0-16,1-1 0,-2-2-10,0 1 9,0 2-20,-6-1 21,0 2 11,-2 0-11,-1 3 0,-1-1-2,-1 3 1,2 1-18,-3 2 17,2 2 0,3 2 0,0 2-20,1 1 19,0 2-23,-1 0-35,1 5-50,0 1-6,1 3-4,0 1 40,1 2-4,0-1-9,2 1-66,1-3-114,1-1-36</inkml:trace>
          <inkml:trace contextRef="#ctx0" brushRef="#br0" timeOffset="-12951.5433">-597-2647 173,'0'0'127,"0"0"49,0 0-101,0 0 62,0 0 26,0 0-72,0 0-42,0 0 29,0 0 17,0 0-20,0-68 3,0 63 13,0 1 3,0 0-12,0 1-24,0 2 20,0 1-22,-1 0-27,1 0-28,-2 0-1,2 0-29,0 0-20,0 0-62,0 4-64,0 4 110,0 3 65,0 4 2,3 5 24,-1 7 6,1 3 7,1 7-36,-1 4-3,-2 3 32,3 5-45,1 2 15,-1 2-4,1 2 4,0 0 40,2 0-38,-1 0 22,0 0-24,-2-1 24,1 3 17,-2-3-43,1 0 0,-3-1 36,2-3-36,1-2-13,-1-4 13,-1-3 16,2-3 1,-1-2-4,0-1 3,1-1-13,-4-4 13,4-3-16,-4 1 0,0-4 7,0-1-7,0-2 0,0 0 1,0-2 15,0-1-13,0-3 0,-4 0-2,3-4 14,-2-2-12,2-2-3,1-2-39,-2-3 29,2 0 10,0-2 17,-1 0-15,1 0 21,0 0 9,0 0 1,0 0 2,0 0 14,0 0 0,0 0-20,-2 0 3,2-4-8,-3-2-24,0-1-81,0-4-85,-2-2-100,-1 3-115,-4-10-271</inkml:trace>
          <inkml:trace contextRef="#ctx0" brushRef="#br0" timeOffset="-10406.0481">882-2333 254,'0'0'196,"0"0"-79,0 0 1,0 0 204,0 0-133,0 0-39,0 0-23,-85-55 16,70 48 10,-1 2-10,-1 1-42,0 3-71,0 1-30,-3 0-2,1 7-15,-3 8-15,2 3-4,0 3 14,-2 8-1,2 3 21,4 3-31,0 2 32,5 3-14,3 1 14,0-2-21,8 1 22,0-5-3,4-3-8,9-3 11,3-4 3,7-3 0,3-6 29,4-1-30,2-8 50,4 0-51,0-6 51,4-1-36,-1-2 7,-3-6 0,-1-5 3,0-3 13,-2 0 3,-4-4-10,-2 1-6,-3-2 13,-4 0 10,-2-1-4,-4 0-6,-2 0-10,-5-1-27,-4 1 0,-2 0-2,-1 0-19,-4 2 6,-8-2 13,-5 3-32,-5-4-30,-5 4-25,-5 0 2,-5 1-22,-2 4 13,0 1 32,2 4-29,3 4-39,3 2 4,3 3-37,7 0-26,6 2-156,1 8-226</inkml:trace>
          <inkml:trace contextRef="#ctx0" brushRef="#br0" timeOffset="-10102.0175">1351-2245 326,'0'0'251,"0"0"-6,0 0-108,0 0 42,0 0 39,0 0 10,0 0-56,0 0-29,0 0-107,0 0-36,0 0 0,5-25 22,24 20 8,2 1-30,5-1-4,2 2-28,0 1-4,-1 0-6,3 2 19,-2 0-9,1 0-111,-2 0-147,-11 0-52,13 0-186</inkml:trace>
          <inkml:trace contextRef="#ctx0" brushRef="#br0" timeOffset="-9626.8334">2127-2444 665,'0'0'730,"0"0"-476,0 0-7,0 0 12,0 0-103,0 0-56,0 0-26,0 0-67,0 0-7,0 0-39,0 0 39,45-23 12,-18 22-12,3-3 0,2 3 12,1-3-12,3 0-11,0 0 11,2-1 0,-2 0 0,-2 1-2,-2-1 2,-2 0 0,-4 1 13,-3-2-13,-4 3-1,-3-2 1,-5 2 3,-2 1-3,-2 0 0,-4 1 2,-2-1 16,-1 2-18,0 0-3,0 0-10,0 0 11,0 0-30,0 3-13,0 0 6,0 2 37,0 2 2,-3 4 22,2 3 39,0 3-60,-2 5 0,3 2 21,-1 5-9,1 3 16,0 5-29,-2 3 0,2 0 19,0 2 10,-3-1-17,2-1-11,-1-2 1,-1-3 0,0-6 0,3-4-2,0-2 0,0-5-16,0 0-3,0-5-27,3-2-2,-1-2-101,-1-3-172,-1 0-134,0-3-157</inkml:trace>
        </inkml:traceGroup>
        <inkml:traceGroup>
          <inkml:annotationXML>
            <emma:emma xmlns:emma="http://www.w3.org/2003/04/emma" version="1.0">
              <emma:interpretation id="{A9F9772F-EF34-4697-9E3F-1CD816C7B46D}" emma:medium="tactile" emma:mode="ink">
                <msink:context xmlns:msink="http://schemas.microsoft.com/ink/2010/main" type="inkWord" rotatedBoundingBox="15845,4745 16895,4821 16808,6020 15758,5943">
                  <msink:destinationLink direction="with" ref="{F18DB42E-A8AD-4009-9255-4DF13E4A824E}"/>
                </msink:context>
              </emma:interpretation>
              <emma:one-of disjunction-type="recognition" id="oneOf1">
                <emma:interpretation id="interp5" emma:lang="en-US" emma:confidence="0.5">
                  <emma:literal>in</emma:literal>
                </emma:interpretation>
                <emma:interpretation id="interp6" emma:lang="en-US" emma:confidence="0">
                  <emma:literal>T</emma:literal>
                </emma:interpretation>
                <emma:interpretation id="interp7" emma:lang="en-US" emma:confidence="0">
                  <emma:literal>M</emma:literal>
                </emma:interpretation>
                <emma:interpretation id="interp8" emma:lang="en-US" emma:confidence="0">
                  <emma:literal>F</emma:literal>
                </emma:interpretation>
                <emma:interpretation id="interp9" emma:lang="en-US" emma:confidence="0">
                  <emma:literal>^</emma:literal>
                </emma:interpretation>
              </emma:one-of>
            </emma:emma>
          </inkml:annotationXML>
          <inkml:trace contextRef="#ctx0" brushRef="#br0" timeOffset="-45104.6462">8674-1505 271,'0'0'1038,"0"0"-930,0 0-33,0 0 74,0 0 43,0 0-36,0 0-72,0 0-42,0 0-38,0 0-4,0 0-59,-16-9-15,10 11-24,-6 6 40,-3 4-1,-6 3 30,-7 6 3,-4 3-3,-4 3 29,-3 1 12,-4 1 40,4-2 26,0-3 45,5-3-29,3-3-10,1-5-25,4-2-11,6-2 4,3 0-7,4-3-9,6-4-13,4-1 6,1-1 35,2 0-64,0 0-3,0 0-32,0 0-11,6 0-15,4 0 35,5-3 26,2-6 26,8 1-3,0-3-21,3 0 0,0-2 11,1 0-12,4-1 0,1-3 1,2 2-1,1-3 3,-1-1-1,4 0-1,0 0 11,-4 1-10,0 0-3,-2 1 0,-3 2-2,-3 1 0,-5 2-14,-1 2 12,-6 2 3,-2 0-1,-4 4-14,-2 1 14,-2 0-1,0 2-27,-3 1-8,0 0-21,-1 0-31,1 0-21,1 1-12,0 3 39,3 4 35,1 3 20,0 3 29,1 4-13,2 3 13,-2 3 74,1 2-44,2 3-4,-2 0 35,0 1-32,1-2-27,0 0 17,-3 2 10,4-2 7,-2-1-36,-1 0-11,2-1 9,-2 0 1,-1-2-38,-1-1-117,-2-5-345,-5 6-229</inkml:trace>
          <inkml:trace contextRef="#ctx0" brushRef="#br0" timeOffset="-46080.488">8765-1233 650,'0'0'560,"0"0"-283,0 0-140,0 0-1,0 0 66,0 0 38,0 0-10,0 0-59,0 0-26,0 0-13,-35-37-78,35 37-53,0 0-1,-1 0-29,1 0-6,-2 0 0,0 1-4,-1 5-22,-5 1 22,-6 9 39,-2 4 4,-8 9-2,-5 7-2,-4 5 1,-5 5 47,-3 6 0,-3 6-44,-3 4 47,-1-2-32,-2 3-19,3-4 0,-1-2 1,6-7 34,0-3-22,7-9-12,7-4-1,3-9 0,6-3-3,2-7-13,7-2 14,1-3-17,2-4-16,4-1-27,0-3-95,3 0-11,0-1-107,-1-1-89,0 0 13,1 0-23,-5-4-272</inkml:trace>
        </inkml:traceGroup>
      </inkml:traceGroup>
    </inkml:traceGroup>
    <inkml:traceGroup>
      <inkml:annotationXML>
        <emma:emma xmlns:emma="http://www.w3.org/2003/04/emma" version="1.0">
          <emma:interpretation id="{46B1CA5E-8AB2-4A74-9C13-28C4DD6ED301}" emma:medium="tactile" emma:mode="ink">
            <msink:context xmlns:msink="http://schemas.microsoft.com/ink/2010/main" type="paragraph" rotatedBoundingBox="3373,6602 22932,5826 23024,8159 3465,8935" alignmentLevel="1"/>
          </emma:interpretation>
        </emma:emma>
      </inkml:annotationXML>
      <inkml:traceGroup>
        <inkml:annotationXML>
          <emma:emma xmlns:emma="http://www.w3.org/2003/04/emma" version="1.0">
            <emma:interpretation id="{57C4C049-0AA4-4060-8F55-B9FD6BCB4A9D}" emma:medium="tactile" emma:mode="ink">
              <msink:context xmlns:msink="http://schemas.microsoft.com/ink/2010/main" type="inkBullet" rotatedBoundingBox="3394,7130 8057,6945 8129,8750 3465,8935"/>
            </emma:interpretation>
            <emma:one-of disjunction-type="recognition" id="oneOf2">
              <emma:interpretation id="interp10" emma:lang="en-US" emma:confidence="0">
                <emma:literal>↳</emma:literal>
              </emma:interpretation>
            </emma:one-of>
          </emma:emma>
        </inkml:annotationXML>
        <inkml:trace contextRef="#ctx0" brushRef="#br0" timeOffset="-87946.0097">-4306 2585 130,'0'0'1551,"0"0"-1356,0 0-195,0 0-133,0 0-43,0 0 128,0 0 48,0 0 143,0 0 26,103 12 9,-66-12 4,7 0-65,5-4-24,6-1 17,4-4-32,4 0-52,5-3-4,-3 2 27,4-1-11,0-1-35,-4 0 7,2 1-7,-4-1-6,-3 0-3,-2 2-75,-5 2 81,-8-1 13,-2 2-13,-8 0-24,-5 2 24,-3 1 2,-8-1-2,-2 1 0,-3 2 25,-3-2 4,-4 3-29,-2-2 2,-3 2 22,0 1 11,-1-2-19,2 1 10,0-2 29,1 1-4,1-2-31,-2-1-4,1-2 25,0 1-9,1-2-12,-1-3-20,0-1 19,3-2 13,-1-3-19,0-2 0,-2-2 12,2 1-12,0-3-13,-3-2 0,-2 1 54,-1-6-51,0-1-3,1-5-37,-1-4 35,0-4 1,0 1-21,0-4 21,0 0 1,0-1 40,0 0-40,-1 1-12,0-2 12,-2 1 83,-1 3-83,-1-1 0,1 1 21,1 1-21,-1 3-4,-1 2 4,-1 2 4,1 2 31,1 3 41,-1 1-76,2 2 32,-1 0-13,2 0-19,1 3-4,0-1 4,-1 3 51,2 4 18,0 2-65,0 2 15,0 4 2,0 3-21,0 0-17,0 3 17,0 3 40,0-2-40,0 3 0,0 1 54,0 0-51,0 1-3,0 0-51,2 0 7,3 0 23,6 0 20,4-2 2,4 1-1,6-2 2,2 2 14,3 0 0,2 1-4,7-1 14,4 0-7,3-1 6,6 0-23,3-1 0,2 0 1,1 1 0,3-1 1,-1 1-4,1-2 1,-1 1-1,4-2 0,-1 0 0,2-1 0,0-2-1,-2 2-12,-1-4 12,0 4-12,-3-1 12,0 1-21,-2 1 22,0-2 0,-2 1-25,3 0 24,-2-1 0,-2 2-2,0 0-19,-2 0 3,-2-1 7,-2 3 12,-1-1-2,-2-1-2,1-1 4,-3 3-1,3-2 0,-2-1-11,-1 0 11,0 1-15,-3-2-7,0 1-5,-2 1-55,-3-2 64,-2 2 6,-3-1 10,-1 0 2,-2 0 1,-5 1-3,0 0 2,-1 0 1,-2 0 25,0-2-6,-2 1-18,-1 1 15,-3-1-14,-2 1-2,-2 1-1,-2 2 1,0 1-2,-4 1-20,0-1-3,0-1 9,0 2-7,1 0-15,-1 0-3,3 0 40,4 0-2,-1 0-19,5 0 21,2 0 1,4 0 26,3 0-11,5 0-15,1 0 4,2-1-4,1 1-1,0-2-35,1 1 36,-1-2 15,-2 2-15,-3 0 3,-2-2 19,-1 1 7,-5 1-26,2-3 10,-1 0 15,-2-1-2,-1 0-14,-2-1-11,-1 2 25,-4 2-4,-3-2-22,0 3-1,-2-3 0,-2 3-12,-2 1-31,1 0-122,-2 0-68,0 0-107,0 0-261,-2 2-404,-7 2 194</inkml:trace>
      </inkml:traceGroup>
      <inkml:traceGroup>
        <inkml:annotationXML>
          <emma:emma xmlns:emma="http://www.w3.org/2003/04/emma" version="1.0">
            <emma:interpretation id="{A630DFCA-7A96-4FAD-BC49-39FAB02FF138}" emma:medium="tactile" emma:mode="ink">
              <msink:context xmlns:msink="http://schemas.microsoft.com/ink/2010/main" type="line" rotatedBoundingBox="7712,6430 22932,5826 22997,7471 7777,8074"/>
            </emma:interpretation>
          </emma:emma>
        </inkml:annotationXML>
        <inkml:traceGroup>
          <inkml:annotationXML>
            <emma:emma xmlns:emma="http://www.w3.org/2003/04/emma" version="1.0">
              <emma:interpretation id="{AE72DBBC-BEAE-4CCF-A647-854734ACE4D7}" emma:medium="tactile" emma:mode="ink">
                <msink:context xmlns:msink="http://schemas.microsoft.com/ink/2010/main" type="inkWord" rotatedBoundingBox="7712,6430 10408,6323 10473,7968 7777,8074">
                  <msink:destinationLink direction="with" ref="{7380FC0C-2384-40E1-AE0C-64D39E53B7AE}"/>
                </msink:context>
              </emma:interpretation>
              <emma:one-of disjunction-type="recognition" id="oneOf3">
                <emma:interpretation id="interp11" emma:lang="en-US" emma:confidence="0.5">
                  <emma:literal>SXS';</emma:literal>
                </emma:interpretation>
                <emma:interpretation id="interp12" emma:lang="en-US" emma:confidence="0">
                  <emma:literal>1/15×8]</emma:literal>
                </emma:interpretation>
                <emma:interpretation id="interp13" emma:lang="en-US" emma:confidence="0">
                  <emma:literal>1/15×5]</emma:literal>
                </emma:interpretation>
                <emma:interpretation id="interp14" emma:lang="en-US" emma:confidence="0">
                  <emma:literal>1115×8]</emma:literal>
                </emma:interpretation>
                <emma:interpretation id="interp15" emma:lang="en-US" emma:confidence="0">
                  <emma:literal>1/189×8]</emma:literal>
                </emma:interpretation>
              </emma:one-of>
            </emma:emma>
          </inkml:annotationXML>
          <inkml:trace contextRef="#ctx0" brushRef="#br0" timeOffset="-108552.2424">1458 853 787,'0'0'972,"0"0"-800,0 0-16,0 0 48,0 0-19,0 0 8,0 0-38,0 0-99,0 0-56,0 0-23,0 0 22,22-36 2,-8 24-1,1 1 26,-2-2 12,2-2-38,-2 2-9,2 0 9,-1 0 32,-2-3-21,1 3-9,-3-1 31,-3 0-7,2 1 2,-4 1-24,-2 1 34,-3 2 4,0-1-26,0 2 0,-1-2 25,-6 1-28,-5-2-13,-2 4-38,-3-3-20,-5 4 20,0 5-14,-4 1-28,-1 0 3,-2 3 29,2 7-7,0 1 17,3 2-4,1 0 26,6 3-17,5-4-28,2 2-17,5 3 17,5-1 9,0-1-38,7 2 48,4 0 9,8-2 33,1 2 18,5 0-16,1-3 18,2 0 16,0-1-33,1 0 39,-1-2 46,-4-1-88,-3 1 0,-2-1-62,-6 2-16,-4-1 36,-5 2-3,-4 0 45,0 1 28,-12 3 53,-4 1-26,-4 0-26,-6-1-26,1-5 33,-3 0-7,3-4 13,2-2 10,-1-2 19,5-2-10,6-2 10,2 0 19,2 0 9,3-4 7,5-4 0,1-4-49,0-2-57,4-4-60,8-1 12,4-4-20,4 2-12,4-1 3,2 4-10,3 0 7,3 2-43,-2 4-113,-1 0-195,-5 4-297,4-4-329</inkml:trace>
          <inkml:trace contextRef="#ctx0" brushRef="#br0" timeOffset="-108315.3685">1762 662 1516,'0'0'546,"0"0"-384,0 0 0,0 0 55,0 0-56,0 0-39,0 0-122,0 0-154,0 0 121,0 0 14,47 35 19,-24-21-48,1 4 32,3 4 16,-2 1 0,0 3-65,-1 2 4,-1 0 9,-3 5 7,-4-2 22,0-2-29,-2-3-194,-2-4-231,-2-8-61,3-4 53</inkml:trace>
          <inkml:trace contextRef="#ctx0" brushRef="#br0" timeOffset="-108076.3651">2046 635 1273,'0'0'1061,"0"0"-892,0 0-37,0 0 58,0 0-74,0 0-116,0 0-56,0 0-47,0 0-16,0 0 61,0 0 56,-63 67-37,50-39 36,-3 6-10,0 2-13,0 1 23,-2 3 3,0-2-62,0 0 59,3-3 3,2-4-55,3-7-42,4-2-81,3-8-33,3-3-173,0-6-133,6-5-63</inkml:trace>
          <inkml:trace contextRef="#ctx0" brushRef="#br0" timeOffset="-107512.4927">2215 776 957,'0'0'1325,"0"0"-1232,0 0-89,0 0 38,0 0-42,0 0 0,0 0-42,0 0-26,0 0 68,0 0 16,25 0 62,-14-2 38,-1-2-35,0-1-4,3-1 10,-1-2 3,0-2-29,-1 1-3,0-1-4,-1-2 20,0 0 0,-4-1-14,1 0 7,2-2-12,-3 2 30,-3 0-5,-1 1-7,1-3-32,-3 2-19,0 2-19,0-1 10,-5 2-13,-3 0 0,-4 2-16,-2 3-22,0 0-25,-2 3-1,-1 2-28,2 2-10,1 5 22,-2 5 26,2 1 9,2 1 1,2 0 8,2-1-5,2 3-11,1 0-9,4 2-3,1 2 25,3 0-12,6 2 51,3 1-23,5-2 14,1 1 9,2-3 19,1-1 5,-1 0-24,1-1-3,-2-3 3,0 0 13,-2-1-10,-1 0-3,-4-1-19,-3-3 0,-4 3-9,-4 0 28,-1-1 26,-3 1 35,-9 0 16,-2 0-16,-6-1-16,1-4 3,-1-1-9,0-2 6,1-3 22,2-1 19,3-3-9,-1-3-11,5-3-2,1-3 25,1-3-16,4-3-45,2-4-28,2-5-25,2-4-38,10-3-39,7 1-32,6-2-28,7 3-53,5 3-101,8 0-159,-9 10-110,20-7-124</inkml:trace>
          <inkml:trace contextRef="#ctx0" brushRef="#br0" timeOffset="-109917.5032">383 163 1319,'0'0'351,"0"0"-321,0 0-27,0 0 62,0 0 39,0 0-65,0 0-39,0 0-104,0 0 52,0 0 52,0 0 30,88-30 26,-52 31-8,6 3-32,3 0 20,2 1-10,4 0-23,0-1 40,4 2-1,2-5 29,2 1-19,3-2-16,1 0-20,4 0 10,3-2 6,-1-5-6,2 1-26,-1-3 3,1-1 26,-3-1-16,-2 0-9,0-1-3,-4 0-1,-3 2-3,-4 1 1,-2-1 0,-5 2-1,-1 2-33,-3-1 20,-3 2 3,-5 0 11,-1 0-11,0 1 13,-2 0 10,-1 2-10,-1-1-46,1 2 46,0 0 7,-2 1-7,0 0-32,-1 0 7,0 0 25,-2 0 3,-2 0-3,-2 0-39,-4 1 26,-1 1 11,-3 0 2,0 0-2,-4-1-19,-3 1 21,1-1 0,-3 0-13,-4 1 11,1-2 1,0 1-38,-3 2-10,3-2 30,-3 0 6,0 3 1,2-2 12,-2 4 13,0-1 26,0 4-16,0 2-21,0 5 27,0 1 7,0 2-36,-2 1 0,-1 5 33,0 1-33,-1 1-19,1 3 19,0 4 3,0 2 4,0 1-7,2 5-26,-2-2 26,3 1 0,0 3-13,0-2 12,0 1-1,0-1 1,3 0-8,0 0 6,1 0-19,-1 1 21,0-1-21,1 2 22,-2-1 1,-1 0-1,2-3-10,-3-3-51,2-1 61,-2-2 21,0-3-21,0-2 0,0 0 35,-2-5-35,-2 1 0,-2-5 0,0-2 22,0-1 23,-3 0-43,0-5 27,-3 1 7,-2-1 19,-4 1-29,-5-2-7,-5 2 17,-6-1-7,-5-1-13,-8-1 1,-3-2 28,-9-1 20,-5-1-53,-8 1-9,-10 1 10,-5 0 16,-9 2-10,-3 0-19,-7 0 13,-2 1 26,-3-2-23,-3 1-16,-1 0 32,4-1 4,0 1-20,7 1-16,5-1 35,8 0 33,7-2-10,5 1-7,6-1-3,6-2-21,8-1-27,6-1 0,8-3 35,4-1-22,6 0-13,8-4 0,2-1 0,3-1 19,5-2-19,1 2-22,2-2 19,2 0 3,3 2-55,1-1-9,2 2 41,2 2-12,0-1-65,2 2-19,1-1-26,1 3-82,0-1-139,0 1-246,8-1-75</inkml:trace>
          <inkml:trace contextRef="#ctx0" brushRef="#br0" timeOffset="-29430.6964">125 1245 20,'0'0'0,"0"0"-19,0 0 19,0 0 25,0 0 66,0 0-19,0 0 3,0 0-6,0 0-24,-1-1-22,1 1-21,0 0 24,0-1 4,0 1-17,-2-2-10,2 2 10,-1 0-13,1 0-1,-3 0-12,2 0-7,-1 0-9,1 0-26,-1 0-14,-1 0 23,2 0 31,-2 0 15,0 0 13,2 0-11,-2 0 11,1 0 1,-1 0 15,2 0 7,-2-1 6,3 1-3,-4 0 13,4-1 4,0 1 3,0 0-27,0 0-16,0 0 1,0 0 12,0 0 13,0 0 1,0 0-7,-1 0 0,1 0-17,0 0-6,0-1-11,0 1-2,0 0 0,0 0-16,0 0 3,0 0 0,0 1 13,0 1 0,0 2 3,0 3 0,-2-2 14,2 1-15,-1 2 0,-1 2 14,-1 1-13,0 3 13,0 1 0,-1 2-13,3 4 14,-2-1-15,0 2 0,0 1 0,2-1-2,1 2-1,0 1 0,0 0 1,0-3 1,0 1-1,0-1 0,1-4 0,3 0 0,-2-4 2,-1 0-1,1 0 1,-1-4-1,-1 0-1,0-3 0,0-1 0,0-1 0,1 1-1,-1 0 1,0-2 0,0 0 0,2 0-3,-1 0-10,-1-2-10,2-1-25,-1 2-57,2-1-54,-3-2-83,5 2-48</inkml:trace>
          <inkml:trace contextRef="#ctx0" brushRef="#br0" timeOffset="-110918.1965">356 390 16,'0'0'66,"0"0"35,0 0-26,0 0 58,0 0-67,0 0 15,0 0-35,-26-71-10,25 63-4,-2 0 11,0 0 100,0 1 39,1-4-107,-2 3-22,1-2-11,0 0 85,0 2 88,-1 1-56,1-3 10,3 4-39,-3 0-7,2 2-22,-1 1 25,1 2 6,-1 1 27,1 0-50,0 0-83,1 2-26,-2 2-77,2 2-68,0 1 35,0 6 110,3 5 27,3 6-25,0 6 0,-1 6 11,0 5 3,-3 7-16,1 2-2,-3 5-23,0 2 25,0 3 0,-4-1-39,-3 1 39,-3 1 1,-2-1-1,-2 0-32,1-3 29,-3 0-10,0-6-32,1-2 6,1-3 13,-1-8 13,3-3-23,2-6-9,0-4-13,6-6-56,-1-3 46,4-8-30,-1-2-25,2-5-219,0-1-29,3-1 94,6-17-72</inkml:trace>
          <inkml:trace contextRef="#ctx0" brushRef="#br0" timeOffset="-109525.3265">872 526 620,'0'0'602,"0"0"-452,0 0-75,0 0 127,0 0 67,0 0-9,0 0-53,0 0-58,0 0-46,0 0-103,0 0-19,-8-57-88,8 58-74,0 10 52,0 3 129,3 9 19,2 6 30,-2 5-46,0 6-2,-2 5 27,-1 4-27,0 0-2,0 1-14,-1-1-24,-4-4 16,2-2-15,2-6-5,-1-4 4,-1-5-38,3-1-8,-1-7-168,-1-2-180,1-6-62,1-7-232</inkml:trace>
        </inkml:traceGroup>
        <inkml:traceGroup>
          <inkml:annotationXML>
            <emma:emma xmlns:emma="http://www.w3.org/2003/04/emma" version="1.0">
              <emma:interpretation id="{514921C8-823E-4D3D-94C3-5E6EC675C768}" emma:medium="tactile" emma:mode="ink">
                <msink:context xmlns:msink="http://schemas.microsoft.com/ink/2010/main" type="inkWord" rotatedBoundingBox="11828,6286 14373,6185 14427,7534 11882,7635">
                  <msink:destinationLink direction="to" ref="{FB5D7DAE-77D1-493C-91D0-1C0814A7A370}"/>
                </msink:context>
              </emma:interpretation>
              <emma:one-of disjunction-type="recognition" id="oneOf4">
                <emma:interpretation id="interp16" emma:lang="en-US" emma:confidence="0.5">
                  <emma:literal>1820s</emma:literal>
                </emma:interpretation>
                <emma:interpretation id="interp17" emma:lang="en-US" emma:confidence="0">
                  <emma:literal>1850s</emma:literal>
                </emma:interpretation>
                <emma:interpretation id="interp18" emma:lang="en-US" emma:confidence="0">
                  <emma:literal>1830s</emma:literal>
                </emma:interpretation>
                <emma:interpretation id="interp19" emma:lang="en-US" emma:confidence="0">
                  <emma:literal>1890s</emma:literal>
                </emma:interpretation>
                <emma:interpretation id="interp20" emma:lang="en-US" emma:confidence="0">
                  <emma:literal>1860s</emma:literal>
                </emma:interpretation>
              </emma:one-of>
            </emma:emma>
          </inkml:annotationXML>
          <inkml:trace contextRef="#ctx0" brushRef="#br0" timeOffset="-105474.7877">4199 26 1896,'0'0'460,"0"0"-398,0 0-62,0 0 42,0 0-42,0 0-78,0 0-16,0 0 94,0 0 11,88-20 21,-44 19 4,6-2-30,5 2 7,4-1-9,5-2 54,6-1-26,3 0-32,4-1-16,1-1 16,4 0 3,0 0-3,0 1-29,2-1 0,-2 1 27,-3 1-44,0-2 21,-4 2 2,1-1 0,-5 0 1,-2 0 22,0 1-12,-7 0 11,-4 1 0,-4-1-16,-6 1 14,-3 2 1,-5-1 2,-4 0 2,-4 3 11,-5-1 16,1 1 0,-5 0-6,0 0-23,1 0 13,-1 0-15,2 0 2,0 1 0,-1 2 13,2 1-13,-2-2 0,-3 2 0,-1-2-13,-4 2 11,0 2-34,-5-1 34,2 0 1,-4 0 0,0 2 0,-1 0 0,-2 2 1,1 2 19,-3 0-5,2 2-12,-1 1-1,0 2-1,1 2-18,-2 2 17,1 3-2,-1 5 2,-1 2 1,-2 4 1,2 3 0,-3 3 34,0 5-23,0 3-12,0 1-3,-3 4-20,1 1-22,-3 1 26,2 1 19,0 2-2,-3-2 2,2-1-3,-3-1 3,1-1 17,0-3-17,-1-4 0,1-4-3,-1-4-13,2-4 16,0-3-15,1-6 15,-1-3 16,1-4-13,1-4 0,-1-3 16,3-5 17,-1-2-11,-1-3 37,0-1 67,-2 0 20,-6 0-66,-6-5-60,-9-3-23,-7-1-36,-9 0-5,-11-1-17,-10 4 54,-10-1-25,-9 2-35,-8 4 12,-6 1 52,-5 0 16,-3 0-15,0 0 34,-3 5 13,5 0-6,-1-1 13,1 2 6,4-1-9,2 2-14,5-1-38,4 1-16,6-2-10,5-1 7,7-3 3,4-1-19,7 0 33,5-1 2,5-4-2,4-3-52,5-1-30,4 0 19,2 0-25,4 1-101,5 2-95,3-1 118,4 2-24,3 0-78,5 3-33,2-2-75</inkml:trace>
          <inkml:trace contextRef="#ctx0" brushRef="#br0" timeOffset="-106322.7627">4157 75 463,'0'0'205,"0"0"-117,0 0 294,0 0-89,0 0-85,0 0 7,0 0 41,0 0-23,0 0-58,0 0-14,0 0-35,-6-26-94,6 26-32,0 0-32,0 0-55,0 3-94,0 5-81,3 6 249,3 8 13,0 9 35,-1 9 62,-1 6-3,-3 7-49,-1 6-44,0 6-1,-3 0 0,-1 3 0,0 0-26,-2 2-16,-2-3 40,0-3-53,2-3 52,-1-6-43,1-2 44,1-7-17,0-4 17,2-7-50,2-5 13,1-7-87,0-6-72,0-7 19,0-5-97,3-2-79,-2-3 52,5-10-53</inkml:trace>
          <inkml:trace contextRef="#ctx0" brushRef="#br0" timeOffset="-105174.3471">4650 438 1418,'0'0'763,"0"0"-565,0 0-146,0 0 41,0 0 1,0 0-94,0 0-62,0 0-122,0 0-59,0 0 84,0 0 146,-10 39 13,15-10 23,-1 6-3,-3 2-14,-1 5-6,0 0 0,-3 1-3,-5 2-13,2-3-10,0-2 0,0-4-17,4-6-148,0-5-122,1-9-116,1-4-116</inkml:trace>
          <inkml:trace contextRef="#ctx0" brushRef="#br0" timeOffset="-104797.1768">4813 517 1542,'0'0'1014,"0"0"-907,0 0-68,0 0 12,0 0 42,0 0-9,0 0-29,0 0-7,81-59-21,-59 54-27,1 4-35,-2 1-26,-2 4-13,-2 4 13,-4 5 3,0 4 20,-6 2 38,-5 4 10,-2 1-7,-7 6-6,-11-1-13,-1-1 0,-6-1 16,-1-3 13,-2-2 19,1-2-3,0-7-9,2 0 21,6-2-5,1-4-14,5-1-6,5-1 10,1-4-10,4 1-16,3-1-16,0-1-22,0 0-36,5 1-39,6-1 113,4 1 13,6-1 25,5 0-18,7 0-17,2 0-3,4 0-24,2-1-17,4-4-1,-3-2-84,4 0-162,-4-4-111,-10 5-160,12-11-34</inkml:trace>
          <inkml:trace contextRef="#ctx0" brushRef="#br0" timeOffset="-104220.4719">5375 598 721,'0'0'306,"0"0"42,0 0-71,0 0 19,0 0-1,0 0-33,0 0-49,0 0-20,0 0-84,0 0-73,0 0-34,-4-25-2,17 15 26,3-1-7,-2-4-3,4 1 13,-3-1-4,1 1-23,0-2 14,-3 1 15,0-2 17,1 2-28,-3-1 8,-3 0 39,1 1 19,-3 0-51,-2-1-13,-3 1 7,-1 1-4,0-2-25,-4 3-22,-6 1 0,-4 0 3,-1 1-32,-4 5-22,-2 4 25,-1 2-9,-2 0-23,-2 5 3,1 4 35,-3 3 14,0 5-27,3 0 23,-3 2 31,3 3-18,4-1-36,5 2 4,1-1 12,8 0 13,4 0-45,3 0 17,2-2 43,9 2 9,6-1-15,3-3 4,5 0 13,3 0 21,3-4-18,1 1-3,1-2 20,-1 0-20,-3 0 0,-2-2-26,-4 1 10,-4 0 14,-5-1-63,-4 1 13,0-2 51,-7-1 1,-3-1 4,0 0 12,-1-2 39,-8-1 45,-4 1-36,-1-2-45,-5 0 1,0 0-19,0-1-1,1-3 0,0 0 45,0 0 13,1-1-20,2-5 17,3 0 15,0-3 1,4 0-26,3-4-1,0 0 20,5-2-32,0-3-32,3 1-48,7 1-12,6-1-14,4 1-73,3 3-4,6 0 25,1 2-64,4 0-173,-9 4-231,9-4-116</inkml:trace>
          <inkml:trace contextRef="#ctx0" brushRef="#br0" timeOffset="-103970.721">5698 434 437,'0'0'1451,"0"0"-1178,0 0-205,0 0 22,0 0 30,0 0-20,0 0-100,0 0 16,0 0 36,0 0 9,0 0-61,75 74-10,-50-50-7,-1 2-2,-4 0-13,2 3 12,-4 1-2,-3 0 9,-1-1-10,-1-2-22,-4-3 29,1-1-23,-3-5-68,-1-4-158,-1-4-102,-1-4-210,0-4-143</inkml:trace>
          <inkml:trace contextRef="#ctx0" brushRef="#br0" timeOffset="-103752.7211">6017 403 1676,'0'0'688,"0"0"-521,0 0-167,0 0-33,0 0-2,0 0 19,0 0 12,0 0-28,0 0 32,-62 84-3,47-54-10,-4 1-27,-1 5 38,-4 0 1,1 1-41,0-1 19,0-2 20,4-6-88,3-5-74,4-5-82,3-5-173,6-4-127</inkml:trace>
          <inkml:trace contextRef="#ctx0" brushRef="#br0" timeOffset="-103080.269">6246 548 2055,'0'0'553,"0"0"-553,0 0-77,0 0-20,0 0 83,0 0 14,0 0 13,0 0 113,0 0 3,0 0 3,59 10-52,-40-10-22,-5-3 35,3 0 3,-4-2-26,2-2-16,-2-1 26,-2 0 12,-1 1-41,-1-5-9,2 1 11,-2-1 11,1-2-42,-1-2-10,-1-1 39,-2 2-1,0-2-31,-3 1-16,1-2 23,-4 0-26,0 1-16,0 0-7,-5 3 23,-1 1 0,-2 4-10,0 3-40,-4 1 6,1 1-13,-3 4-57,0 0-17,-4 5 46,-1 5 24,-3 2-9,1 2 9,0 4 59,-2 0 1,3 2-47,4 1-1,-1 1 30,3 1-10,2 0-12,4 1 15,3-1 25,4-4-31,1 0 12,0-1 17,7-1 3,3-1-2,4-2 2,-2-1 0,4-1 26,0 0 35,1-2-35,-1 1-25,1-4 27,-1 1 27,1 0-45,0-1-10,-2 0-3,-2 1 3,0-1-54,-3 4 9,-3-1 32,2 2-3,-6 2-16,-2-1 32,-1 3 7,-3-2 60,-3 1-41,-5-1-10,-1-3 28,0-2 11,-3-1-20,-3-1-6,-4-1 16,-3-2-10,-1-2-35,-2 0-39,-1-2 30,1 0 9,1-7 22,7 0-3,1-5 17,7-1 21,3-2-3,4-5-29,5-3-2,2-1-23,10-6-48,4-1-6,4 0-48,6 1-4,3 1-35,3 2-23,2 2-58,3 4-49,-1 2-109,-8 4-114,9-3-196</inkml:trace>
        </inkml:traceGroup>
        <inkml:traceGroup>
          <inkml:annotationXML>
            <emma:emma xmlns:emma="http://www.w3.org/2003/04/emma" version="1.0">
              <emma:interpretation id="{2B5E7A26-7742-4EE3-B186-3B7C3D4EDCD3}" emma:medium="tactile" emma:mode="ink">
                <msink:context xmlns:msink="http://schemas.microsoft.com/ink/2010/main" type="inkWord" rotatedBoundingBox="15381,6920 17596,6976 17595,6994 15380,6939"/>
              </emma:interpretation>
              <emma:one-of disjunction-type="recognition" id="oneOf5">
                <emma:interpretation id="interp21" emma:lang="en-US" emma:confidence="0.5">
                  <emma:literal>--</emma:literal>
                </emma:interpretation>
                <emma:interpretation id="interp22" emma:lang="en-US" emma:confidence="0">
                  <emma:literal>-</emma:literal>
                </emma:interpretation>
                <emma:interpretation id="interp23" emma:lang="en-US" emma:confidence="0">
                  <emma:literal>..</emma:literal>
                </emma:interpretation>
                <emma:interpretation id="interp24" emma:lang="en-US" emma:confidence="0">
                  <emma:literal>-a</emma:literal>
                </emma:interpretation>
                <emma:interpretation id="interp25" emma:lang="en-US" emma:confidence="0">
                  <emma:literal>.</emma:literal>
                </emma:interpretation>
              </emma:one-of>
            </emma:emma>
          </inkml:annotationXML>
          <inkml:trace contextRef="#ctx0" brushRef="#br0" timeOffset="-101224.0221">7610 608 1011,'0'0'768,"0"0"-484,0 0-284,0 0-52,0 0 7,0 0 3,0 0 19,0 0 0,99-14-16,-58 14-13,5 1-19,8 5-33,-12-3-261,28 2-189</inkml:trace>
          <inkml:trace contextRef="#ctx0" brushRef="#br0" timeOffset="-101027.4414">9254 645 1132,'0'0'1289,"0"0"-1234,0 0-55,0 0-65,0 0 51,0 0 14,0 0 32,87 0-9,-61 0-4,6 0-19,7 0-9,8 0-24,8 0-25,11 0-55,4 0-228,-14 0-231,37 0-200</inkml:trace>
        </inkml:traceGroup>
        <inkml:traceGroup>
          <inkml:annotationXML>
            <emma:emma xmlns:emma="http://www.w3.org/2003/04/emma" version="1.0">
              <emma:interpretation id="{377BB008-E466-434B-969E-F979D78D47E6}" emma:medium="tactile" emma:mode="ink">
                <msink:context xmlns:msink="http://schemas.microsoft.com/ink/2010/main" type="inkWord" rotatedBoundingBox="20261,6217 22943,6111 22994,7392 20312,7498">
                  <msink:destinationLink direction="with" ref="{F18DB42E-A8AD-4009-9255-4DF13E4A824E}"/>
                </msink:context>
              </emma:interpretation>
              <emma:one-of disjunction-type="recognition" id="oneOf6">
                <emma:interpretation id="interp26" emma:lang="en-US" emma:confidence="0.5">
                  <emma:literal>-1128 s.</emma:literal>
                </emma:interpretation>
                <emma:interpretation id="interp27" emma:lang="en-US" emma:confidence="0">
                  <emma:literal>•1128 s.</emma:literal>
                </emma:interpretation>
                <emma:interpretation id="interp28" emma:lang="en-US" emma:confidence="0">
                  <emma:literal>-11285.</emma:literal>
                </emma:interpretation>
                <emma:interpretation id="interp29" emma:lang="en-US" emma:confidence="0">
                  <emma:literal>-11282.</emma:literal>
                </emma:interpretation>
                <emma:interpretation id="interp30" emma:lang="en-US" emma:confidence="0">
                  <emma:literal>•11285.</emma:literal>
                </emma:interpretation>
              </emma:one-of>
            </emma:emma>
          </inkml:annotationXML>
          <inkml:trace contextRef="#ctx0" brushRef="#br0" timeOffset="-99362.2047">12829-8 2606,'0'0'271,"0"0"-271,0 0-50,0 0 21,0 0 26,0 0-16,0 0 6,97-52 13,-56 46 0,6-1 19,4 2 13,5 1 10,6 1 10,3-3-24,5 2-24,3-1 18,6 2-9,5-3-13,1 0-23,2-2 23,3 0-3,0 1-13,0-3-3,-2 3 19,0-1-1,-5 1-1,-2-1-11,-1 1 13,-7 2-2,-3 1-27,-9 0-7,-4 3 20,-9 0 16,-6 1-16,-8-2 16,-9 1 18,-3 0 15,-6 1-17,-2 0-3,-1 0 16,-1 0 9,-2 0-22,-1 0 0,-1 0 16,4 0-19,-2 0-13,3 1-13,-3 6 13,1-1-3,2 4-3,-1 2 6,0 2 3,2 3-3,-3 2-10,2 3 4,-1 3 6,-2 4 0,0 2-11,-3 5 11,-1 5 16,-2 2 3,-1 2-19,-1 2-16,-2 4 16,0-1 0,-2 3-28,-1 0 25,-1-3 3,0 1 8,-1-1-8,2-2-36,0-4 36,1-2-48,-2-1 48,2-5 0,1 0 36,1-2-30,0-3-6,0-4 0,0-4 10,0-1 6,0-7-14,3 1-2,-1-3 26,0-3-14,-1-1-12,-1 0 2,0-3 15,0 0 11,-1 0-15,-8-2 16,0 1 35,-4 1-6,-7 1-42,-6-2-14,-4 0 33,-7 0-10,-8-2-25,-6 0-21,-11-2 21,-12 0 0,-9 0-32,-10-1 13,-9 2 19,-10-1 16,-3-1 9,-3 1 17,-2-1 47,5 0-14,0 1-75,2-1-28,8 0 18,2 0 10,7 0 2,9-5 2,6-1 43,7-2 33,9-1-78,6 0-2,9 0 2,2 0-2,6 1-26,5-1-72,1 2 28,4-1-3,2 0-58,5 0-29,2 2-14,0 2-64,6 0 12,0 0-108,4 3 51,1-2 7,2 1-50,4 2 30,3-1-27</inkml:trace>
          <inkml:trace contextRef="#ctx0" brushRef="#br0" timeOffset="-100183.3726">12679-19 650,'0'0'218,"0"0"-152,0 0-37,0 0 36,0 0 20,0 0 32,0 0 241,0 0-160,0 0-116,0 0-82,0 0-49,-3-22-71,9 33 120,1 3 0,0 5 42,1 7 26,0 5 39,-1 5 0,-1 6-35,-1 6-46,-3 6-24,-2 3 1,0 6-3,0 3-1,0 2-12,-1 4-29,-5-1 3,0-2 26,-3-1-26,3-5 7,0-5 12,4-9-16,2-9-35,0-8-264,0-8-114,5-11 159,4-7-304</inkml:trace>
          <inkml:trace contextRef="#ctx0" brushRef="#br0" timeOffset="-99033.0278">13109 313 2077,'0'0'1009,"0"0"-955,0 0-54,0 0-166,0 0-40,0 0 32,0 0 31,0 0 143,0 0 39,0 0-23,0 0-13,41 80 29,-34-51-28,-4 1-4,0 5 0,-3 2 24,0 4-24,0 0 0,-8 0 0,0 0-23,-2-1 19,2-3-12,0-6 0,5-4-3,2-6-13,1-5-95,1-5-304,2-4-258,11-7-87</inkml:trace>
          <inkml:trace contextRef="#ctx0" brushRef="#br0" timeOffset="-98625.9391">13374 423 2636,'0'0'319,"0"0"-262,0 0-44,0 0-10,0 0 23,0 0 41,0 0 10,0 0-7,92-21-35,-63 21-35,-1 1-3,0 6-73,-5 3-17,0 3 19,-1 4 49,-6 1-8,-1 2 17,-9 4 16,-3 0 2,-3 2 1,-4 0 10,-8-1-1,-6 0 14,-4-2-23,-1-4-1,-2-1 47,-1-4-14,3-2-23,0-2-9,7-3 38,2-2-7,5-1-34,4-2 0,2-2 3,1 1-3,2-1-59,0 2-56,0 1-1,5-2 26,3 4 90,7 0 45,1 0 6,7-1 0,2 0-51,4-3-12,4 0 12,2-1 0,1 0-16,3-2-32,4-4-68,-1-4-155,3 0-104,-1-4-8,1 0-40,-2-2 22,-11 5 46,8-7-105</inkml:trace>
          <inkml:trace contextRef="#ctx0" brushRef="#br0" timeOffset="-98056.2386">14038 536 1055,'0'0'280,"0"0"-114,0 0 20,0 0 90,0 0 48,0 0-36,0 0-88,0 0-40,0 0-6,0 0-42,0 0-48,-36-12-62,36 12 37,3-1 34,5-3-16,1 2-9,1-3 18,5-2 10,-1 1-38,2-3-22,-1 1 41,0-4 15,-2 2-53,3 0-16,-3-2 41,-1 1-3,-1-1-29,-2 0-11,-2 0 17,1-1-15,-2 0-3,-3 0-9,-1 0 9,-2 0 16,-2 0-16,-4 2-38,-6-1 23,-1 2-1,-5 1-34,2 3-7,-4 1 10,-3 4 3,3 1-10,-5 0-10,1 8 11,-2 2 8,4 2 4,-2 2-16,1 3-1,3 2 17,2 2 6,1 0-7,6 3 10,3 2 29,1-1-35,6 0 9,1-4 16,5 0 7,8-2 6,5-1 12,2 0 11,7-1-7,2 1 31,4 0-46,1-1 10,0-2-11,-1 1 13,2-1-13,-8 1 0,-1-3-2,-3 1-33,-4-3 16,-5 0-13,-6-1 6,-5-1 7,-3 0 19,-6 0 6,-10 1 23,-6-1-29,-4 0-64,-3-2 16,-2-3 48,1-2 0,-1-2 22,4 0 4,0 0 6,3-2 19,1-5-9,6-2-1,5 2 14,2-5 9,7 0-28,3-2-36,0-2-29,9-4-51,6-2-16,8 0-64,4 1-36,3 0-162,3 2-131,4 2-70,-9 5 51,17-4-112</inkml:trace>
          <inkml:trace contextRef="#ctx0" brushRef="#br0" timeOffset="-97602.6735">14888 469 969,'0'0'678,"0"0"-451,0 0-168,0 0 51,0 0 29,0 0-22,0 0-43,-82-4-15,69 13-11,-1 2-46,-2 2 0,-1 1 40,-1 4-35,0 1-7,0 2-13,-2 0 10,2 1-33,2 0-87,-2-1-48,7-2-24,2-2-16,5-3-137,0-5-92,6-5-127</inkml:trace>
          <inkml:trace contextRef="#ctx0" brushRef="#br0" timeOffset="-97813.6909">14587 378 267,'0'0'1884,"0"0"-1670,0 0-159,0 0 116,0 0 93,0 0-81,0 0-93,0 0-58,0 0-32,0 0-116,0-5 27,9 15 89,2 4 70,2 3-25,5 3-45,2 4-18,-1 1 18,1 4 0,0-1-21,-3 3 17,0 0 4,-1-2 0,-1 1-21,-2-6-27,2 0-13,-3-7-90,0-3-133,0-7-85,-3-1-86,-1-3-173,1-3-44</inkml:trace>
          <inkml:trace contextRef="#ctx0" brushRef="#br0" timeOffset="-97095.4394">14976 549 2178,'0'0'307,"0"0"-258,0 0 32,0 0 51,0 0 22,0 0 3,0 0 16,0 0-109,0 0-48,0 0-13,87-31 38,-68 22 4,-1 0-10,-2 1-16,0-1 16,-4 0 3,-1 0-25,-4 0 3,0 0 3,-4 2-3,0-4-16,-3 2-3,0-1-13,-3-1-3,-5 3-38,-6 1-54,-3 1-45,-7 1 18,-5 2 20,-1 3 38,-3 0 15,1 2 23,0 4 13,2 0 0,1 2-3,7-1 13,2 3-13,5 1-1,6 0-21,5-1-8,4 2-15,0 3 41,7 0 17,6 2 19,-2 0 27,8 2-11,-2-1-13,5 2 20,-1 1-1,1-1-22,-2-1-12,-1 0 10,-5-2-1,0 0 2,-5-2-29,-1-2 30,-2-2 2,-5-3 21,0 0-7,-1-2 13,0-2 13,0-1 19,0-2-9,0 1-4,0-2 13,0 0 4,0 0 2,0 0 26,2 0 36,2 0 2,5-7-29,2-3-101,5-3-1,2-3-19,2 1-20,-4-4 8,2-1-46,-5 0-205,2-3-212,-8 6-278,0-11-497</inkml:trace>
          <inkml:trace contextRef="#ctx0" brushRef="#br0" timeOffset="-100837.2716">11187 580 1159,'0'0'690,"0"0"-615,0 0-56,0 0-19,0 0 59,90-14-1,-63 8-12,6 1-46,0 2-10,6-1-32,1 1-39,2 0-176,-10 2-361,15-4-479</inkml:trace>
        </inkml:traceGroup>
      </inkml:traceGroup>
    </inkml:traceGroup>
  </inkml:traceGroup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</inkml:channelProperties>
      </inkml:inkSource>
      <inkml:timestamp xml:id="ts0" timeString="2024-03-15T15:13:09.661"/>
    </inkml:context>
    <inkml:brush xml:id="br0">
      <inkml:brushProperty name="width" value="0.14" units="cm"/>
      <inkml:brushProperty name="height" value="0.14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3657BDFE-DEAE-479F-BE62-9C14AEDE7354}" emma:medium="tactile" emma:mode="ink">
          <msink:context xmlns:msink="http://schemas.microsoft.com/ink/2010/main" type="inkDrawing" rotatedBoundingBox="3080,8077 7622,5996 8166,7182 3624,9263" semanticType="verticalRange" shapeName="Other">
            <msink:sourceLink direction="with" ref="{4E484739-CC05-4690-84B1-B3F50BAC36DA}"/>
          </msink:context>
        </emma:interpretation>
      </emma:emma>
    </inkml:annotationXML>
    <inkml:trace contextRef="#ctx0" brushRef="#br0">1043 630 1709,'0'0'471,"0"0"-422,0 0-36,0 0-13,0 0 10,0 0-10,0 0 0,0 0 3,0 0-3,85-39-28,-59 39-5,-3 4-6,0 7-45,-4 3 9,-3 4 39,-5 5 33,-5 4-1,-6 5 4,0 1 23,-13 6-9,-7 0-14,-4 2-23,-4-4 10,-2-2 11,-2-4-16,2-4 18,1-5 39,0-4 22,3-2-38,0-5-7,6-2 23,4-3 10,5 0-17,5-5 7,3-1 42,3 0-7,0 0-67,0 0-7,0 0-14,6 0 12,7-1-20,4-4 22,5 2 16,4-1-16,2 2-42,3 0-32,-1 1 22,3 1-23,2 0-6,-1-2-81,4 0-30,-8-1-276,10-4-129</inkml:trace>
  </inkml:traceGroup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</inkml:channelProperties>
      </inkml:inkSource>
      <inkml:timestamp xml:id="ts0" timeString="2024-03-15T15:14:52.039"/>
    </inkml:context>
    <inkml:brush xml:id="br0">
      <inkml:brushProperty name="width" value="0.14" units="cm"/>
      <inkml:brushProperty name="height" value="0.14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7380FC0C-2384-40E1-AE0C-64D39E53B7AE}" emma:medium="tactile" emma:mode="ink">
          <msink:context xmlns:msink="http://schemas.microsoft.com/ink/2010/main" type="inkDrawing" rotatedBoundingBox="8078,7320 8133,7855 7698,7900 7644,7365" semanticType="callout" shapeName="Other">
            <msink:sourceLink direction="with" ref="{240C82E8-3FF8-4F2F-B173-84DF3F67DA1F}"/>
            <msink:sourceLink direction="with" ref="{AE72DBBC-BEAE-4CCF-A647-854734ACE4D7}"/>
          </msink:context>
        </emma:interpretation>
      </emma:emma>
    </inkml:annotationXML>
    <inkml:trace contextRef="#ctx0" brushRef="#br0">-117 1033 98,'0'0'989,"0"0"-621,0 0-254,0 0-7,0 0 16,0 0-54,0 0-50,0 0-19,0 0 16,0 0 1,-4 2 38,18 4 55,6-1 0,2 0 4,-2-1-8,5 1-25,-1 0-23,3 0-25,-2-2-11,3 1 23,0 1 17,-2-2-4,0 3-26,-2 0-19,-2 2 10,1 0-23,-3-1-26,-5 3 26,1-2 15,-3 3-15,-2-1 0,-2 0 4,-2 3 11,-2 1-15,-4-1 0,0 1 3,-1 2 18,-1-2-21,-5 4-9,-7 0 9,-1 1 0,-4 3-22,-5-1-29,0 1 12,-4 0-6,-2-3-16,-1 1-1,1 0 1,-3-1-10,5-1-52,-4 0-42,4 0-91,0-3-99,8-3-84,-8 3-239</inkml:trace>
  </inkml:traceGroup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</inkml:channelProperties>
      </inkml:inkSource>
      <inkml:timestamp xml:id="ts0" timeString="2024-03-15T15:13:23.252"/>
    </inkml:context>
    <inkml:brush xml:id="br0">
      <inkml:brushProperty name="width" value="0.14" units="cm"/>
      <inkml:brushProperty name="height" value="0.14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70EA57DE-078C-44B6-A5A6-3BA7A74B93EA}" emma:medium="tactile" emma:mode="ink">
          <msink:context xmlns:msink="http://schemas.microsoft.com/ink/2010/main" type="inkDrawing" rotatedBoundingBox="1813,10896 1927,8647 1979,8649 1866,10899" semanticType="callout" shapeName="Other">
            <msink:sourceLink direction="with" ref="{4E5EB9EB-ECB0-42E3-AE1B-D3B812F2370B}"/>
            <msink:sourceLink direction="with" ref="{E2A47796-20C0-487A-9FC2-4A744620AF8A}"/>
          </msink:context>
        </emma:interpretation>
      </emma:emma>
    </inkml:annotationXML>
    <inkml:trace contextRef="#ctx0" brushRef="#br0">-1930 1009 1380,'0'0'198,"0"0"-165,0 0 84,0 0 152,0 0 39,0 0-85,0 0-55,0 0-26,0 0-46,0 0-54,0 0-32,-23-36-10,23 36-81,0 0-57,0 0-17,0 5-48,1 7 93,5 6 110,0 7 71,1 7 65,-3 8-88,-2 4 20,-1 9-29,-1 3-17,0 8-22,0 4 0,0 8-2,-3 7 4,-5 4-4,1 8-70,-2 3 47,-1 4 25,0-1 47,1 0-45,0-4 115,1-5-43,4-4-16,1-7-7,0-4-25,1-5-26,-2-4-3,2-2-17,0-4 19,-3-3-15,1-6-45,1-5-6,-1-5 54,4-5-16,-2-8-13,2-3-16,0-2 35,0-4-2,0-6-34,0-3-50,0-2-60,0-5-87,0-3-143,2-2-31,-2 0 88,0-5-10</inkml:trace>
  </inkml:traceGroup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</inkml:channelProperties>
      </inkml:inkSource>
      <inkml:timestamp xml:id="ts0" timeString="2024-03-15T15:13:32.527"/>
    </inkml:context>
    <inkml:brush xml:id="br0">
      <inkml:brushProperty name="width" value="0.14" units="cm"/>
      <inkml:brushProperty name="height" value="0.14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FCC52A54-8B0C-4658-BD29-D7CC7131B151}" emma:medium="tactile" emma:mode="ink">
          <msink:context xmlns:msink="http://schemas.microsoft.com/ink/2010/main" type="writingRegion" rotatedBoundingBox="7846,8869 9899,8869 9899,10516 7846,10516">
            <msink:destinationLink direction="with" ref="{CCEC9E82-6E18-43E8-8C2E-DE1E09AC203C}"/>
          </msink:context>
        </emma:interpretation>
      </emma:emma>
    </inkml:annotationXML>
    <inkml:traceGroup>
      <inkml:annotationXML>
        <emma:emma xmlns:emma="http://www.w3.org/2003/04/emma" version="1.0">
          <emma:interpretation id="{96871D89-FE9F-4EBD-9B6C-26CB0D49258F}" emma:medium="tactile" emma:mode="ink">
            <msink:context xmlns:msink="http://schemas.microsoft.com/ink/2010/main" type="paragraph" rotatedBoundingBox="7846,8869 9899,8869 9899,10516 7846,10516" alignmentLevel="1"/>
          </emma:interpretation>
        </emma:emma>
      </inkml:annotationXML>
      <inkml:traceGroup>
        <inkml:annotationXML>
          <emma:emma xmlns:emma="http://www.w3.org/2003/04/emma" version="1.0">
            <emma:interpretation id="{257B18D8-6E84-4804-B41B-3A7AF221F0B8}" emma:medium="tactile" emma:mode="ink">
              <msink:context xmlns:msink="http://schemas.microsoft.com/ink/2010/main" type="line" rotatedBoundingBox="7846,8869 9899,8869 9899,10516 7846,10516"/>
            </emma:interpretation>
          </emma:emma>
        </inkml:annotationXML>
        <inkml:traceGroup>
          <inkml:annotationXML>
            <emma:emma xmlns:emma="http://www.w3.org/2003/04/emma" version="1.0">
              <emma:interpretation id="{86DD7039-6AA2-48E9-A2F7-F57DDA36828E}" emma:medium="tactile" emma:mode="ink">
                <msink:context xmlns:msink="http://schemas.microsoft.com/ink/2010/main" type="inkWord" rotatedBoundingBox="7846,8869 9899,8869 9899,10516 7846,10516"/>
              </emma:interpretation>
              <emma:one-of disjunction-type="recognition" id="oneOf0">
                <emma:interpretation id="interp0" emma:lang="en-US" emma:confidence="0.5">
                  <emma:literal>II</emma:literal>
                </emma:interpretation>
                <emma:interpretation id="interp1" emma:lang="en-US" emma:confidence="0">
                  <emma:literal>I</emma:literal>
                </emma:interpretation>
                <emma:interpretation id="interp2" emma:lang="en-US" emma:confidence="0">
                  <emma:literal>B</emma:literal>
                </emma:interpretation>
                <emma:interpretation id="interp3" emma:lang="en-US" emma:confidence="0">
                  <emma:literal>12</emma:literal>
                </emma:interpretation>
                <emma:interpretation id="interp4" emma:lang="en-US" emma:confidence="0">
                  <emma:literal>BI</emma:literal>
                </emma:interpretation>
              </emma:one-of>
            </emma:emma>
          </inkml:annotationXML>
          <inkml:trace contextRef="#ctx0" brushRef="#br0">108 14 981,'0'0'72,"0"0"192,0 0-137,0 0 55,0 0 68,0 0-13,0 0-30,0 0-6,0 0-24,0 0-12,0 0-69,-19-14-93,19 14-3,0 0-119,0 6-55,0 3 158,0 8 16,2 5 36,-2 5-33,0 8 10,0 5-13,0 5-19,0 6 6,0 7 13,-2 5-2,-5 5-40,3 7 42,-3 5 67,-1 2-12,1 4 16,-3 3 6,3-1 26,0-4-42,2-2-61,-3-8-34,4-7 32,1-8-40,1-11 9,1-7-11,1-9 24,0-8-18,0-6-49,3-8-29,1-5 0,0-5-10,6-4-1,-1-13-171,-2 3-329,9-26-106</inkml:trace>
          <inkml:trace contextRef="#ctx0" brushRef="#br0" timeOffset="711.7015">69 46 2504,'0'0'537,"0"0"-511,0 0 16,0 0-42,0 0 86,0 0-10,0 0-74,0 0-2,0 0-29,0 0-16,0 0 45,33-28 3,-1 28-3,9 0-2,7 0 1,13 0 0,8-4 1,7-1-29,8 1-12,3-1 41,5-1 28,3-1-28,3-1-2,0 0-1,-3 1-45,-3-2 16,-4 0 31,-7-2 0,-3 1-17,-11 0 0,-5 1 18,-5-2 19,-10 3-17,-8 0 14,-6-1 19,-7 2 4,-7 3-17,-5 1-6,-5 0 32,-3 2 3,-2 0-32,1-1-6,0-1 19,2 2-3,1 0-29,0-2-29,4 1 29,-1 2 0,1-1-34,2 1-20,-1 0 25,2 0-10,-2 1-31,1 4-16,-1 4 15,3 4 39,-2 3 0,3 8 32,-3 3 10,1 6 28,-2 7-3,-4 4 4,-1 5-38,-2 6 34,-6 3-32,0 3-2,0 4 28,-7 0 0,-1 1-29,-1-1-3,-1-2 3,-2 0 10,1-2-10,-2-4-4,1 0 4,1-5 2,-1-5-2,2-1-25,4-8 9,0-3 16,1-4-32,5-3 17,0-2 15,0-4 1,2-2-1,3-2 0,-1-4 3,1-2 15,-1-2-18,0-2-18,-1-4 18,-3-2 23,2 1-21,-2-3 14,0 0 35,0 0 16,0 0-19,-2 0-3,-6 0 12,-9 0 7,-7 0-64,-12 0-42,-10 0 17,-13 0 24,-12 0-15,-15 0 0,-14 0 16,-10-3 3,-5 3-1,-4 0 27,4 0 146,8 0-31,9 3-144,14-1-57,8-2 13,14 0-67,13 0-128,18 0-175,10-18-651</inkml:trace>
          <inkml:trace contextRef="#ctx0" brushRef="#br0" timeOffset="7348.617">46 1444 247,'0'0'1,"0"0"477,0 0-191,0 0-134,0 0-3,0 0-7,0 0 16,0 0 4,0 0-33,0 0-42,-23-37 45,20 37 28,2 0-25,1 0-16,0 0-4,0 0-6,0 0-40,0 0-25,0 0-6,0 0-20,0 0-19,0 0-25,0 0-1,0 0-19,0 0-58,4 0-65,6 0-26,6 0 139,7 0 36,9 1 9,7-1 10,8 0 10,8-1 26,7-6-7,9-1-3,8-2-1,5-1 5,6-5 86,10-1-10,1-2-67,1 1-10,3 3-29,-4 2-68,-3 5-6,-6 3 42,-4 5-7,-10 0-32,-8 0-117,-9 5-175,-19 0-248,-3 3-390</inkml:trace>
        </inkml:traceGroup>
      </inkml:traceGroup>
    </inkml:traceGroup>
  </inkml:traceGroup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</inkml:channelProperties>
      </inkml:inkSource>
      <inkml:timestamp xml:id="ts0" timeString="2024-03-15T15:15:23.803"/>
    </inkml:context>
    <inkml:brush xml:id="br0">
      <inkml:brushProperty name="width" value="0.14" units="cm"/>
      <inkml:brushProperty name="height" value="0.14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8A6003EE-2488-4EBD-9E0A-A860ECD9A84E}" emma:medium="tactile" emma:mode="ink">
          <msink:context xmlns:msink="http://schemas.microsoft.com/ink/2010/main" type="writingRegion" rotatedBoundingBox="15290,8562 20651,8865 20482,11856 15122,11554"/>
        </emma:interpretation>
      </emma:emma>
    </inkml:annotationXML>
    <inkml:traceGroup>
      <inkml:annotationXML>
        <emma:emma xmlns:emma="http://www.w3.org/2003/04/emma" version="1.0">
          <emma:interpretation id="{F0D01E58-B60F-478A-9716-5BE4651130A7}" emma:medium="tactile" emma:mode="ink">
            <msink:context xmlns:msink="http://schemas.microsoft.com/ink/2010/main" type="paragraph" rotatedBoundingBox="15284,8579 18459,8735 18415,9612 15241,9455" alignmentLevel="1"/>
          </emma:interpretation>
        </emma:emma>
      </inkml:annotationXML>
      <inkml:traceGroup>
        <inkml:annotationXML>
          <emma:emma xmlns:emma="http://www.w3.org/2003/04/emma" version="1.0">
            <emma:interpretation id="{4D3ADD82-D28A-4099-BD95-BCEE9455E4AF}" emma:medium="tactile" emma:mode="ink">
              <msink:context xmlns:msink="http://schemas.microsoft.com/ink/2010/main" type="line" rotatedBoundingBox="15284,8579 18459,8735 18415,9612 15241,9455"/>
            </emma:interpretation>
          </emma:emma>
        </inkml:annotationXML>
        <inkml:traceGroup>
          <inkml:annotationXML>
            <emma:emma xmlns:emma="http://www.w3.org/2003/04/emma" version="1.0">
              <emma:interpretation id="{05C6453A-B617-4EDD-9223-EE54AE9A908F}" emma:medium="tactile" emma:mode="ink">
                <msink:context xmlns:msink="http://schemas.microsoft.com/ink/2010/main" type="inkWord" rotatedBoundingBox="15284,8579 18459,8735 18415,9612 15241,9455"/>
              </emma:interpretation>
              <emma:one-of disjunction-type="recognition" id="oneOf0">
                <emma:interpretation id="interp0" emma:lang="en-US" emma:confidence="0.5">
                  <emma:literal>12848</emma:literal>
                </emma:interpretation>
                <emma:interpretation id="interp1" emma:lang="en-US" emma:confidence="0">
                  <emma:literal>1287×8</emma:literal>
                </emma:interpretation>
                <emma:interpretation id="interp2" emma:lang="en-US" emma:confidence="0">
                  <emma:literal>12878</emma:literal>
                </emma:interpretation>
                <emma:interpretation id="interp3" emma:lang="en-US" emma:confidence="0">
                  <emma:literal>1284×8</emma:literal>
                </emma:interpretation>
                <emma:interpretation id="interp4" emma:lang="en-US" emma:confidence="0">
                  <emma:literal>128×8</emma:literal>
                </emma:interpretation>
              </emma:one-of>
            </emma:emma>
          </inkml:annotationXML>
          <inkml:trace contextRef="#ctx0" brushRef="#br0">7689 2394 653,'0'0'434,"0"0"-304,0 0-55,0 0 78,0 0 120,0-75 52,0 62-121,1 4-58,0-1 86,-1 3 116,2 1-169,-2 2-118,0 3-29,0 1-32,0 0-45,0 0 23,0 6-65,0 6-54,0 4 141,0 9 7,0 6 47,-3 6-39,-4 5-15,-4 5-3,-3 0-23,-2 6 14,-2 0-21,-3 4-11,0-2-53,-1-2-119,2-3-33,1-4-33,2-6 16,5-2 9,2-6 0,5-7-10,2-8-49,3-4-277</inkml:trace>
          <inkml:trace contextRef="#ctx0" brushRef="#br0" timeOffset="407.76">7923 2485 1869,'0'0'220,"0"0"-220,0 0 0,0 0 55,0 0 17,0 0-11,0 0-38,0 0-23,0 0-22,0 0 21,87-43-17,-70 50-37,3 2 3,-1 5 36,-5 3 13,0 3 3,-5 6-37,-4 2 37,-5 4 43,0 2-42,-8 1-1,-6-2 2,-3 1 31,-3-5-33,-3-2 2,-2-1 1,0-4 30,-2-1-30,1-3 16,0-4 20,2-3 6,3-3-22,4-3 13,4-1 35,3-3 3,6-1-19,1 0 13,3 0-10,0 0-39,0 0-16,2 0-6,6 0-55,5-1-26,3-3 26,7 3 3,4 0 36,1 1-4,2 0-19,2 0-13,1 6-10,0 2 4,3-1-4,0 3-201,3-3-163,-10 0-30,13-2-216</inkml:trace>
          <inkml:trace contextRef="#ctx0" brushRef="#br0" timeOffset="1046.6589">8501 2719 1353,'0'0'341,"0"0"-285,0 0-43,0 0 74,0 0 40,0 0-33,0 0-94,0 0-29,0 0-39,0 0 68,0 0 129,-32 1-15,45 5 2,3-5-12,2-1-7,2 0-16,3-1-4,-1-5 0,3-1 10,1-4-3,-1 0-7,2-2-7,-2 0-6,1-4-16,-2-1 3,1-1 3,-2 0-25,-2-3 6,-1-2 6,0 3 1,-3-1-10,-3-1-13,-4 2 6,-3 0-3,-4 2 8,-3 0-30,0 2-3,-7-1 3,-6 4-16,-4 0-35,-5 4 13,-3 0-3,-3 5-4,-3 4-12,-4 1 6,-1 5 19,-1 6 6,-2 3-18,5 3-1,-1 2 13,6 3 3,0-1-13,7 3 10,4 0-22,5 3-4,7-2 6,2 0 1,4 1 28,0 0 1,9-2-4,1 0 26,6-2 2,0 0-2,2 2-13,2-2 13,2 0 16,1 1 8,0 0-22,-1-1-2,3-1 13,-3 0 1,1 0-14,-5-2-32,-2-1 19,-3 0 0,-2-2-6,-4-2-17,-4 1 36,-1-2 1,-2 0 16,-5-1 2,-7-1 42,-4 0-3,-4-3-16,-4 0-10,-2-3 0,2-1 23,-1-4-4,5 0 29,3-4 13,1-3-20,5-5-9,2-2-19,4-4-7,0-3-10,5-2-9,0-2-19,7-3-25,6-3-23,6-1-31,5-3-17,7 3-9,4 1-33,4 4-94,3 4-23,0 4-91,-12 7-193,13 2-125</inkml:trace>
          <inkml:trace contextRef="#ctx0" brushRef="#br0" timeOffset="1990.3583">9867 2490 320,'0'0'779,"0"0"-548,0 0-208,0 0-22,0 0 12,0 0-10,-82 13 49,63 4 62,-4 0-10,1 2 33,0 2 22,-4 4 0,-2 2-36,-3 4-52,-3 3-29,-2 3-3,-2 1-16,-1 2-1,0 2 82,0-4 25,0 1-45,4-5-7,4 0-19,2-3-55,3-3-3,6-2-51,1-4-27,7-3-12,0-2-49,4-4-39,3-1-81,0-2-114,2-2-70,2-2-10,1-2-290</inkml:trace>
          <inkml:trace contextRef="#ctx0" brushRef="#br0" timeOffset="1723.0481">9295 2545 2410,'0'0'300,"0"0"-277,0 0-46,0 0 7,0 0-87,0 0-23,0 0 6,0 0-29,0 0 103,0 0 46,49 21 36,-24-6 12,3 2-15,1 2-4,3 2 0,0 1 19,-1 2-48,0-1-1,-3 1 1,1-1-16,-4 0 0,0-1 3,-3 0 0,1-3-10,-4-1 7,-1-2 15,-2-5-31,-1-2-49,-5-1-247,2-4-144,-3-3 62,-4-1-17,3-2-96</inkml:trace>
          <inkml:trace contextRef="#ctx0" brushRef="#br0" timeOffset="4313.0172">10349 2828 1319,'0'0'527,"0"0"-384,0 0-130,0 0 13,0 0 19,0 0 46,0 0 19,0 0-29,0 0-49,0 0 23,-19-6 23,25 1 9,4 0-13,3-2 0,1-2 10,4-1-10,-1-2-23,-1 1 7,2-2 16,-2 0-10,1-1-16,1-2-4,-1 1-9,-2 0 7,0-2-1,-1 0 10,-2 2-10,-2-2 14,-2 1-17,-1 0 6,-2-1-30,-2-1-14,-1 0-4,-2-1-8,-2-1 9,-5 1-16,-6 1 3,-4 3-19,-5-1-22,-5 5-36,-3 4 23,-6 3-9,-2 4 12,-5 4-13,0 8 6,-2 5 29,0 2 10,5 3-4,1 1 0,5 2 7,6 0 7,6 1-21,5 1 1,7-3 4,6 2-5,4-2-9,0 0 10,11 0 29,7-1-13,2 1-6,4 0 33,5-2 2,1 1 23,4 0-23,0-1-2,2-1 2,0 1 26,2-2-10,-4 1-3,-1-3-10,-4 0 8,-3-2-11,-4 1 0,-5 0-13,-5 0-7,-4-2-2,-5 3 22,-3 0 12,-4 3 7,-11-1 0,-3 2-15,-4-3-2,-5 0 20,-1-6-5,0-2-4,0-1 9,1-3 1,0-6-20,2 0 13,0-1 16,4-3 7,2-7-4,6-1 27,4-4 15,6-6 3,3-4-54,0-3-4,12-5 13,8-6-10,6-4-25,6-2-38,5-2-1,7-2-3,3 1-31,2 2-27,2 3 29,-3 7-39,-3 5-197,-12 11-381,5-1-304</inkml:trace>
        </inkml:traceGroup>
      </inkml:traceGroup>
    </inkml:traceGroup>
    <inkml:traceGroup>
      <inkml:annotationXML>
        <emma:emma xmlns:emma="http://www.w3.org/2003/04/emma" version="1.0">
          <emma:interpretation id="{4D795DFF-0912-49A2-BF3B-1576A0A3A977}" emma:medium="tactile" emma:mode="ink">
            <msink:context xmlns:msink="http://schemas.microsoft.com/ink/2010/main" type="paragraph" rotatedBoundingBox="15224,9739 20584,10041 20482,11856 15122,11554" alignmentLevel="1"/>
          </emma:interpretation>
        </emma:emma>
      </inkml:annotationXML>
      <inkml:traceGroup>
        <inkml:annotationXML>
          <emma:emma xmlns:emma="http://www.w3.org/2003/04/emma" version="1.0">
            <emma:interpretation id="{4790169D-1D62-4B11-AA78-82D0305CB76D}" emma:medium="tactile" emma:mode="ink">
              <msink:context xmlns:msink="http://schemas.microsoft.com/ink/2010/main" type="line" rotatedBoundingBox="15224,9739 20584,10041 20482,11856 15122,11554">
                <msink:destinationLink direction="with" ref="{2F8AB804-7832-4889-8BA9-22F53647F881}"/>
              </msink:context>
            </emma:interpretation>
          </emma:emma>
        </inkml:annotationXML>
        <inkml:traceGroup>
          <inkml:annotationXML>
            <emma:emma xmlns:emma="http://www.w3.org/2003/04/emma" version="1.0">
              <emma:interpretation id="{1C89AF4A-3349-4D54-9D1A-8E1F4632CB1E}" emma:medium="tactile" emma:mode="ink">
                <msink:context xmlns:msink="http://schemas.microsoft.com/ink/2010/main" type="inkWord" rotatedBoundingBox="15230,9692 18505,9935 18370,11752 15096,11509"/>
              </emma:interpretation>
              <emma:one-of disjunction-type="recognition" id="oneOf1">
                <emma:interpretation id="interp5" emma:lang="en-US" emma:confidence="0.5">
                  <emma:literal>Toye</emma:literal>
                </emma:interpretation>
                <emma:interpretation id="interp6" emma:lang="en-US" emma:confidence="0">
                  <emma:literal>Tory</emma:literal>
                </emma:interpretation>
                <emma:interpretation id="interp7" emma:lang="en-US" emma:confidence="0">
                  <emma:literal>Tony</emma:literal>
                </emma:interpretation>
                <emma:interpretation id="interp8" emma:lang="en-US" emma:confidence="0">
                  <emma:literal>1024</emma:literal>
                </emma:interpretation>
                <emma:interpretation id="interp9" emma:lang="en-US" emma:confidence="0">
                  <emma:literal>Toyed</emma:literal>
                </emma:interpretation>
              </emma:one-of>
            </emma:emma>
          </inkml:annotationXML>
          <inkml:trace contextRef="#ctx0" brushRef="#br0" timeOffset="16277.8018">8390 4050 863,'0'0'1086,"0"0"-1001,0 0-85,0 0-45,0 0-46,0 0 32,0 0 11,0 0-30,0 0-17,0 0 95,-14 41 36,11-18-3,-3 6 22,0 2 10,-1 2 3,-2 5-9,-2 1-30,-1 2-27,-2 3 11,0-1 3,-2 1-3,1-2-11,0-2 11,3-3-13,0-2-16,1-3-23,4-4 3,1-2-32,3-4-120,2-4-1,1-5-68,0-4-40,7-7 50,-1 0-158</inkml:trace>
          <inkml:trace contextRef="#ctx0" brushRef="#br0" timeOffset="16649.1501">8578 4302 630,'0'0'304,"0"0"-86,0 0-212,0 0-6,0 0 0,-67 80 12,58-59 5,1-2 12,2 0 20,3 2 29,3-1-6,0 1-17,0 1 10,5-1-13,3-1-23,2-1 1,1-2 5,3-1 17,-1-4-19,3-3-30,-2 0 39,3-5 7,-1-1-30,4-3-16,-4 0 49,3-1-17,0-7-18,-3 0 8,2-2 5,-2-3 9,0-1-23,-3-2-14,1-2 30,-1 1 7,-4-2-19,0 1-17,-2-1 29,-4 0-4,-2 0-28,-1-3-35,0 0-17,-7 1-29,-6-2-111,0 3-107,-6-1-49,6 7-26,-10-2-112</inkml:trace>
          <inkml:trace contextRef="#ctx0" brushRef="#br0" timeOffset="17110.4667">9042 4242 1045,'0'0'124,"0"0"504,0 0-507,0 0-121,0 0-68,0 0 68,0 0 54,0 0 8,0 0-29,0 0-14,74-44-19,-60 44-11,0 0-18,-3 0-7,3 2 20,-2 4 3,0 1 13,-2 3 2,1 1 31,-5 2-17,2 1 10,-4 2 6,-3 2-6,-1 1 7,0 4-17,-8 0 0,-3 2-16,-3-1-15,-2 1 12,-1-2 1,0-3 2,-2 1 0,1-5 2,1 0 14,3-4 0,0-2-3,3-2-12,0-3 15,5-3 10,3 2-9,0-2-17,3-2-10,0 0-52,0 0-32,0 0-32,6 1 116,5 2 10,3-2 29,6 0 4,5 0 6,3 1-7,8-2-32,0 0-1,3 0 0,3-3-15,1 1-43,-2-1-113,-1 0-137,-10 0-150,7 0-92</inkml:trace>
          <inkml:trace contextRef="#ctx0" brushRef="#br0" timeOffset="17659.9984">9721 4187 1588,'0'0'691,"0"0"-600,0 0-91,0 0-61,0 0-17,0 0 46,0 0 32,0 0 32,0 0 10,-48 69-3,46-46 13,-1 0 19,-1 5-20,1-2-2,1 2 15,-1-2 1,1 4-20,1-3 3,-1 0 1,2-3-1,0 0-16,0-5-16,3-1 7,4-4 15,2-2-15,0-2-20,4-4 48,2 0 13,4-2-16,4-4-25,3 0 37,4-3-12,4-5-48,2-2 1,4 0-1,-1-2 0,0-2-13,-2 2-15,3-1 12,-5 2-3,-2-2-61,-1 1-109,-5-1-33,-1-2-114,-7 1-215,-3 1-159,-4-9-33</inkml:trace>
          <inkml:trace contextRef="#ctx0" brushRef="#br0" timeOffset="19327.3227">10147 4318 2168,'0'0'363,"0"0"-267,0 0-12,-55 66 90,39-37 47,-2 7-45,0 8-58,-2 6-32,0 8 9,1 5-25,-1 7-49,-1 4-21,-1 2-29,-1-1-31,0 1-73,-2-3-93,1-2-159,-1-4-151,5-18-491,-15 14-244</inkml:trace>
          <inkml:trace contextRef="#ctx0" brushRef="#br0" timeOffset="21857.0514">7444 3575 202,'0'0'69,"0"0"-33,0 0 29,0 0-7,0 0-31,0 0 41,0 0 40,0 0-46,0 0-10,0 0 10,0 0 26,11-54 58,-10 47 17,2 2-10,-1 2 23,1-1-20,-2 0-6,0 1-8,1 2 11,-1 1-24,-1 0-54,0 0-40,0 0-35,0 0-30,2 0-73,1 5-46,1 8 149,4 6 90,1 11 4,-1 7-65,1 10 20,-3 4-33,0 3-16,-2 4-19,-1 3 19,-1-1 0,-2 4 0,0 3-23,-2 3 0,-3 2 1,-3 1-7,-2 0-4,3-4-2,-2-2-4,3-4-72,-3-7 30,3-2 13,1-6 0,0-5-39,2-7-95,0-8 46,3-9-43,0-7-52,0-7-22,1-9-187</inkml:trace>
          <inkml:trace contextRef="#ctx0" brushRef="#br0" timeOffset="10082.4121">7955 3563 567,'0'0'225,"0"0"-189,0 0 68,0 0 11,0 0-34,0 0-42,0 0 319,0 0-215,0 0-143,0 0 0,-9-25 0,21 25 36,5 0-34,5 0-2,8 0 0,9 5 1,6 1 29,9 1 5,5-1 14,6 1 9,7-1-22,3-1 45,5-1 30,3-3-14,6 1-45,1-1-26,3 0-2,0 1-24,-1-1-3,-1 0 0,-5 2 3,-1-2 6,-3-1-6,-5 0 0,-4 0 0,-5 0 21,-5-4-21,-5 0 0,-5-1 0,-8 0 29,-3 0-16,-3 0-11,-5 1 14,-5 1-16,-2 1-13,-5 1-29,-3-1 13,-4 2 0,-1 0-39,-5 0-13,-1 0-23,-2 3-22,-3-1-43,-2 2-59,-1 1-71,0 2 67,-3-1-12,-10 3-307</inkml:trace>
          <inkml:trace contextRef="#ctx0" brushRef="#br0" timeOffset="23493.3472">10585 3989 1441,'0'0'617,"0"0"-494,0 0-81,0 0 36,0 0 110,0 0-56,0 0-90,-81-69-7,67 63 10,-1 2 4,-2 0-20,0 4-26,-5 0-2,1 3-1,-4 5-32,2 5-7,-3 7-3,0 3 7,-1 5 3,1 6 6,4 0-3,1 6 13,2 1 12,7 3 4,2 0 0,6 1 46,4-1-14,0 1 19,12-4-36,2-1-15,9-5-51,4-6-27,7-4 24,5-6-5,7-7 30,1-7-26,5-5-87,3-5-153,1-11-193,-13 2-29,19-16-64</inkml:trace>
        </inkml:traceGroup>
        <inkml:traceGroup>
          <inkml:annotationXML>
            <emma:emma xmlns:emma="http://www.w3.org/2003/04/emma" version="1.0">
              <emma:interpretation id="{425A28D2-9307-4E7A-9B26-312E9B5C7F2B}" emma:medium="tactile" emma:mode="ink">
                <msink:context xmlns:msink="http://schemas.microsoft.com/ink/2010/main" type="inkWord" rotatedBoundingBox="18759,10091 20552,9912 20707,11459 18914,11639"/>
              </emma:interpretation>
              <emma:one-of disjunction-type="recognition" id="oneOf2">
                <emma:interpretation id="interp10" emma:lang="en-US" emma:confidence="0.5">
                  <emma:literal>hips</emma:literal>
                </emma:interpretation>
                <emma:interpretation id="interp11" emma:lang="en-US" emma:confidence="0">
                  <emma:literal>nips</emma:literal>
                </emma:interpretation>
                <emma:interpretation id="interp12" emma:lang="en-US" emma:confidence="0">
                  <emma:literal>hip</emma:literal>
                </emma:interpretation>
                <emma:interpretation id="interp13" emma:lang="en-US" emma:confidence="0">
                  <emma:literal>hip's</emma:literal>
                </emma:interpretation>
                <emma:interpretation id="interp14" emma:lang="en-US" emma:confidence="0">
                  <emma:literal>Lips</emma:literal>
                </emma:interpretation>
              </emma:one-of>
            </emma:emma>
          </inkml:annotationXML>
          <inkml:trace contextRef="#ctx0" brushRef="#br0" timeOffset="24641.3929">11108 3749 1459,'0'0'575,"0"0"-462,0 0-112,0 0 1,0 0 72,0 0-70,0 0-4,0 0-72,0 0 72,0 0 72,-19 75 9,19-39-20,0 3 30,0 4 15,0 2-15,0 4 18,0 1 4,-3 4-20,1 0-16,-4-1 16,0-3-20,3-4-28,0-3-4,0-8 10,3-6 3,0-5-54,0-6-12,0-8 12,3-2 0,0-5-19,-1-2-16,-1-1 35,1 0 41,1 0-9,4-7 12,-2-6 4,6-4-35,0-4-13,3-4-51,0-1 19,0 1 3,-1-1-37,1-1-24,-1 0 1,1 0-1,-3 5 20,-1 4 28,-3 6 26,0 4-13,-3 7-61,-1 1-10,0 1 65,2 10 35,-1 6 16,4 3 19,-3 8 20,-1 1-10,2 2-32,0-2-13,1-2 26,2 0 9,-1-3 7,5-3-4,0-3 14,3-2 2,0-3-38,1-5 3,1-2 10,2-3-3,0-3-11,2-3 1,3-6 13,-2-4-29,2-3-6,0-2-33,-2 0 4,-2-2-25,-2-2-53,-2 0 14,-1 0 35,-2-1-10,-3 0-23,-3 3-45,-1 1 0,-4 5 61,-1 6 29,-2 3 23,0 5-29,0 0 9,0 4-48,-5 9 19,-2 4 54,2 4 22,0 6 2,2-1 0,2 3 3,1-4 55,0 3 20,6-4 23,2-2 6,7-1 6,1-3-38,2-4-40,4-3 13,-2-2-6,5-2-16,0-4-25,1-3 32,-1 0-8,0-2-21,0-6 15,-2-1-16,-3-2 23,-3-1-10,-2-2-13,-2-2 26,-4-1 7,1 1-23,-4-5-12,0 2 11,-1-4-12,-2-1 0,-1 0-12,0 0-46,0-1 29,-2 6-3,0 2-1,0 6 33,0 5 16,0 4-16,0 2-3,0 0-78,0 1-12,0 10 2,-2 3 91,-2 9 3,1 6 35,0 5 17,1 5 10,-3 3-7,2 7-13,-3 4-6,-3 5 38,-2 5 3,0 2-2,-1 1 8,-1-1 23,2-7-3,-1-4-8,4-6-24,0-4-49,0-7 4,4-5-1,-2-4-13,3-8-14,1-6-2,1-3 1,-1-6-2,2-3 2,0-2 14,0 0 21,0-7-16,0-5-19,0-7-42,0-5-2,0-5-7,0-2 3,0-5 17,0-2 28,2-5-12,1-6-30,3-5-13,2-5-18,2-4-68,3-4-17,3 0 10,2 2 44,3 5 56,0 6 48,3 9 3,0 9 22,-1 9 43,-1 7 15,-2 9 7,-3 4 13,-1 5-39,1 2-32,-3 0 9,1 4 7,-2 5 0,0 3-19,-3 3 2,-1 2 14,-4 3-10,-2 3 0,-3 2-13,0 2-3,-9-2-3,-3 3-13,-5-1-4,-4 1-37,-2-1-33,-2-1 4,-1-2-19,-2-2-30,0-4-55,1-2-97,-2-8-218,9-1-239,-14-7-276</inkml:trace>
          <inkml:trace contextRef="#ctx0" brushRef="#br0" timeOffset="24780.3591">11835 4064 362,'0'0'0</inkml:trace>
          <inkml:trace contextRef="#ctx0" brushRef="#br0" timeOffset="25315.3739">12342 4520 1349,'0'0'1269,"0"0"-1144,0 0-38,0 0 103,0 0-8,0 0-51,0 0-32,0 0 18,0 0-28,0 0-10,82-43 6,-49 22-30,2-4-55,0-1 0,-4-1 3,1-2 16,-2-2-19,-1-3-9,-2-2 9,-2-5 0,-2-2-6,-4-1-19,-1-3 25,-2 1 0,-4 1-14,-4 2-5,-3 4 19,-2 6 0,-3 5 0,0 8 0,-3 4 10,-5 8-10,0 4-4,-7 4-52,1 0-1,-6 8 10,-5 7-7,-1 8-6,-6 3 34,2 5 26,0 3-28,3-1-10,4 1 22,6-1 13,6-2-32,5 0-6,6-1 25,0-1 13,11 1-19,1-2-13,4 2 35,2-3 1,-4-3-1,5 1-1,-2-5 1,0 2 24,-3-3-8,1 0-15,-3 1 21,-1-3 7,-2 1-16,-3-2 15,-2 0 14,-2-1-1,-2 1-3,-2-1-16,-10 2 7,-5 1 6,-3 0-33,-7 3-2,-7-2-16,-3 0-28,-2 0-20,-1-1-25,-3-1-16,-2-3-26,-4-2-112,-2-2-189,8-3-372,-24-4-313</inkml:trace>
        </inkml:traceGroup>
      </inkml:traceGroup>
    </inkml:traceGroup>
  </inkml:traceGroup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</inkml:channelProperties>
      </inkml:inkSource>
      <inkml:timestamp xml:id="ts0" timeString="2024-03-15T15:15:11.325"/>
    </inkml:context>
    <inkml:brush xml:id="br0">
      <inkml:brushProperty name="width" value="0.14" units="cm"/>
      <inkml:brushProperty name="height" value="0.14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8CC1101D-5834-4723-A65F-8D8658654CC3}" emma:medium="tactile" emma:mode="ink">
          <msink:context xmlns:msink="http://schemas.microsoft.com/ink/2010/main" type="writingRegion" rotatedBoundingBox="579,10918 14204,8383 14870,11960 1245,14495"/>
        </emma:interpretation>
      </emma:emma>
    </inkml:annotationXML>
    <inkml:traceGroup>
      <inkml:annotationXML>
        <emma:emma xmlns:emma="http://www.w3.org/2003/04/emma" version="1.0">
          <emma:interpretation id="{E9FB111C-E64B-4BFC-AE07-80255134E6C8}" emma:medium="tactile" emma:mode="ink">
            <msink:context xmlns:msink="http://schemas.microsoft.com/ink/2010/main" type="paragraph" rotatedBoundingBox="579,10918 14204,8383 14870,11960 1245,14495" alignmentLevel="1"/>
          </emma:interpretation>
        </emma:emma>
      </inkml:annotationXML>
      <inkml:traceGroup>
        <inkml:annotationXML>
          <emma:emma xmlns:emma="http://www.w3.org/2003/04/emma" version="1.0">
            <emma:interpretation id="{EE7C2047-B918-4646-BBF6-A4B37FE91836}" emma:medium="tactile" emma:mode="ink">
              <msink:context xmlns:msink="http://schemas.microsoft.com/ink/2010/main" type="line" rotatedBoundingBox="579,10918 14204,8383 14870,11960 1245,14495"/>
            </emma:interpretation>
          </emma:emma>
        </inkml:annotationXML>
        <inkml:traceGroup>
          <inkml:annotationXML>
            <emma:emma xmlns:emma="http://www.w3.org/2003/04/emma" version="1.0">
              <emma:interpretation id="{C7749CAE-CC1F-4F71-8A0E-B6689D10072E}" emma:medium="tactile" emma:mode="ink">
                <msink:context xmlns:msink="http://schemas.microsoft.com/ink/2010/main" type="inkWord" rotatedBoundingBox="744,11803 4941,11022 5396,13471 1199,14252">
                  <msink:destinationLink direction="with" ref="{E32EB796-331C-445D-8CEA-E1C191563467}"/>
                </msink:context>
              </emma:interpretation>
              <emma:one-of disjunction-type="recognition" id="oneOf0">
                <emma:interpretation id="interp0" emma:lang="en-US" emma:confidence="0.5">
                  <emma:literal>tan</emma:literal>
                </emma:interpretation>
                <emma:interpretation id="interp1" emma:lang="en-US" emma:confidence="0">
                  <emma:literal>tam</emma:literal>
                </emma:interpretation>
                <emma:interpretation id="interp2" emma:lang="en-US" emma:confidence="0">
                  <emma:literal>tom</emma:literal>
                </emma:interpretation>
                <emma:interpretation id="interp3" emma:lang="en-US" emma:confidence="0">
                  <emma:literal>tarn</emma:literal>
                </emma:interpretation>
                <emma:interpretation id="interp4" emma:lang="en-US" emma:confidence="0">
                  <emma:literal>Fam</emma:literal>
                </emma:interpretation>
              </emma:one-of>
            </emma:emma>
          </inkml:annotationXML>
          <inkml:trace contextRef="#ctx0" brushRef="#br0">-6870 6062 836,'0'0'410,"0"0"-182,0 0-46,0 0-100,0 0-82,0 0-4,0 0-25,0 0 26,0 0-23,0 0-42,0 0-1,-4 0 35,4 9 34,0 2 58,0 6-6,4 1 33,-3 3-14,1 0-45,-1-2-3,0 1-10,1 2-13,-2 0-26,3 0 14,-3 2 11,1-1 1,2 1-23,-3-2-3,2-2 7,1-1 15,-2-2-41,1-4 29,-1-1-7,0-6 0,1-1 0,-2-4 1,0-1 22,0 0 29,0 0 7,0 0 19,0 0 29,0 0 27,0 0 32,0 0-72,0 0-16,0 0-9,0 0-46,0 0-1,0 0 1,0 0-3,0 0-26,0 0-10,1 0-3,2 0-23,1 0-3,2-1 68,3-3 33,4 2-17,0-2-16,4-1-1,-1 0-1,4 0-15,2-1-22,1 1-3,4 0 41,1 1-51,0-1 40,3-1 12,0-2 48,2 0-47,2-1-2,-2-1 20,2-1-19,-2 0 1,0 2-1,0 0-25,-1 1 23,-2 1-1,2 0-33,-6 1 4,4 1 29,-4-1-53,0 1-54,0 0 2,0 0 76,-2 1 32,0-1-39,-1 0 19,-1 0 6,0-1 12,0 1-64,2-1 46,-4 1 6,2-2 14,0 0 0,-2 0-12,-1 0 11,-1 1 1,-3 0 0,-1 2-23,-2-1 4,-1 2-115,-1-1 95,-1 3 20,1 1 18,-3 0 1,-1 0-20,1 0 17,-4 1-30,0 5-64,1-4-66,-4 6-134</inkml:trace>
          <inkml:trace contextRef="#ctx0" brushRef="#br0" timeOffset="-949.1007">-6977 5463 638,'0'0'202,"0"0"-78,0 0-7,0 0-117,0 0-32,0 0-76,0 0 69,0 0 39,0 0 20,0 0 22,0 0 4,29 49 19,-23-32-26,0 0 13,-1 2 52,-1 0-9,1 3-34,-1 1 47,-1 2-20,-1 0-1,1 3 1,-2 0-13,1 0-10,-2 3-33,0-1-12,0 0 12,0 0 4,0-1-11,0-3-25,0-1-2,0-3 1,0-4 1,0-4-23,0-3 20,0-2 3,0-6-1,1 1-21,-1-3 22,0-1 68,0 0-29,0 0-38,1 0-1,-1 0-2,0 0 2,3 0-20,-3 0-25,0 0 13,1 0-20,4 0 22,1 0 30,4 0 43,4 0 34,2 0-57,6 0-19,2 0-1,5-2 0,1-2-1,5 0 1,4-3 1,3 0 34,4-1-34,0-1-2,6 0 2,-1 0 27,2-1-28,0 0-3,-1 0-46,-1 1-104,-1-1 66,-3 3 9,1 0 78,-4 1-16,0 1-206,-5 1 135,1 0 67,-4 0-9,0 0 28,-4 3-22,-4-2-85,-2 1 37,-5 0 25,-4 1-6,-6 1-33,-1-1-22,-2 1-1,-4 0-19,-1 0-140,-3 2-155</inkml:trace>
          <inkml:trace contextRef="#ctx0" brushRef="#br0" timeOffset="3320.0104">-5386 5609 1117,'0'0'787,"0"0"-618,0 0-146,0 0-22,0 0 38,0 0 26,0 0-10,0 0-7,0 0 20,0 0-9,-20-7-27,19 7 16,-1-1 49,-1-1-29,-1-1-68,-2 0 0,2 1 72,1 0 57,0 1-20,0 0-32,2 1-29,-2 0 0,1 0-26,1 0-9,1 0 19,0 0-10,0 0-22,0 1-57,-3 6-4,2 4-48,-2 6-16,0 6 35,0 5 67,-1 2 23,1 1-26,-1 2 25,-1 1-2,1 0 2,-2 5-21,2-1-27,-5-1 17,3-1 19,1-2-35,-3-6-10,0-5-7,1-5 7,1-5-68,0-4 96,0-3-47,-1-3-17,0-3 9,1 0-9,-1-6-133,-2-2 58,1-5 107,0-3 42,0-2 20,-1 0 0,2-2 10,3 1 3,-1-2 3,4 3-13,1 5 21,0 2-24,0 4-39,0 2-23,3 3-3,0 1 39,1 0-3,0 1 9,5 0 19,-2 0 1,3 4 0,2 2 17,2 3 15,1-1-15,2-1-17,-1 3 0,1-3 15,0 0-15,-1-1 0,1-1-1,1 1 4,0-1-3,-2-3 13,3 2-13,0-3 3,-2 0 10,0-1-10,-1 0 46,0-6 0,-3 0 6,1-6 66,-2 0 74,0-2-88,-4-4-52,1-1-13,-3-3-6,-2-1-4,-3-2-19,2 1 4,-3-2 5,0 2-22,0-3 1,-6 2-2,1 1 1,-4-1-2,-4 0 2,-1-2-36,-5 1 14,0-1-46,-1 1 6,-3 2-45,3 4 22,-2 4 17,2 3 6,4 5 62,-1 2 38,2 3-38,1 3 0,2 0 2,1 0-2,2 5-1,-1 3-34,3 2-8,-3 2-22,6 1 23,-1 5 9,2 1 11,2 3 5,-1 2 17,2 1-1,0-1-12,0-2 11,3-1-11,3-3-6,-1-4-4,4-2 3,-3-2 4,3-1-17,4-1 14,1-2 17,1-1 2,5-1 18,0 0-17,2-4 2,2 0 50,2 0-21,0-1 56,0-5-3,3-1 6,-2-1-59,-1-1-6,-3-3-10,0 2 7,-1-1 3,-5-1-10,-1-1 20,-3 0 3,-1 0-38,-2 2 16,-3-1 5,-3 2 14,1 0-20,-4 2 7,1 0 26,-2 2-7,0 3-7,0-1-2,0 2 6,0-2 3,-2 3-40,-1-2 0,2 2 53,-2-1-32,1 1-21,-2 1-2,1 0 0,-1 0-3,-3 0-20,1 5 7,0 1-20,0 1-6,0 5-16,-1 1 22,3 1 10,0 4 10,2 1-16,2 2-1,0-2 10,0 3 21,5-3-53,3-1 3,1-1 0,1-4-6,3-2-1,-3-3 7,3-4 52,1-2 26,-2-2 78,4 0 52,-2-2-13,2-4-20,-3-4-65,3 1-6,-2-3-3,-2-1-14,4-1-12,-3 0 0,1-3 3,1 0-10,-1-1-15,0 1-1,-1 1 1,2-1-1,-1 3-26,-2 1-13,-1 4 23,-1 2 3,0 1-23,-2 3 4,-3 1-9,2 1 40,-4-1-30,0 2 11,-1 0 20,-1 0 0,-1 0 0,3 0 0,-2 0 16,2 3 23,0-1-26,0 1-12,-1-2 12,0 0-13,0 1 0,-2-2-3,0 0 3,0 0 45,0 0-6,0 0 10,0 0 22,0 0 10,0 0-23,0 0-13,0 0 26,-4 0-71,-2 0-47,-3-2-2,0 1 33,-2 1 15,1 0-2,-2 0-49,-2 5-22,2 2 58,-2 2-43,1 2 40,-1 4-9,2 0 27,0 2-14,3 1-2,1 0 14,4 1 3,1 2-51,1-1 2,2-1 1,2 3 5,4-2-12,4-1-13,3-2 16,1 0 39,5-3 13,1 0 49,2-4 103,-1-1-48,4-5-36,-1-1-37,1-3-30,2-2 24,-1-6-25,3 0-42,1-5-104,-1-4-113,0-1-186,-8 2-112</inkml:trace>
          <inkml:trace contextRef="#ctx0" brushRef="#br0" timeOffset="-75757.9807">-3512 6511 368,'0'0'1073,"0"0"-992,0 0-68,0 0 16,0 0 85,0 0 36,0 0-24,0 0-35,0 0 6,0 0 30,-35-26-17,34 25 16,-1 1 29,1 0-17,1 0-61,0 0-57,0 0-20,0 0-32,0 2-78,-3 8-67,2 5 103,-2 9 44,0 6 8,-2 4-4,1 1 13,1 1 0,0-3-22,-1 0 2,1-2 11,0-2-4,3-1-16,-1-4-82,-1-2-194,2-3-13,0-4 18,0-5-140,0-6-235</inkml:trace>
          <inkml:trace contextRef="#ctx0" brushRef="#br0" timeOffset="-75360.2814">-3286 6565 447,'0'0'1451,"0"0"-1149,0 0-189,0 0-22,0 0 44,0 0-31,0 0-75,0 0-26,0 0 32,42-66-35,-29 62-19,1 1-75,3 2 46,-2 1-4,6 2-6,1 6-20,-3 4 66,1 3 12,-4 3 1,-2 4 12,-5 1 38,-3 4 14,-5 1-36,-1 3 3,-7 1 20,-5-1-17,-3 0-24,-1-3-9,-3-3-2,0-2 18,-2-2-18,0-3-18,2-3 18,1-2 33,1-4-32,2-3 2,1 1 32,5-5 14,2 1-17,4-2-6,2-1 6,1 0-32,0 0-35,0 0-42,0 0-39,5 0-23,6-1 59,6-3 54,3-1 6,3-2-6,6 2-6,4-1-17,3-2-25,4 1-114,-2-3-160,-8 3-78,11-10-324</inkml:trace>
          <inkml:trace contextRef="#ctx0" brushRef="#br0" timeOffset="-74970.0184">-2835 6597 1235,'0'0'414,"0"0"-278,0 0 66,0 0 28,0 0-172,0 0-58,0 0-120,0 0 4,0 0 116,0 0 74,0 0-22,58 9-23,-34-8-27,4-1 31,-1 0-7,3 0 12,-2-2-8,-1-3-17,0 0 6,-5 2-17,0-1 24,-4 2-23,-5-1-2,0 1-1,-4 0 12,-3 1-12,-3 0-22,-2 1-5,-1 0 27,0 0 29,0 0-16,0 2-11,0 8-2,-4 5 39,-2 5-13,-3 6-7,1 5 29,-2 1 23,1 4 16,-1 0 23,1 1-10,-1 1-27,2 1-50,0-2-23,1-1-13,0-2 13,2-2-26,-3-4 10,2-1-3,0-3-10,-2-1-193,-4 0-114,3-9-261,-11 2-171</inkml:trace>
        </inkml:traceGroup>
        <inkml:traceGroup>
          <inkml:annotationXML>
            <emma:emma xmlns:emma="http://www.w3.org/2003/04/emma" version="1.0">
              <emma:interpretation id="{8FE7FDF0-5864-47A0-B512-892999021E8C}" emma:medium="tactile" emma:mode="ink">
                <msink:context xmlns:msink="http://schemas.microsoft.com/ink/2010/main" type="inkWord" rotatedBoundingBox="8104,11861 9868,11532 10112,12845 8348,13173">
                  <msink:destinationLink direction="with" ref="{02AE8091-15F1-4907-9371-E26A387787BD}"/>
                  <msink:destinationLink direction="with" ref="{E32EB796-331C-445D-8CEA-E1C191563467}"/>
                </msink:context>
              </emma:interpretation>
              <emma:one-of disjunction-type="recognition" id="oneOf1">
                <emma:interpretation id="interp5" emma:lang="en-US" emma:confidence="0.5">
                  <emma:literal>is</emma:literal>
                </emma:interpretation>
                <emma:interpretation id="interp6" emma:lang="en-US" emma:confidence="0">
                  <emma:literal>Is</emma:literal>
                </emma:interpretation>
                <emma:interpretation id="interp7" emma:lang="en-US" emma:confidence="0">
                  <emma:literal>D</emma:literal>
                </emma:interpretation>
                <emma:interpretation id="interp8" emma:lang="en-US" emma:confidence="0">
                  <emma:literal>D.</emma:literal>
                </emma:interpretation>
                <emma:interpretation id="interp9" emma:lang="en-US" emma:confidence="0">
                  <emma:literal>is.</emma:literal>
                </emma:interpretation>
              </emma:one-of>
            </emma:emma>
          </inkml:annotationXML>
          <inkml:trace contextRef="#ctx0" brushRef="#br0" timeOffset="-83386.7481">462 5617 615,'0'0'1926,"0"0"-1693,0 0-233,0 0-23,0 0-45,0 0 18,0 0 50,0 0 90,0 0 36,103-17 15,-58 8-22,9 0-14,4-2-6,5-1 22,5-2-26,4-2-47,2-2-26,5-1 38,0 0-24,3-4-36,0 3-39,-4-1 39,-2 2 0,-5 1-13,-5 1-38,-4 2 29,-4 2 7,-9 4-36,-1 0 6,-8 4 33,-3 1-1,-5 3-29,-3 1-24,-4 0 31,-4 5-13,-1 4-32,-4 2-13,0 2 35,-4 3 39,-1 2-3,0 2 22,0 5 24,-3 4 28,2 2-40,-1 7-11,-2 2 32,2 5-33,-3 1-15,-1 5 11,0 2 4,-1 2 26,2 2-26,1 2 0,-1 0 6,1 0 55,3-4-61,-1-2 16,2-7-13,0-2 31,0-6-33,2-3-1,0-5 39,-2-2 31,1-5-61,-1-2-7,-3-3-2,-3-5 12,1-2-12,-4-2 0,-2 0 26,0-1 12,-2-1-16,-6 2-3,-6-1 19,-6 0 7,-7 3-45,-5 0-31,-11-1-17,-9 0 4,-8 0 9,-10-2 2,-12 0 33,-8-1 22,-11-1-9,-9-2-12,-5 0 37,-5 0 10,3-2 41,4-1 18,9 1-43,9-2-64,13 1-15,12-1-13,13 0 15,9 0 11,14 0-14,9 0 13,12-4-114,9-1-58,4-1-109,10-6-166,10-1-149,2 2-139</inkml:trace>
          <inkml:trace contextRef="#ctx0" brushRef="#br0" timeOffset="-84007.6961">481 5678 245,'0'0'671,"0"0"-46,0 0-309,0 0-70,0 0-71,-20-81 61,13 65-48,4-1-27,-1 1-23,1 3 19,0 2 21,1 3 10,-1 4-77,3 3-81,0 1-30,0 0-41,0 0-44,0 3-36,0 4-3,3 5 124,3 9 29,3 9 91,1 9-46,-2 9-39,1 6-35,1 9 0,-1 8 16,-2 3-16,0 6 0,2 1-22,-5 0 21,1 0 1,-1-2-38,0-3 35,-2-7 1,1-4 1,0-10-47,-2-9-22,3-10 3,-1-10 29,-3-9-68,4-8-99,-4-7-68,3-2 21,2-11 65,-1-11-63,0 1-237,6-30-119</inkml:trace>
        </inkml:traceGroup>
        <inkml:traceGroup>
          <inkml:annotationXML>
            <emma:emma xmlns:emma="http://www.w3.org/2003/04/emma" version="1.0">
              <emma:interpretation id="{9F757BD3-3837-4C90-A02D-274506B63340}" emma:medium="tactile" emma:mode="ink">
                <msink:context xmlns:msink="http://schemas.microsoft.com/ink/2010/main" type="inkWord" rotatedBoundingBox="12124,8770 14204,8383 14515,10054 12435,10442"/>
              </emma:interpretation>
              <emma:one-of disjunction-type="recognition" id="oneOf2">
                <emma:interpretation id="interp10" emma:lang="en-US" emma:confidence="0.5">
                  <emma:literal>I</emma:literal>
                </emma:interpretation>
                <emma:interpretation id="interp11" emma:lang="en-US" emma:confidence="0">
                  <emma:literal>a</emma:literal>
                </emma:interpretation>
                <emma:interpretation id="interp12" emma:lang="en-US" emma:confidence="0">
                  <emma:literal>.</emma:literal>
                </emma:interpretation>
                <emma:interpretation id="interp13" emma:lang="en-US" emma:confidence="0">
                  <emma:literal>,</emma:literal>
                </emma:interpretation>
                <emma:interpretation id="interp14" emma:lang="en-US" emma:confidence="0">
                  <emma:literal>Q</emma:literal>
                </emma:interpretation>
              </emma:one-of>
            </emma:emma>
          </inkml:annotationXML>
          <inkml:trace contextRef="#ctx0" brushRef="#br0" timeOffset="-81202.0507">4866 2603 2176,'0'0'440,"0"0"-357,0 0-63,0 0 38,0 0 3,0 0-61,0 0-21,0 0 21,121-46 36,-56 32 19,6-2 2,8 2-15,4 0-29,3 0-12,3 1 28,2 0 25,4 0-14,-1-1-40,-3 1 0,-5 2 0,-6 2-10,-9-2-14,-6 4 24,-9-1 0,-6 1-14,-6 4-9,-8-1 10,-6 3 13,-7 1-28,-4 0-17,-4 0 9,-4 1-9,-2 5-9,2 2-11,0 2 48,0 6 17,0 2 39,1 3-26,2 8 6,-2 6 10,0 6-16,0 4-12,-1 8-1,0 6 2,1 5-2,-4 7-6,3 4-7,-2 3 26,2 1-10,0 0-3,2-1 2,0-5-4,1-2 2,0-7 0,0-6-17,0-5 17,-2-9 26,-1-8-1,-2-6-2,-3-5-4,-3-5-17,-1-8-1,-2-4 2,0-3 42,-7-3 61,-4 1-1,-8-1-50,-6-2-39,-10 1-16,-9-1-23,-9 0-21,-12 1-4,-11 3-23,-14 0-12,-12 4 38,-12-1 19,-8 5 4,-7-1 9,-3 5 13,-1-1 23,-1 6-4,3-1 16,7 4-22,7 0-13,12 1-44,12-1-71,15-2-21,10-2-180,25-4-264,-1-2-156</inkml:trace>
          <inkml:trace contextRef="#ctx0" brushRef="#br0" timeOffset="-81775.1877">4819 2353 447,'0'0'13,"0"0"-13,0 0 0,0 0 52,2 77 98,5-44-56,1 7-54,-1 8 155,2 6-52,-3 5-35,0 7 52,-2 3 77,-3 7-61,-1 4-21,-1 6 14,-7 4 35,0 4-36,-3 4-61,-1 2 6,-1 1 22,1-5-55,0-4-80,3-13 1,2-10-2,2-17-36,5-11 14,-1-12 7,1-9 16,0-7 0,0-5-32,0-6-84,0-2 13,3-6 3,3-11-165,-1 2-342,7-30-412</inkml:trace>
        </inkml:traceGroup>
      </inkml:traceGroup>
    </inkml:traceGroup>
  </inkml:traceGroup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</inkml:channelProperties>
      </inkml:inkSource>
      <inkml:timestamp xml:id="ts0" timeString="2024-03-15T15:15:46.722"/>
    </inkml:context>
    <inkml:brush xml:id="br0">
      <inkml:brushProperty name="width" value="0.14" units="cm"/>
      <inkml:brushProperty name="height" value="0.14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2F8AB804-7832-4889-8BA9-22F53647F881}" emma:medium="tactile" emma:mode="ink">
          <msink:context xmlns:msink="http://schemas.microsoft.com/ink/2010/main" type="inkDrawing" rotatedBoundingBox="15295,9498 19056,9604 19010,11221 15249,11115" hotPoints="18892,9418 19102,10944 15872,11389 15661,9864" semanticType="enclosure" shapeName="Rectangle">
            <msink:sourceLink direction="with" ref="{4790169D-1D62-4B11-AA78-82D0305CB76D}"/>
          </msink:context>
        </emma:interpretation>
      </emma:emma>
    </inkml:annotationXML>
    <inkml:trace contextRef="#ctx0" brushRef="#br0">0 335 212,'0'0'574,"0"0"38,0 0-456,0 0-156,0 0-28,0 0 28,0 0 35,0 0 43,0 0 3,80-76-6,-54 61-16,1 3-27,6 0-16,2-1-16,4 2 13,5-1-11,1 2 18,6 0 6,0-2 3,4 0-16,4 2 16,0 1-26,3 0 23,3 2-25,0 1 3,3 0-1,-1 0 9,4 0-11,1 1 27,3 0-2,2 1-7,2-1 24,1 0-24,0-1 7,0 1-7,-3 2 4,-1-1-22,-2 0 0,-3 2-2,-1 1 2,-4 1-1,-1 0 0,0 0 2,-2 0 21,-4 0-23,1 0-15,-3 0 15,-2 0 2,-2 0-2,-1 0 0,0-5 2,-3 3 11,1-4 0,-2 1 10,0-1 9,-4 1-16,2-1-3,-2 1-10,-3 3 23,-2-2-7,-1 3-19,-2 1-1,0 0-2,-3 0 3,0 1-2,-3 2 0,1 0 2,-1 1-1,-3 0-1,-1 0-16,2 1 18,-2-1 0,-1 0 0,1 0-3,0 0 3,-2-2 0,2-1-3,-2 3 0,0-1 3,-1 1 1,-2 0-1,0-1-3,1 2 2,-5 1 1,0-1-2,-2 1-1,-1 1 2,-4 0 0,1 4 0,-2-4-1,-1 4 2,-1 0 0,-1 0 2,1 3-1,-3 0 12,0 3-10,2 2 0,-3 4-2,-1 1-1,1 5 20,-2 1-20,1 2-11,-2 4 11,0 1 12,0 4-11,0 4 0,0 3 2,-2 0-3,-1 1-3,0-2 1,0-2 2,0-1 31,3 0 21,0-5 13,0 3 9,0-1 29,0 0-45,0-1-7,0 0 26,0-1-41,0-1 2,0-1-12,0-1 12,0 0 1,0-2-8,-3-1-8,1-3 12,-3 0-3,1-5-31,-2-2 0,1 1 21,-1-5 21,1-1-43,-1-4 0,-3-1 19,1-4 6,-2 1-23,-3-1-2,-4 0 19,-5-1-6,-3-2-13,-6 0-25,-6-1 25,-5-1 0,-10-3-40,-7 1-24,-9-2 16,-9 0 3,-13 0-22,-8 0 16,-12 0 28,-11 0 1,-11 0-4,-7 0 26,-6-1 13,0-1 26,2-1-17,2 0 17,5-3 63,5 1-64,4-2-36,9-3 1,5-3 33,10 1-17,6-5-19,13-1 0,8-1 22,11-1 13,9 2-35,11 3-19,9 1-16,6 1-19,7 2-84,7 4-48,3 1-26,5 1-65,2 1-125,0 3-131,3 1 19,0 0-119</inkml:trace>
  </inkml:traceGroup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</inkml:channelProperties>
      </inkml:inkSource>
      <inkml:timestamp xml:id="ts0" timeString="2024-03-15T15:17:51.427"/>
    </inkml:context>
    <inkml:brush xml:id="br0">
      <inkml:brushProperty name="width" value="0.14" units="cm"/>
      <inkml:brushProperty name="height" value="0.14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E43B674E-EC1D-44B1-AB0F-FAD51E7F89E2}" emma:medium="tactile" emma:mode="ink">
          <msink:context xmlns:msink="http://schemas.microsoft.com/ink/2010/main" type="writingRegion" rotatedBoundingBox="1895,6209 27108,6912 26855,15999 1641,15296"/>
        </emma:interpretation>
      </emma:emma>
    </inkml:annotationXML>
    <inkml:traceGroup>
      <inkml:annotationXML>
        <emma:emma xmlns:emma="http://www.w3.org/2003/04/emma" version="1.0">
          <emma:interpretation id="{A375C3E1-4FCB-4C83-AE8E-23AD1DA13B6E}" emma:medium="tactile" emma:mode="ink">
            <msink:context xmlns:msink="http://schemas.microsoft.com/ink/2010/main" type="paragraph" rotatedBoundingBox="5456,6239 16023,6617 15965,8243 5397,7866" alignmentLevel="2"/>
          </emma:interpretation>
        </emma:emma>
      </inkml:annotationXML>
      <inkml:traceGroup>
        <inkml:annotationXML>
          <emma:emma xmlns:emma="http://www.w3.org/2003/04/emma" version="1.0">
            <emma:interpretation id="{89CAFFE2-3318-409D-8A0B-4B409AF7EEC4}" emma:medium="tactile" emma:mode="ink">
              <msink:context xmlns:msink="http://schemas.microsoft.com/ink/2010/main" type="line" rotatedBoundingBox="5456,6239 16023,6617 15965,8243 5397,7866"/>
            </emma:interpretation>
          </emma:emma>
        </inkml:annotationXML>
        <inkml:traceGroup>
          <inkml:annotationXML>
            <emma:emma xmlns:emma="http://www.w3.org/2003/04/emma" version="1.0">
              <emma:interpretation id="{E041255D-3370-4650-A66D-8BDAD9C28F70}" emma:medium="tactile" emma:mode="ink">
                <msink:context xmlns:msink="http://schemas.microsoft.com/ink/2010/main" type="inkWord" rotatedBoundingBox="5451,6358 6486,6394 6451,7372 5416,7335"/>
              </emma:interpretation>
              <emma:one-of disjunction-type="recognition" id="oneOf0">
                <emma:interpretation id="interp0" emma:lang="en-US" emma:confidence="0.5">
                  <emma:literal>16</emma:literal>
                </emma:interpretation>
                <emma:interpretation id="interp1" emma:lang="en-US" emma:confidence="0">
                  <emma:literal>66</emma:literal>
                </emma:interpretation>
                <emma:interpretation id="interp2" emma:lang="en-US" emma:confidence="0">
                  <emma:literal>6</emma:literal>
                </emma:interpretation>
                <emma:interpretation id="interp3" emma:lang="en-US" emma:confidence="0">
                  <emma:literal>1</emma:literal>
                </emma:interpretation>
                <emma:interpretation id="interp4" emma:lang="en-US" emma:confidence="0">
                  <emma:literal>365</emma:literal>
                </emma:interpretation>
              </emma:one-of>
            </emma:emma>
          </inkml:annotationXML>
          <inkml:trace contextRef="#ctx0" brushRef="#br0">163 145 88,'0'0'150,"0"0"-10,0 0 121,0 0-39,0 0-40,0 0 66,0 0 2,0 0 27,-15-71-18,12 58 23,3-1-26,0-1 11,0 5-49,0 1-71,0 2-29,0 3-74,0 1 14,0 0-20,0 3 6,0 0-44,0 0-19,0 0-60,0 0-10,0 2-42,0 7-48,0 8 179,0 8 6,0 10 97,0 5-81,0 6-21,-2 3-1,0 3 17,-3 2-17,-2 1-45,0 2 36,0 1 9,-1 0 0,-3-2-26,1-2 2,-2-4 23,-1-3-1,3-4-11,-4-4-23,5-4 35,-1-7-37,3-5-33,1-5-109,2-6-65,2-4-143,2-6-148,0 0 15,2-9 9</inkml:trace>
          <inkml:trace contextRef="#ctx0" brushRef="#br0" timeOffset="494.7806">887 38 630,'0'0'1530,"0"0"-1530,0 0 0,0 0 54,0 0 59,0 0-9,0 0-69,0 0 23,0 0-6,0 0-52,0 0-32,-42 9 2,30 5 5,-2 4 25,-3 6 0,0 2 1,-3 5 2,-3 5 13,-1 4-16,0 4 2,-3 4 19,1 3 43,0 0 39,0 2 13,6-1-16,0-2-23,1-4-38,7-2-39,2-6 38,6-3-9,2-4-26,2-3 26,3-3-29,7-5-23,5 0 17,4-5 6,6 0 29,3-7-16,3-1 15,6-4 23,0-3-19,5-3-29,-2-6 28,2-4 14,-2-2-14,-1-4-31,-4 1 0,-5 0 13,-6 0-1,-6 0-12,-2 4-11,-9 0 11,-4 2 0,-3 4-31,-3-3-10,-6 4-49,-8-4-15,-6 5-59,-5-1 29,-7 2-3,-3 4 38,-1 1 0,0 0 28,2 7 30,5 4 16,7 2-32,1 4-29,5-3-79,8 2-87,3-2-144,4-2-62,7 3-219</inkml:trace>
        </inkml:traceGroup>
        <inkml:traceGroup>
          <inkml:annotationXML>
            <emma:emma xmlns:emma="http://www.w3.org/2003/04/emma" version="1.0">
              <emma:interpretation id="{E3D619BC-D463-43E9-904A-1FAA1CB5F577}" emma:medium="tactile" emma:mode="ink">
                <msink:context xmlns:msink="http://schemas.microsoft.com/ink/2010/main" type="inkWord" rotatedBoundingBox="7128,6518 7802,6542 7774,7339 7100,7315"/>
              </emma:interpretation>
              <emma:one-of disjunction-type="recognition" id="oneOf1">
                <emma:interpretation id="interp5" emma:lang="en-US" emma:confidence="0.5">
                  <emma:literal>x</emma:literal>
                </emma:interpretation>
                <emma:interpretation id="interp6" emma:lang="en-US" emma:confidence="0">
                  <emma:literal>X</emma:literal>
                </emma:interpretation>
                <emma:interpretation id="interp7" emma:lang="en-US" emma:confidence="0">
                  <emma:literal>+</emma:literal>
                </emma:interpretation>
                <emma:interpretation id="interp8" emma:lang="en-US" emma:confidence="0">
                  <emma:literal>¥</emma:literal>
                </emma:interpretation>
                <emma:interpretation id="interp9" emma:lang="en-US" emma:confidence="0">
                  <emma:literal>t</emma:literal>
                </emma:interpretation>
              </emma:one-of>
            </emma:emma>
          </inkml:annotationXML>
          <inkml:trace contextRef="#ctx0" brushRef="#br0" timeOffset="2398.1405">1733 180 108,'0'0'1429,"0"0"-1101,0 0-198,0 0 10,0 0 70,0 0 10,0 0-78,0 0-55,0 0-45,0 0-42,-23-11-3,30 11-107,5 5 49,7 3 59,5 3 2,3 6-42,5 3 8,1 4 33,0 4 1,2 4-1,1 3 1,0 4 33,1 1-33,-1 1-40,1-1 38,-3 0 2,-1-4 19,-4-1-19,0-6 0,-5-3-19,-2-4 6,-3-3 9,-5-5-38,-1-2-16,-4-2-116,1-3-125,-3-5-156,-4 1-53,1-3-82</inkml:trace>
          <inkml:trace contextRef="#ctx0" brushRef="#br0" timeOffset="2663.7057">2337 175 450,'0'0'1864,"0"0"-1786,0 0-78,0 0 0,0 0 19,0 0 149,-91 80-29,72-53-43,1 0 20,1 3-26,-1 2-42,-2 2-29,1 3 36,-2 3 8,-2-2-59,0 4-1,-1-1 16,0 0 16,-2-3-35,3 1-29,-1-3 29,0-4 10,1-1-10,2-1-32,0-5-6,4-1-65,3-5-86,2-3-81,5-4-99,4-5-186,3-6-161</inkml:trace>
        </inkml:traceGroup>
        <inkml:traceGroup>
          <inkml:annotationXML>
            <emma:emma xmlns:emma="http://www.w3.org/2003/04/emma" version="1.0">
              <emma:interpretation id="{35689496-8801-4050-8662-5006ADA28E0B}" emma:medium="tactile" emma:mode="ink">
                <msink:context xmlns:msink="http://schemas.microsoft.com/ink/2010/main" type="inkWord" rotatedBoundingBox="8228,6485 8938,6510 8908,7341 8198,7316"/>
              </emma:interpretation>
              <emma:one-of disjunction-type="recognition" id="oneOf2">
                <emma:interpretation id="interp10" emma:lang="en-US" emma:confidence="0.5">
                  <emma:literal>8</emma:literal>
                </emma:interpretation>
                <emma:interpretation id="interp11" emma:lang="en-US" emma:confidence="0">
                  <emma:literal>g</emma:literal>
                </emma:interpretation>
                <emma:interpretation id="interp12" emma:lang="en-US" emma:confidence="0">
                  <emma:literal>G</emma:literal>
                </emma:interpretation>
                <emma:interpretation id="interp13" emma:lang="en-US" emma:confidence="0">
                  <emma:literal>@</emma:literal>
                </emma:interpretation>
                <emma:interpretation id="interp14" emma:lang="en-US" emma:confidence="0">
                  <emma:literal>S</emma:literal>
                </emma:interpretation>
              </emma:one-of>
            </emma:emma>
          </inkml:annotationXML>
          <inkml:trace contextRef="#ctx0" brushRef="#br0" timeOffset="3417.7952">2901 525 1429,'0'0'805,"0"0"-705,0 0-100,0 0-123,0 0 10,0 0 113,0 0 6,0 0 66,0 0 61,0 0-7,0 0-49,30 20-12,-16-17-4,-1-2-6,4-1-3,-1 0 15,3 0-2,1-4 5,-1 0 10,1-2-16,1-4-3,0 3-13,-1-4 0,-1 1-10,0-2 23,-1-2-7,1 0-13,3-2-6,-2-2 10,-3-2-10,2 1-13,-5-1 0,1 2 6,-2 0-9,-4 2-3,0-1 0,-4 2 16,-1 1-4,-3-2-12,-1 2-4,0-2 17,-2 2-29,-7-3-22,-4 3-13,-3 2 16,-4 0-16,-3 3 10,0 4-35,-5 2 12,-3 3-9,-3 5 13,-2 6-7,-2 3 16,0 4 16,1 1 3,-1 3-9,2 1 21,3 2-8,4-1-8,5 1-12,2-2 7,10-3-10,3-1-39,6 1 1,3-2 34,4 1 37,9 1 2,4-1 3,5 2 74,5-2-16,6-1-45,0 0-3,5 0 47,0 0-45,2 0-15,-1 1-25,0-1 25,-1 3 0,-2 0-27,-4-2-16,-5 3 43,-2-1 0,-6 1-14,-6 2 10,-3-4 4,-9 2 36,-1 1-17,-3-3 22,-11-1 26,0-1 3,-6-3-41,-2-3 0,2-3 28,-3-3 16,0-2-57,-1-3 0,0-1 41,-2-4 5,3-3-61,3-5 0,0-1 65,1-4 44,7-3-107,0-5-3,6-5 0,6-5-25,0-1-66,15-2-26,7-1 38,10 1 19,5 2-36,8 2-2,7 3 27,2 1-28,5 4-167,2 3-162,-15 6-182,22-6-210</inkml:trace>
        </inkml:traceGroup>
        <inkml:traceGroup>
          <inkml:annotationXML>
            <emma:emma xmlns:emma="http://www.w3.org/2003/04/emma" version="1.0">
              <emma:interpretation id="{44806B8C-C221-417D-9A8B-B7CB72631DDC}" emma:medium="tactile" emma:mode="ink">
                <msink:context xmlns:msink="http://schemas.microsoft.com/ink/2010/main" type="inkWord" rotatedBoundingBox="9918,6509 12733,6609 12702,7480 9887,7380"/>
              </emma:interpretation>
              <emma:one-of disjunction-type="recognition" id="oneOf3">
                <emma:interpretation id="interp15" emma:lang="en-US" emma:confidence="0.5">
                  <emma:literal>RAM</emma:literal>
                </emma:interpretation>
                <emma:interpretation id="interp16" emma:lang="en-US" emma:confidence="0">
                  <emma:literal>RAAM</emma:literal>
                </emma:interpretation>
                <emma:interpretation id="interp17" emma:lang="en-US" emma:confidence="0">
                  <emma:literal>RAMM</emma:literal>
                </emma:interpretation>
                <emma:interpretation id="interp18" emma:lang="en-US" emma:confidence="0">
                  <emma:literal>RMAM</emma:literal>
                </emma:interpretation>
                <emma:interpretation id="interp19" emma:lang="en-US" emma:confidence="0">
                  <emma:literal>RAMA</emma:literal>
                </emma:interpretation>
              </emma:one-of>
            </emma:emma>
          </inkml:annotationXML>
          <inkml:trace contextRef="#ctx0" brushRef="#br0" timeOffset="4861.0086">4643 264 650,'0'0'1975,"0"0"-1640,0 0-309,0 0 6,0 0-13,0 0 112,0 0-16,0 0-45,0 0-12,0 0-58,0 0-16,0-1-67,0 1-3,0 3-17,-2 4-54,-1 10 122,-4 6 35,-1 9 0,-2 8-15,1 5-11,-2 3 26,2 4 12,-1-1 1,0 0-13,1-2 1,2-1 25,-1-6-24,0-1 30,4-5-3,-1-4-3,2-4-25,-3-4 0,2-3 20,0-4-18,0-5-3,2-4-16,-1-4 13,3-2-29,0-2-19,-1 0 12,-2-1 39,0-9 0,0-5-178,0-10 14,0-7 28,3-7 10,0-3-20,0-5-23,0-1 23,0-1 101,5 0-17,-1-1 62,3 0 10,5 3 19,2 2 140,5 4-17,1 2-25,5 4-11,2 6 27,2 4 8,0 5-12,-1 4-20,0 5-36,-2 4-22,-6 3-61,2 4 0,-5 0-77,0 8 77,0 5 4,-5 6 24,1 5 11,-3 5-1,-6 4-22,-4 3 20,0 3-36,-7-3-24,-4-2-30,-2-5 22,-6 0-13,3-5 9,-6-1-8,0-3 8,-2-2 17,-2-3-4,0-3 14,-1-3 9,1-2 25,2 0 1,2-3-10,0-3 29,5 1-3,4-2-10,4 0 26,1 0-4,7 0-3,1 0-47,0 0 8,0 0-12,0 0-76,0 0-94,1 0-46,7 3-7,3 3 130,6 6 67,3 3 26,5 3 0,3 2 19,4 0 56,1 4-73,5-2 56,2-2-57,0 1 41,2-6-26,1 1 0,1-8-16,-1 1-97,0-8-294,-11 0-596,11-6-36</inkml:trace>
          <inkml:trace contextRef="#ctx0" brushRef="#br0" timeOffset="5387.5655">5640 292 1372,'0'0'2009,"0"0"-1850,0 0-159,0 0-3,0 0 3,0 0 66,0 0 1,0 0-67,0 0-16,0 0-82,-6 28 31,3-3 64,1 10-35,-1 6 38,0 7 28,-2 2-15,2 3-13,-5 0 1,2 1-1,0 1 0,-2-2 0,1-2 0,-1-2 3,3-4 51,-1-7-51,3-8-3,0-7 3,1-10 32,2-2-34,0-8-1,0-1 29,0-1 34,0-1-19,0 0 0,0-1 41,0-9-1,0-6-84,3-8-31,2-8 31,1-6-3,-1-4-44,3-5 12,0-3 35,-1-2 6,-1-2-6,2-5-23,1 3 23,2-3 17,0 5-17,0 2 0,3 8 3,-2 8 0,-1 11-3,-3 7-34,-3 7 8,0 6-27,-2 4-58,0 1-25,4 0 28,-1 3 15,4 5 26,6 9 67,1 5 86,2 7-18,4 9-66,-1 6 19,1 3 33,0 5-29,-2 2-12,0 0-12,-3-1 15,1-2-16,-3-3-13,1-4-31,-2-6 2,-1-2-25,-2-3-105,-1-4-130,-1-2-17,-3-4-114,-1-8-194,-4 2 4</inkml:trace>
          <inkml:trace contextRef="#ctx0" brushRef="#br0" timeOffset="5605.6719">5572 819 1337,'0'0'1913,"0"0"-1789,0 0-124,0 0-44,0 0 6,0 0-55,0 0 87,0 0 6,0 0 13,0 0-13,108-55-31,-58 38-21,1 0-44,2 3-103,0-2-20,3 3-17,1-4-7,5-1 146,3-2 6,-17 4-478,18-8-255</inkml:trace>
          <inkml:trace contextRef="#ctx0" brushRef="#br0" timeOffset="6253.2265">6524 465 95,'0'0'401,"0"0"675,0 0-307,0 0-414,0 0-136,0 0-11,0 0 70,0 0-46,0 0-81,0 0-66,0 0-63,-28-17-22,28 21-72,0 5-29,0 7 92,0 8 9,0 5 2,3 3 17,2 4-4,0 1 7,-1 3-22,-1-2 2,0 2 2,-1-2 8,-1-2-12,1-6-12,-2-2 11,1-8 1,-1-4 0,1-7-16,1-4 16,-1-1 0,-1-4 16,0 0 12,0 0 10,0-1-7,3-9-18,-1-4-13,2-9-11,0-7 9,0-4-34,2-6 11,-3-4 10,-1-2-8,-2-2-33,0-3-23,0 2 31,0 2 20,0 5 9,0 9 19,0 5 1,0 9 30,0 7-20,0 6-9,0 2-4,0 3-12,0 1-43,0 0-25,1 0-30,1 4-31,1 3 31,3 7 108,3 6 4,1 2 32,6 2-16,0 3-16,4-2 29,2-2 22,1-4-38,4-1 19,-1-4 26,3 1 8,1-6-31,1-3-22,0-1 41,1-4-3,0-1-32,-1-1 0,0-6 25,-4-4 1,0 0-42,-2-3 19,-3-3 19,1 0 10,-3-2-39,0-3-11,0-2 31,0-1 9,-2-1-41,-3-3 0,-1 0 9,-2 2 25,-4 2-34,-4 3-22,-1 5 22,-2 4-2,-1 7-5,2 0-27,-2 6-23,0 0-19,0 1-60,0 10 12,-2 6 124,-1 6 47,-1 8-44,-2 6 0,2 6 32,1 0-16,0 6-16,3 2 16,0-1 42,-1 2-52,1 3-9,0-3-13,0-2 12,0-2 0,1-4-20,5-3-10,0-6-61,2-5-99,0-9-114,0-5-281,2-6-612</inkml:trace>
        </inkml:traceGroup>
        <inkml:traceGroup>
          <inkml:annotationXML>
            <emma:emma xmlns:emma="http://www.w3.org/2003/04/emma" version="1.0">
              <emma:interpretation id="{0737A250-B940-44F8-A9DF-5CD1790B0718}" emma:medium="tactile" emma:mode="ink">
                <msink:context xmlns:msink="http://schemas.microsoft.com/ink/2010/main" type="inkWord" rotatedBoundingBox="13429,6524 16023,6617 15965,8243 13371,8151"/>
              </emma:interpretation>
              <emma:one-of disjunction-type="recognition" id="oneOf4">
                <emma:interpretation id="interp20" emma:lang="en-US" emma:confidence="0.5">
                  <emma:literal>chip</emma:literal>
                </emma:interpretation>
                <emma:interpretation id="interp21" emma:lang="en-US" emma:confidence="0">
                  <emma:literal>chips</emma:literal>
                </emma:interpretation>
                <emma:interpretation id="interp22" emma:lang="en-US" emma:confidence="0">
                  <emma:literal>Chip</emma:literal>
                </emma:interpretation>
                <emma:interpretation id="interp23" emma:lang="en-US" emma:confidence="0">
                  <emma:literal>Chips</emma:literal>
                </emma:interpretation>
                <emma:interpretation id="interp24" emma:lang="en-US" emma:confidence="0">
                  <emma:literal>chirp</emma:literal>
                </emma:interpretation>
              </emma:one-of>
            </emma:emma>
          </inkml:annotationXML>
          <inkml:trace contextRef="#ctx0" brushRef="#br0" timeOffset="6799.9876">8417 518 411,'0'0'623,"0"0"-90,0 0-243,0 0-53,0 0 9,36-66-10,-36 56-43,0 2-38,0 1-11,-10-3-10,-1 4 3,-5 0-41,-6 0-64,-2 4-30,-4 2 14,-2 0-14,-2 3-1,2 8 1,-2 5-2,2 2 0,1 3-13,-1 6 10,1 4-25,2 4-4,2 2 0,2 4-6,6-2-4,5 1-2,6-1-8,5-2 8,1-4 2,9-3-3,5-5-12,9-5 18,3-4-15,9-5-20,5-6 25,6-5-89,7-4-65,1-10-121,5-8-192,-13 4-51,23-18-23</inkml:trace>
          <inkml:trace contextRef="#ctx0" brushRef="#br0" timeOffset="7966.7276">8894 345 124,'0'0'368,"0"0"-237,-18-78 16,6 56 553,-1 1-294,-1 4-23,3 6-21,3 4-72,1 5-82,2 2 16,2 0-37,-1 0-54,1 0-79,0 1-54,0 9 0,0 4-16,-1 5-3,0 8 19,3 5 56,-1 6 7,2 5-16,0 3-44,0 2 41,0 4 19,2-2-60,-1 0 0,1 0 32,0-2 15,2-4-50,-1-6 0,2-4 4,1-8 35,2-2-39,-2-6-22,4-4 21,-3-5 1,2-3-45,2-4 14,-2-2 31,3 0 17,3-7-17,1-5-18,4-4 18,3-6-16,-1-2-56,1-6-7,2 2 29,-2 0-1,0 0-15,-1 4 22,0 5 41,-3 2-9,-1 5-42,-1 6 0,-6 4 22,1 2 13,-1 0-32,-3 7 51,0 5 3,-1 5 77,1 3-35,-3 4-14,1 5 13,-1-2-2,-1 0-40,3-2 14,-1 0 15,3-2 1,-1-4-32,4-1 0,-1-4 10,3-2 6,1-3-16,4-4 0,1-2 45,3-3 6,4-1-51,-1-7-7,4-4 7,-1-3 0,2-3-75,-3-1-45,-2-2 25,-1-1 25,-3-1-35,-2 3-19,-4-3 15,-4 3 22,-3 3 10,-4 3 13,-3 5 64,-2 4 33,0 2-5,0 3-27,0 0 30,-2 0 1,-3 3-32,1 4-28,-2 4 28,-1 4 54,3 3 4,2 0-29,2 3 9,0-2-6,3 2 6,5-2 4,3-1 5,0-3-34,4 0 3,1-5-15,1-1 31,3-3-10,2-2-9,2-2-10,3-2-1,1-2 1,1-7-3,-1-1-28,3-3-4,-4-1 32,2-4 0,-1 0 2,-3 0 1,1-2 26,0-3-16,-1-1-13,-2 1-1,-2-2 0,-1 2-12,-2 4 11,-2 2-14,-5 5 15,-3 5-2,-2 3-36,-3 3-8,0-1-1,-3 2 3,0 0 3,0 6 42,3 4 90,-3 5 41,0 4-58,0 5-29,0 4-12,0 3-16,-1 1-13,-5 7 10,-2 3 2,0 6 1,-2 2 0,1 5-15,-3 6 15,1 2 9,0 3-3,2-2-22,-1 1 0,1 0 16,0-5-16,1 0 3,2-5 32,1-3-7,-1-6-27,2-5 12,2-6 0,1-6-1,1-8-9,0-5-2,0-8 11,0-3-11,0-3-1,0-2 19,1-5 16,2-10-21,6-6-14,-1-12-31,4-6-1,1-9 1,-2-6-35,1-6-17,-1-7 14,-2-7-17,-2-7-44,0-8 12,-2-2 16,1-4 77,2-1 25,1 5 48,5 6 22,2 9 39,4 9-33,2 12 13,2 7 13,3 10-17,-2 5-38,1 12-6,-3 5 10,-4 4-21,1 7-30,-6 4-19,1 1 19,-1 5 35,-1 7-10,1 6 6,-2 6-6,-4 7-18,-4 9-7,-4 4-16,-4 3 13,-10 3 0,-6 3 3,-5-3-41,-3-2 10,-1-4-14,-1-5-27,1-5-20,1-4 1,0-5-17,-2-6-54,-2-5-75,-4-4-46,-1-6-162,8-4-236,-18-9-84</inkml:trace>
          <inkml:trace contextRef="#ctx0" brushRef="#br0" timeOffset="8129.5439">9611 331 1759,'0'0'1309,"0"0"-1309,0 0-19,0 0-187,0 0 42,0 0 16,0 0-72,0 0-312,0 0-539</inkml:trace>
        </inkml:traceGroup>
      </inkml:traceGroup>
    </inkml:traceGroup>
    <inkml:traceGroup>
      <inkml:annotationXML>
        <emma:emma xmlns:emma="http://www.w3.org/2003/04/emma" version="1.0">
          <emma:interpretation id="{84DACED5-1E6D-4AD5-B838-3A514B5F2C42}" emma:medium="tactile" emma:mode="ink">
            <msink:context xmlns:msink="http://schemas.microsoft.com/ink/2010/main" type="paragraph" rotatedBoundingBox="5553,8639 9033,8710 9008,9889 5529,9818" alignmentLevel="2"/>
          </emma:interpretation>
        </emma:emma>
      </inkml:annotationXML>
      <inkml:traceGroup>
        <inkml:annotationXML>
          <emma:emma xmlns:emma="http://www.w3.org/2003/04/emma" version="1.0">
            <emma:interpretation id="{F478B079-692D-4774-9AFF-F4E26EA0A2C9}" emma:medium="tactile" emma:mode="ink">
              <msink:context xmlns:msink="http://schemas.microsoft.com/ink/2010/main" type="line" rotatedBoundingBox="5553,8639 9033,8710 9008,9889 5529,9818"/>
            </emma:interpretation>
          </emma:emma>
        </inkml:annotationXML>
        <inkml:traceGroup>
          <inkml:annotationXML>
            <emma:emma xmlns:emma="http://www.w3.org/2003/04/emma" version="1.0">
              <emma:interpretation id="{97E4BCBD-3302-498D-B39A-8759E07F03C2}" emma:medium="tactile" emma:mode="ink">
                <msink:context xmlns:msink="http://schemas.microsoft.com/ink/2010/main" type="inkWord" rotatedBoundingBox="5553,8639 9033,8710 9008,9889 5529,9818"/>
              </emma:interpretation>
              <emma:one-of disjunction-type="recognition" id="oneOf5">
                <emma:interpretation id="interp25" emma:lang="en-US" emma:confidence="0.5">
                  <emma:literal>1644</emma:literal>
                </emma:interpretation>
                <emma:interpretation id="interp26" emma:lang="en-US" emma:confidence="0.5">
                  <emma:literal>16 XY</emma:literal>
                </emma:interpretation>
                <emma:interpretation id="interp27" emma:lang="en-US" emma:confidence="0.5">
                  <emma:literal>164 4</emma:literal>
                </emma:interpretation>
                <emma:interpretation id="interp28" emma:lang="en-US" emma:confidence="0">
                  <emma:literal>164×4</emma:literal>
                </emma:interpretation>
                <emma:interpretation id="interp29" emma:lang="en-US" emma:confidence="0">
                  <emma:literal>16 44</emma:literal>
                </emma:interpretation>
              </emma:one-of>
            </emma:emma>
          </inkml:annotationXML>
          <inkml:trace contextRef="#ctx0" brushRef="#br0" timeOffset="9022.3882">262 2276 411,'0'0'2113,"0"0"-1855,0 0-213,0 0 3,0 0 62,0 0 34,0 0-68,0 0-60,0 0 10,0 0-26,0 0-70,-18 12-36,13 7 52,-3 9 5,-1 10-2,1 4 0,1 10 25,1 3 26,-1 7-1,-3 2-54,3 3 55,-4 0 26,0-2-26,1-3 0,0-5 3,0-9 10,6-10-13,2-8-64,2-6-36,0-8-36,7-7-132,8-6-219,2-6 51,-1-6 0,13-24-337</inkml:trace>
          <inkml:trace contextRef="#ctx0" brushRef="#br0" timeOffset="9417.8697">940 2316 1497,'0'0'1120,"0"0"-1078,0 0-42,0 0-67,0 0 67,0 0 26,0 0 22,-83 72 26,60-45-16,1 7-45,2 2-12,0 6 25,4 6 2,0 2-27,2 5 14,1 2 46,4-1 13,3 1-23,2-1-22,4-5 47,0-4 8,4-4-72,8-7-11,4-6 25,1-4 22,8-7-45,2-5 10,3-4 12,5-4 32,1-6-31,4 0-10,0-12 25,1-4 6,-1-3-31,-2-4-14,-4-3 24,-2-2 12,-3 1-38,-6 0 0,-6 1-2,-6 4-1,-3 2-50,-7 2-14,-1 2 32,-11 2-9,-4 2-52,-10 2-102,-6 2 19,-5 3 41,-3 3 35,-2 2 39,0 1 35,2 7-1,3 3-8,4 2-14,5 1-12,5 2 5,5-1-57,9-1-137,5-2-176,3-5-95,6-1-76</inkml:trace>
          <inkml:trace contextRef="#ctx0" brushRef="#br0" timeOffset="9653.8048">1770 2450 1398,'0'0'1023,"0"0"-984,0 0-39,0 0-123,0 0 123,0 0 6,0 0 140,38 86-4,-16-59-20,2 2-32,7 1-6,4 2-44,4 5-40,3-1-3,0 2 1,0 2-20,-2 0 18,2-1-18,-3-2-36,-2-4-90,-2-3-65,-2-7-75,-3-6-104,-7-7-74,6-7-45</inkml:trace>
          <inkml:trace contextRef="#ctx0" brushRef="#br0" timeOffset="9887.6446">2235 2518 992,'0'0'1739,"0"0"-1578,-97 50-159,64-28 36,-3 6 129,4 3 28,2 3-33,5-1-67,-1 3-19,5 0-28,2 2-48,3 2 1,5 0-2,1 1 1,1-2-48,6 2-28,-1-5 7,2-6-30,2 0-51,0-6-80,3-3-105,6-4-95,-2-8-271,7-7 17</inkml:trace>
          <inkml:trace contextRef="#ctx0" brushRef="#br0" timeOffset="10234.2901">3073 2348 1099,'0'0'2010,"0"0"-1771,0 0-239,0 0-44,0 0 44,0 0 150,0 0-1,0 0-54,0 0-51,0 0 3,0 50-9,-5-27-37,-1 5 1,-3 4 46,1 4-17,-3 1-31,0 7 0,1 0 0,0-1 3,-3 0-3,6-2-25,-1-2 22,4-5 3,1-1-32,3-6-24,0-3 53,6-5 0,4-2-37,7-2 40,4-3 48,6-3 5,6-3-53,6-1-2,3-4 2,4-1-2,3-6-42,1-1-16,-1-5-16,0 1-50,-2-2-145,-3-1-151,-11 3-263,9-8-427</inkml:trace>
          <inkml:trace contextRef="#ctx0" brushRef="#br0" timeOffset="10445.652">3610 2590 3261,'0'0'378,"0"0"-293,0 0-44,-83 60 10,63-31 46,4 5 45,2 4-32,2 10-70,5 5 7,2 3 3,3 7-1,2 4-49,0 1-52,3 2-23,-2-3-53,-1-3-108,0-2-93,-10-6-175,0-14-231,-20 11-490</inkml:trace>
        </inkml:traceGroup>
      </inkml:traceGroup>
    </inkml:traceGroup>
    <inkml:traceGroup>
      <inkml:annotationXML>
        <emma:emma xmlns:emma="http://www.w3.org/2003/04/emma" version="1.0">
          <emma:interpretation id="{BE03CDA1-461A-4BFD-A3B1-1627CFBFFA07}" emma:medium="tactile" emma:mode="ink">
            <msink:context xmlns:msink="http://schemas.microsoft.com/ink/2010/main" type="paragraph" rotatedBoundingBox="1851,11064 25601,11727 25544,13769 1794,13107" alignmentLevel="1"/>
          </emma:interpretation>
        </emma:emma>
      </inkml:annotationXML>
      <inkml:traceGroup>
        <inkml:annotationXML>
          <emma:emma xmlns:emma="http://www.w3.org/2003/04/emma" version="1.0">
            <emma:interpretation id="{B83C0272-F6C9-483B-92A7-EC3049454794}" emma:medium="tactile" emma:mode="ink">
              <msink:context xmlns:msink="http://schemas.microsoft.com/ink/2010/main" type="inkBullet" rotatedBoundingBox="1847,11219 3189,11256 3144,12880 1802,12842"/>
            </emma:interpretation>
            <emma:one-of disjunction-type="recognition" id="oneOf6">
              <emma:interpretation id="interp30" emma:lang="en-US" emma:confidence="1">
                <emma:literal>2)</emma:literal>
              </emma:interpretation>
              <emma:interpretation id="interp31" emma:lang="en-US" emma:confidence="0">
                <emma:literal>2</emma:literal>
              </emma:interpretation>
              <emma:interpretation id="interp32" emma:lang="en-US" emma:confidence="0">
                <emma:literal>2))</emma:literal>
              </emma:interpretation>
              <emma:interpretation id="interp33" emma:lang="en-US" emma:confidence="0">
                <emma:literal>24)</emma:literal>
              </emma:interpretation>
              <emma:interpretation id="interp34" emma:lang="en-US" emma:confidence="0">
                <emma:literal>2S</emma:literal>
              </emma:interpretation>
            </emma:one-of>
          </emma:emma>
        </inkml:annotationXML>
        <inkml:trace contextRef="#ctx0" brushRef="#br0" timeOffset="14551.5112">-2747 4876 1740,'0'0'1279,"0"0"-1263,0 0-16,0 0-241,0 0 186,0 0 55,86 30 106,-50-12 16,5 8 10,4 5-62,3 7-57,1 6 25,0 8-34,-6 12 34,-4 6-38,-10 10 16,-7 11 0,-11 5-16,-11 8-14,-7 4-47,-13-1-89,-10-2-52,-8-4-1,-7-7 25,-6-5-51,-6-6-76,-3-7-144,15-20-32,-27 8-38</inkml:trace>
        <inkml:trace contextRef="#ctx0" brushRef="#br0" timeOffset="14301.8998">-3529 5326 699,'0'0'1204,"0"0"-1100,0 0-81,0 0 45,0 0 136,-47-65 35,45 53-81,2-1-67,0 1-8,2-4-19,7 0-61,2-1 19,1 1 26,3 2 36,3 1-52,-1 3-30,2 3 10,1 2-12,0 4-73,-2 1-43,3 4 113,1 9 3,-2 4 23,0 6 25,-1 8 42,-5 5-27,-4 7-50,-1 5-13,-8 1-12,-1 0 10,-6 0-10,-6-5-14,-2-3 24,-3-5 2,1-3-19,-4-3 3,0-4 16,1-3 23,-4-4-7,-1-2-3,-1-3 19,4-4 0,1-3 6,0-2 20,5-4-11,1-1 17,5 0-42,2 0 45,2-2-13,1-5-45,1-2-9,3-3-15,0 1-17,3-2 0,6 1 0,2 1 32,5 2 1,2 3-1,3 2-31,5 2-27,3 2-18,5 3 60,1 5-64,5 5 79,2 1-21,3 2 8,1 1 12,0 1-24,3 2 26,-1-4 35,-1-1-7,2 0-27,-3-5 8,1-2-9,-5-4-58,-1-4-169,-3-3-225,-3-8-131,-11-1-194,3-17-333</inkml:trace>
      </inkml:traceGroup>
      <inkml:traceGroup>
        <inkml:annotationXML>
          <emma:emma xmlns:emma="http://www.w3.org/2003/04/emma" version="1.0">
            <emma:interpretation id="{B20AF96E-1563-4834-84B7-72C79578B57B}" emma:medium="tactile" emma:mode="ink">
              <msink:context xmlns:msink="http://schemas.microsoft.com/ink/2010/main" type="line" rotatedBoundingBox="5454,11165 25601,11727 25544,13769 5398,13208"/>
            </emma:interpretation>
          </emma:emma>
        </inkml:annotationXML>
        <inkml:traceGroup>
          <inkml:annotationXML>
            <emma:emma xmlns:emma="http://www.w3.org/2003/04/emma" version="1.0">
              <emma:interpretation id="{EBFF3CDF-A80B-4D9D-95B5-13980E633BB4}" emma:medium="tactile" emma:mode="ink">
                <msink:context xmlns:msink="http://schemas.microsoft.com/ink/2010/main" type="inkWord" rotatedBoundingBox="5454,11165 11608,11336 11567,12827 5413,12655"/>
              </emma:interpretation>
              <emma:one-of disjunction-type="recognition" id="oneOf7">
                <emma:interpretation id="interp35" emma:lang="en-US" emma:confidence="0.5">
                  <emma:literal>10247×48</emma:literal>
                </emma:interpretation>
                <emma:interpretation id="interp36" emma:lang="en-US" emma:confidence="0">
                  <emma:literal>1024448</emma:literal>
                </emma:interpretation>
                <emma:interpretation id="interp37" emma:lang="en-US" emma:confidence="0">
                  <emma:literal>10244×48</emma:literal>
                </emma:interpretation>
                <emma:interpretation id="interp38" emma:lang="en-US" emma:confidence="0">
                  <emma:literal>1024748</emma:literal>
                </emma:interpretation>
                <emma:interpretation id="interp39" emma:lang="en-US" emma:confidence="0">
                  <emma:literal>102448</emma:literal>
                </emma:interpretation>
              </emma:one-of>
            </emma:emma>
          </inkml:annotationXML>
          <inkml:trace contextRef="#ctx0" brushRef="#br0" timeOffset="34348.1322">201 5225 346,'0'0'1633,"0"0"-1445,0 0-164,0 0-24,0 0-42,0 0 16,0 0 26,0 0 30,0 0 6,0 0-14,-10 75 8,6-44 5,-2 5 17,0 1-26,0 3 0,-3 2 13,0 3 12,-1 3-12,-5 1 32,4 4-10,-5 1-9,3 0-19,-2-1-33,1-3-1,1-3-28,0-5-6,3-5-14,3-6-18,-2-8-4,5-5-85,4-7-122,0-6-161,1-4-85,15-9-95</inkml:trace>
          <inkml:trace contextRef="#ctx0" brushRef="#br0" timeOffset="34751.0038">838 5326 1793,'0'0'622,"0"0"-554,-76 46-68,47-28-48,-3 5 48,-1 2 73,4-1 101,-1-1-3,6 0-20,3 0-1,4 0-60,5 1-58,5 1-29,6 3 0,1 1-3,3 2-1,8 1-25,5-2 26,4-5 0,3-2 13,5-5 16,3-2 19,1-3-10,3-5-16,2-3-3,-1-4 10,3-1 12,-2-2-12,0-8-26,-3 0 38,-2-4-3,-2-4-9,-2 0-7,-7-3 19,-1-1-3,-2-2-13,-7 0 3,1-2 10,-7-1-13,-5 0-25,0 0-3,0-1-16,-11 0-3,-2-1-56,-7-1-46,-3 2-22,-6-3-38,-3 3-2,0 2 7,0 5 63,4 4-55,2 9-32,7 5-11,6 3-130,6 3-163,2 11-168</inkml:trace>
          <inkml:trace contextRef="#ctx0" brushRef="#br0" timeOffset="35267.7409">1514 5471 2767,'0'0'487,"0"0"-487,0 0-28,0 0-75,0 0 103,0 0 77,0 0-10,0 0-65,0 0 43,0 0-4,0 0-41,29-79-9,0 66 9,0 2 24,-1-1-24,1 6 0,-1 1 54,-4 2 0,-5 2-54,1 1-38,-1 4 38,-5 4-2,3 4-5,-7 4 7,1 3 41,-4 6 16,-6 3-57,-1 5-11,-7 3 11,-7 2 0,-5-1-19,-1 0-26,-5-2 33,-1-3 11,-3-2-17,1-3-2,-3-2 20,1-2 32,1-5-30,3-4 11,6-2 22,3-4 9,8-4-44,3-1-7,3-2 7,3-1 0,0 0-64,6 0-34,9-2 69,8-2 29,7 0 1,8-2-1,6 3 13,5-1 0,6-1-13,4 3 0,3 0 6,0 0-6,-2 1-10,1 1-34,-5-1-33,0 0-147,-5-2-104,-1-2-34,-2-2-209,-12 1-63,10-12-126</inkml:trace>
          <inkml:trace contextRef="#ctx0" brushRef="#br0" timeOffset="35616.2466">2631 5092 2689,'0'0'548,"0"0"-372,0 0-84,0 0-49,0 0-42,0 0 42,0 0 56,0 0-58,0 0-41,0 0 0,0 0 3,-40 64 16,34-26-7,-3 6-9,0 3 23,-3 1-25,0 0-1,-1-1-1,-1-3 1,-2 0 1,4-4-1,1 0-2,-1-5 1,5-5-3,3-3 1,4-4 2,0-5-11,1-1-7,9-4-22,6 0 9,7-3 13,5-2 19,7 1 13,7-4-10,6-1 15,2-2-18,2-1-13,4-1-9,-5 0 6,2 0 14,-3-4-23,-5-2-23,-3 4-95,-2-1-44,-5 2-105,-5 0-39,-2 1-112,-4-1-145,-8-2 2,1 1-115</inkml:trace>
          <inkml:trace contextRef="#ctx0" brushRef="#br0" timeOffset="35856.6107">3037 5435 2244,'0'0'475,"0"0"-266,0 0-90,0 0-23,0 0 3,0 0 9,-85 64 38,75-33 10,0 3-21,2 2-75,0 1-41,4 3 19,-2 4 6,2 4-44,1 5-1,0 3 1,-3 0 15,-1 3-15,-2-2-72,-3-1-19,-2-5-1,0-1-72,1-5-36,-1-5-107,2-7-176,3-9-561,1-6-173</inkml:trace>
          <inkml:trace contextRef="#ctx0" brushRef="#br0" timeOffset="36529.5884">3761 5307 303,'0'0'1793,"0"0"-1521,0 0-240,0 0-32,0 0 0,0 0 49,0 0 86,0 0 11,78 26-11,-54-10-26,6 3-13,3 5-6,5 4 5,1 2-37,5 3-17,1 3 4,1 1-44,-1 3 15,1-3 3,-4 2-17,-3-3 1,-1-3-3,-3-2-1,-3-3-18,-6-3-22,-1-3-48,-4-4-58,-5-4-62,1-3-51,-6-1-57,-2-6-78,-3 0-197,-1-4-27</inkml:trace>
          <inkml:trace contextRef="#ctx0" brushRef="#br0" timeOffset="36830.0087">4438 5252 2985,'0'0'377,"0"0"-377,0 0-3,0 0-43,0 0 46,-89 50 60,70-26-9,-4 5 3,0 5-6,0 5-13,0 4-16,0 5 25,1 4-8,0 0-36,2 0-3,-1 0 3,2-3 0,-1-1-25,0-5-4,2 0 13,-2-4 14,1-2-58,2-2-32,0-5 50,1 0-8,0-4-72,5-3-15,-1-4-4,2-2-55,3-3-82,1-2-88,5-5-150,1 0-57,0-3-177</inkml:trace>
          <inkml:trace contextRef="#ctx0" brushRef="#br0" timeOffset="39458.6888">5454 5198 271,'0'0'172,"0"0"-93,0 0-53,0 0 16,0 0 27,0 0 55,0 0 231,0 0-150,0 0-91,0 0-26,23-37 6,-21 33 39,1-2 33,0 4 16,-2-2-17,-1 2-36,2-1-19,-2 2-23,0 1-19,1-1-7,-1 1 10,0 0-3,0 0-7,0 0-10,0 0-3,0 0-13,0 0-12,0 0-23,0 0-1,0 5-2,0 3-17,-3 8 20,-1 5 3,-2 7 33,-2 3-8,1 3-8,-3 2 15,-1 1-19,-2-1-16,0 1 1,-2 0 1,1-1 8,-1 0-10,1-1-16,1-4 14,0-1 2,0-5-12,3-1 11,0-5 1,1-1 0,4-4-2,-1-5-11,2 0 13,2-5 0,1 0-3,1-3-12,0-1 15,0 0 0,0 0-25,0 0-13,1 0 15,5-1 7,1-3 16,6-3 0,4 1 0,4 0-1,5-1-2,2 2-30,7 0 32,4 2 1,1 1-2,4 0-11,4 2 13,3 0 32,-1 0-6,2 0-10,-3 0 5,2 4-21,-4 0-2,-4 1-14,-4 0 16,-1 1-16,-7 0-16,-4-1-29,-4 0-29,-6 1-65,-4-1-51,-6-3-40,0 1-78,-6-2-157,-1 0 12,0-1-20,-6 0-23</inkml:trace>
          <inkml:trace contextRef="#ctx0" brushRef="#br0" timeOffset="41657.387">5603 5728 1289,'0'0'660,"0"0"-427,0 0-233,0 0-107,0 0-97,0 0 60,0 0 144,0 0 62,0 0 35,0 0 62,0 0-39,60 16-36,-38-16-25,1-4-14,0-3 7,1-3 3,2-2-23,2-3 0,-3-3 13,3-3 17,-3-3 9,2-1 6,0 0 10,-2-4 19,1 1-36,-2 0-6,-2-1 13,-2 1 6,0 0-16,-2 0-19,-3-1 0,-2 2-10,-2-1-19,-2-2-3,-1 1-4,-2-1 4,-4 0-14,1 1 2,-3 2 18,0 1-3,-4 3-7,-3 1 1,-4 3 12,-3 1-12,-2 2-13,-2 3-3,-5 2 1,-1 4 2,-6 2-3,-2 5-29,-3 0 13,-4 6 6,0 6-3,-2 5 4,1 1-1,0 3 11,1 2-14,1 3 1,2-1 15,2 4 0,3 0-20,3 2-2,3 0 9,3 1 10,2 3-32,4-3 3,2 3 13,5-2 6,3-2-25,1 0 3,5-2 6,0-3 0,10 0 7,0 0-16,6 0 38,1-2 1,5-1 18,-1-2-18,4 0 28,2-2-16,2 0-12,1-1 0,2 1 10,1 1 18,-1-1-6,1 0-7,-3 1 19,1 2-7,-1-2-28,-3 3 0,1 0 7,-4 3 31,-2 1-36,-5 0-1,0 2 44,-7-1-11,-1 0-18,-3-1-3,-5-1 31,-1-1 4,-7 2-45,-6-2 10,-3 1 28,-6-2 6,-2-1-47,-5-2 2,-4-1 12,0-4 7,-3-2-21,-3-2 0,2-6 19,-2-3 0,1-3-19,-1-1 0,6-8 9,-1-6-2,5 0-7,2-6-20,5-2 20,3-5 0,7-6-33,6-3-20,6-5 27,3-4-2,15 0-32,6 0-10,10-1 22,5 2 7,9-1-35,3 3 2,4 0 39,2 4 13,2 5-33,2 4-37,1 7-78,0 1-182,0 7-169,-15 3-191,15-4-448</inkml:trace>
          <inkml:trace contextRef="#ctx0" brushRef="#br0" timeOffset="39730.8993">5925 5453 889,'0'0'1002,"0"0"-473,0 0-345,0 0-126,0 0-56,0 0 27,0 0 80,-38 77 110,30-43-37,0 4-79,0 4-24,-1 4 16,0 2-25,1 0-25,-3 0-7,2-2 15,-1 0 11,-4-2-63,2-3 0,-1-2 13,0-3-14,-1-3-25,-2-2-35,3-3 19,-1-7-26,2 0-66,3-7-48,0-4-46,1-3-137,5-5-231,0-2-441</inkml:trace>
        </inkml:traceGroup>
        <inkml:traceGroup>
          <inkml:annotationXML>
            <emma:emma xmlns:emma="http://www.w3.org/2003/04/emma" version="1.0">
              <emma:interpretation id="{64A53A99-3208-46AC-8325-6129B4F14D05}" emma:medium="tactile" emma:mode="ink">
                <msink:context xmlns:msink="http://schemas.microsoft.com/ink/2010/main" type="inkWord" rotatedBoundingBox="12967,11696 16106,11784 16058,13505 12919,13417"/>
              </emma:interpretation>
              <emma:one-of disjunction-type="recognition" id="oneOf8">
                <emma:interpretation id="interp40" emma:lang="en-US" emma:confidence="0.5">
                  <emma:literal>using</emma:literal>
                </emma:interpretation>
                <emma:interpretation id="interp41" emma:lang="en-US" emma:confidence="0">
                  <emma:literal>Using</emma:literal>
                </emma:interpretation>
                <emma:interpretation id="interp42" emma:lang="en-US" emma:confidence="0">
                  <emma:literal>urine</emma:literal>
                </emma:interpretation>
                <emma:interpretation id="interp43" emma:lang="en-US" emma:confidence="0">
                  <emma:literal>users</emma:literal>
                </emma:interpretation>
                <emma:interpretation id="interp44" emma:lang="en-US" emma:confidence="0">
                  <emma:literal>usury</emma:literal>
                </emma:interpretation>
              </emma:one-of>
            </emma:emma>
          </inkml:annotationXML>
          <inkml:trace contextRef="#ctx0" brushRef="#br0" timeOffset="43540.616">7653 5534 772,'0'0'2124,"0"0"-1868,0 0-256,0 0-29,-12-73-22,10 59 51,1 6 26,1 2 38,-2 2 3,1 3 13,1 1-29,0 0-51,-2 0-4,2 0-27,0 0-14,-3 7-3,-3 5 19,-1 9-6,-3 6 16,0 7 6,-2 6 13,0 4 0,0 3-13,2 1 4,1 1 9,5-2 45,1-1-10,3-4-7,0-2 24,2-8 2,6-2-38,4-5-16,2-7 0,3-6-3,1-4-36,3-7 30,5-1 9,3-11 21,1-5-21,2-5-32,3-4-9,-1-4-39,-2-1-10,-2 0 29,1-2 60,-3-2 1,1 0 0,-2-2 0,-1 0 16,-4 3-13,-2 2-3,-7 5-35,-1 7 9,-5 7 7,-4 6-3,-2 3 22,-1 3 19,0 0-6,0 7-13,-4 5-29,-2 4 27,-2 6 0,1 2-18,1 5 20,3-1 34,1 0 26,2 2-34,5-2-13,6 2 38,4 0 4,2-4-39,8 2 3,0-5 3,7-3-2,3-4-20,2-6-3,6-5 3,1-5 0,2 0-19,-2-10-35,4-4 9,-5-5-16,0-4-19,-2-1 32,-2-2 48,-2-2 19,-4-2-17,-1-1 0,-2 1 34,-4-1 8,-1-3-15,-5 1-3,-4-1 25,-3 1 7,-5-1-33,-3 4-12,-4 0 22,-1 3-1,0 6-33,-3 7-1,0 5 45,0 6 12,2 3-57,-1 0-44,2 1-14,-1 7-31,0 8-4,1 7 48,0 4 45,0 3-1,0 3 0,1 1-24,3-1 25,-1 2 23,2 1-21,1 0-2,-2 0 23,1-1 25,-2-2-10,-1-1-36,-1-3 11,-1-4-10,0-1-3,0-6 3,-3-1-3,-1-6 23,-3-2-23,0-3 0,-1 0 0,-4-2-29,1-2-48,-3 0 0,-2-2 39,2-2 19,-4-4-14,4-1 9,-2 0 24,4-1 19,1 2-3,5-1-13,1 2 13,2 2 10,3 2-26,0 0-6,4 1-7,6 0 13,7 0 35,-1 2 20,7 3-26,0 2-17,3-1 0,2 1-12,0-1 0,1-1 0,0-1 19,0-3 7,3-1 28,1 0-12,1-2-4,1-6 0,2-2 10,0-5 19,0 2 28,0-4-32,-1 2-41,-4-2-22,0 1-1,-3 3-14,-4-1-4,-3 3 6,-2-1-6,0 0-3,-5 2 3,-1 1 16,-4 2-16,-1 1-4,-3 3-12,-2 2 10,2 1 3,-2 0-1,-1 4 23,2 5 3,0 4 23,-2 4-4,2 2-19,2 3-1,-2 1 9,3-1-11,-1-1-19,4-1 19,2-3 11,2 0-11,1-4-12,4-3 12,-1-1 3,4-4 0,0-3-3,3-2 2,-1 0-2,0-3 0,1-5-12,1-2 9,-1-2-10,2-2 0,-2 0 12,-2-1 1,2-1 0,-3-1-13,-1 2-9,-2 0 19,-1 1 0,-1 2-20,-2 2 4,0 4 19,-3 2-2,-1 4-27,-1 0 12,-1 3 17,-2 3 26,1 5-24,-3 0-1,0 3 18,1 2 13,2-1-32,0 3 0,1-3 26,2-1 1,-1 0-27,0-3-1,4-2 1,-2 0 18,2-2-18,-1-3 0,1-3 22,1 0 10,4-1-19,2-2-11,1-5 23,2-3 10,3-2-31,-2-2-2,0 1 32,-3-1-34,2 1 0,-4 0-28,-5 2 28,0-1 0,-4 0-10,-4 4-2,-4 0 12,-1 3 28,-3 1-26,0 1 11,0 2 19,-3 0-32,-1 1-13,-3 0-20,0 5 33,-2 2 18,2 8-18,-4 0 0,2 7 51,0 4 3,-1 3-32,2 2-9,-1 2 31,1 1-8,2 1-36,-2 2-3,2 3 3,-2 1 16,-1 4-16,1 3-13,-3 1 13,0 4 0,1 0 0,-2 2-9,1 0 9,-1 1 0,0-2 0,0-2-41,0-3 39,-1-2-1,3-5-41,0-3-13,-1-5 6,0-4-38,1-2-38,0-4-42,-1-5-1,0-5-67,-3-4-115,1-3-140,0-3-146,-4-4 68</inkml:trace>
          <inkml:trace contextRef="#ctx0" brushRef="#br0" timeOffset="43790.8952">9904 5417 1656,'0'0'1063,"0"0"-941,0 0-64,0 0-29,0 0 3,0 0 19,0 0-22,0 0-29,0 0-45,0 0-25,0 0-4,-56-22-42,56 22-91,5 5-12,-1 3-128,3-3-225,-1 4-155</inkml:trace>
        </inkml:traceGroup>
        <inkml:traceGroup>
          <inkml:annotationXML>
            <emma:emma xmlns:emma="http://www.w3.org/2003/04/emma" version="1.0">
              <emma:interpretation id="{7CD62DB5-064C-4EE9-A1F1-D5DE6F84C4FD}" emma:medium="tactile" emma:mode="ink">
                <msink:context xmlns:msink="http://schemas.microsoft.com/ink/2010/main" type="inkWord" rotatedBoundingBox="17540,11906 19561,11604 19717,12655 17697,12957"/>
              </emma:interpretation>
              <emma:one-of disjunction-type="recognition" id="oneOf9">
                <emma:interpretation id="interp45" emma:lang="en-US" emma:confidence="0.5">
                  <emma:literal>128</emma:literal>
                </emma:interpretation>
                <emma:interpretation id="interp46" emma:lang="en-US" emma:confidence="0">
                  <emma:literal>1288</emma:literal>
                </emma:interpretation>
                <emma:interpretation id="interp47" emma:lang="en-US" emma:confidence="0">
                  <emma:literal>228</emma:literal>
                </emma:interpretation>
                <emma:interpretation id="interp48" emma:lang="en-US" emma:confidence="0">
                  <emma:literal>828</emma:literal>
                </emma:interpretation>
                <emma:interpretation id="interp49" emma:lang="en-US" emma:confidence="0">
                  <emma:literal>18</emma:literal>
                </emma:interpretation>
              </emma:one-of>
            </emma:emma>
          </inkml:annotationXML>
          <inkml:trace contextRef="#ctx0" brushRef="#br0" timeOffset="44359.3486">12288 5528 1152,'0'0'1477,"0"0"-1165,0 0-271,0 0-41,0 0-61,0 0-63,0 0 124,0 0 106,-16 96 42,13-53-39,2 3-20,-1 4 35,2 1-19,0 2-57,0 1-48,0 0 16,0 2-16,0-4-3,-4 1-45,0-3 45,0-3-29,1-5-60,0-5-42,3-6-39,0-5-58,1-8-127,7-8-137,-3-4-224,10-12-73</inkml:trace>
          <inkml:trace contextRef="#ctx0" brushRef="#br0" timeOffset="44809.9544">12715 5703 2002,'0'0'789,"0"0"-564,0 0-158,0 0-45,0 0 61,0 0 71,0 0 21,0 0-62,0 0-37,0 0 13,65-65-4,-37 53-57,7 1-27,1 2 15,3 1-1,-2 4-15,-1 2-31,-5 2 31,-3 4-1,-6 5-28,-6 5 0,-5 5 29,-5 6 32,-6 5-32,-3 9-29,-14 4-2,-7 1 3,-7 5-10,-3-1 0,-5-1 38,-2-4 0,-2-4 0,4-3-2,0-4 2,-1-3 15,6-5-14,0-4 0,7-3 1,5-4 26,5-5-15,7-3-1,5-2-10,2-3-2,3 0-1,5 0-43,7 0 44,8-3 10,3-4 24,7 1-8,6-2-14,1-1-9,3 3-1,1-2 1,2 1-2,-1 1 2,-3 1-3,-1 1-17,-2 1-18,0-3 4,3 2 2,4-1 4,2 2-32,3-4-181,-11 2-412,16-8-806</inkml:trace>
          <inkml:trace contextRef="#ctx0" brushRef="#br0" timeOffset="45485.327">13599 5778 805,'0'0'1291,"0"0"-1026,0 0-158,0 0-65,0 0 10,0 0 87,0 0 44,0 0 6,0 0-38,37 69-30,-17-63-35,0-2-10,3-3-16,1-1 3,2-2-28,-2-8-9,2-4 8,-1-1 4,1-3-22,-3-1 6,-1-2 25,1 0 13,-3-2-7,-1 1 1,0-2 9,-2-1-10,-3 0-34,-2-5-17,-1-2 11,-5-3-13,-3-1-16,-3-1-18,0-1 15,-6 5-3,-8 2-4,0 7 8,-6 3 18,-2 8 0,-4 6-6,-3 4-29,-4 3 7,-2 6 9,-3 9-15,-2 4 9,1 3 25,2 4-2,1 0-12,7 4-14,3 4 25,6-2-13,5 4-19,4 0-3,5 1 37,6 1 0,0-2-33,8-3 27,7 1 7,4-2 7,4 0-7,8 0-32,3 1 32,4 0-1,5-2-20,0-5 5,2 2 16,-1-5 0,-1-3-9,-1 0 9,-6-4 12,-2 1 10,-6 0-22,-3-2-26,-8 1 26,0-1 0,-8 1-10,-4-2-15,-4 1 24,-1 2-15,-6 1-28,-8-1-4,-6 1 26,-5 0-10,0-3-12,-6 1 41,0-2 3,-3-2 24,0-4-24,0 0 0,0-4 13,1 0 16,1-4-26,2 0-3,2-3 38,7-4 22,5-5-19,7-1 10,3-4 6,6-4-57,7-8-4,7-6-43,8-3 34,9-6 11,3-1-48,5 1-33,6 3 13,0 4 10,1 4-20,0 8 32,-2 4 20,-3 7-87,-4 4-216,-5 4-195,-2 2-150,-10 0 51,2 2-327</inkml:trace>
        </inkml:traceGroup>
        <inkml:traceGroup>
          <inkml:annotationXML>
            <emma:emma xmlns:emma="http://www.w3.org/2003/04/emma" version="1.0">
              <emma:interpretation id="{DC5C4B79-2644-4B7B-B01D-60503788DC46}" emma:medium="tactile" emma:mode="ink">
                <msink:context xmlns:msink="http://schemas.microsoft.com/ink/2010/main" type="inkWord" rotatedBoundingBox="20346,12140 21742,11913 21859,12631 20463,12858"/>
              </emma:interpretation>
              <emma:one-of disjunction-type="recognition" id="oneOf10">
                <emma:interpretation id="interp50" emma:lang="en-US" emma:confidence="0.5">
                  <emma:literal>XI</emma:literal>
                </emma:interpretation>
                <emma:interpretation id="interp51" emma:lang="en-US" emma:confidence="0">
                  <emma:literal>xl</emma:literal>
                </emma:interpretation>
                <emma:interpretation id="interp52" emma:lang="en-US" emma:confidence="0">
                  <emma:literal>xi</emma:literal>
                </emma:interpretation>
                <emma:interpretation id="interp53" emma:lang="en-US" emma:confidence="0">
                  <emma:literal>x</emma:literal>
                </emma:interpretation>
                <emma:interpretation id="interp54" emma:lang="en-US" emma:confidence="0">
                  <emma:literal>Xl</emma:literal>
                </emma:interpretation>
              </emma:one-of>
            </emma:emma>
          </inkml:annotationXML>
          <inkml:trace contextRef="#ctx0" brushRef="#br0" timeOffset="46236.1277">15142 5814 424,'0'0'557,"0"0"-32,0 0-207,0 0-113,0 0-33,0 0-17,0 0 16,0 0 16,0 0 0,0 0-43,90 35-19,-67-14-7,-1 5-28,3 2-55,2 4-32,2 2 38,0 0-9,-1-1-32,3-2-35,-3-2 35,1-1-1,-1-2-43,-4-3-10,-1-1-16,-1-3-22,-5-3-52,0-3-49,-3-6-48,-2-2-99,-4-3-172,-3-2-126,0-2-30</inkml:trace>
          <inkml:trace contextRef="#ctx0" brushRef="#br0" timeOffset="46491.956">15640 5739 1479,'0'0'1349,"0"0"-1066,0 0-172,-83 25-37,58-9 28,-2 3 9,1 7-13,-2 3-3,1 3-13,-2 6-47,1 1-19,-1 1 15,0 2-22,0-2-9,0 2-44,3-2 25,-3-4 4,3-1-55,-1-6-31,1-4 16,3-5-4,3-3-32,1-4-55,6-5-54,2-4-134,6-4-258,2 0-181</inkml:trace>
          <inkml:trace contextRef="#ctx0" brushRef="#br0" timeOffset="46814.8487">16323 5548 1656,'0'0'1505,"0"0"-1269,0 0-157,0 0-9,0 0 9,0 0 32,0 0 34,0 0-1,0 0-37,0 0-51,0 0-37,6 27 47,-6 5-17,0 8-5,0 9-10,-8 4-28,-3 2-6,-1 1-1,1-2 1,-2 0 0,1-3-3,1-3-19,0-2 10,2-6-7,2-7-34,3-2-24,-1-6-29,4-5-21,1-4-55,0-5-80,0-3-120,4-4-203,-1-4-562,1-2-120</inkml:trace>
        </inkml:traceGroup>
        <inkml:traceGroup>
          <inkml:annotationXML>
            <emma:emma xmlns:emma="http://www.w3.org/2003/04/emma" version="1.0">
              <emma:interpretation id="{844CC020-EE95-4B05-8480-D577C4CCE43F}" emma:medium="tactile" emma:mode="ink">
                <msink:context xmlns:msink="http://schemas.microsoft.com/ink/2010/main" type="inkWord" rotatedBoundingBox="22470,12015 25591,12102 25567,12963 22446,12876"/>
              </emma:interpretation>
              <emma:one-of disjunction-type="recognition" id="oneOf11">
                <emma:interpretation id="interp55" emma:lang="en-US" emma:confidence="0.5">
                  <emma:literal>TM</emma:literal>
                </emma:interpretation>
                <emma:interpretation id="interp56" emma:lang="en-US" emma:confidence="0">
                  <emma:literal>FM</emma:literal>
                </emma:interpretation>
                <emma:interpretation id="interp57" emma:lang="en-US" emma:confidence="0">
                  <emma:literal>AM</emma:literal>
                </emma:interpretation>
                <emma:interpretation id="interp58" emma:lang="en-US" emma:confidence="0">
                  <emma:literal>-TM</emma:literal>
                </emma:interpretation>
                <emma:interpretation id="interp59" emma:lang="en-US" emma:confidence="0">
                  <emma:literal>-7M</emma:literal>
                </emma:interpretation>
              </emma:one-of>
            </emma:emma>
          </inkml:annotationXML>
          <inkml:trace contextRef="#ctx0" brushRef="#br0" timeOffset="76177.9438">17149 5992 7,'0'0'65,"0"0"-10,0 0 40,0 0 35,0 0 4,0 0 6,0 0-19,0 0-30,0 0 13,0 0 20,0 0 32,-75-59 33,68 54-94,1 2 285,2-1-98,0 1-68,-1 0-20,2 2-14,3 1 13,0 0-42,0 0-46,0 4-41,2 0-40,4 2-24,-1-2-1,7 1-70,2 1 62,6 2 9,8 2 1,3 2 24,5 0-18,1-1-7,2-1 0,-2-1 13,3 0 7,-4-2-20,0-2-13,-4 0-16,-2 0-60,-4-2-91,-1-2-70,-5 0-99,-3-1-66,-1 0-79,-6 0 58,-1-9-27</inkml:trace>
          <inkml:trace contextRef="#ctx0" brushRef="#br0" timeOffset="76550.023">17474 5783 1694,'0'0'325,"0"0"-143,0 0-124,0 0-6,0 0-26,0 0-17,0 0-9,0 0-51,0 0 12,0 0 39,-1-1 58,15 9-6,6 1 3,2 0 16,3 2-42,4 1 13,-2 0-3,0-1 16,2-1 12,-2 0-12,-2-1-10,-3 0-17,-2 0-28,-3 0-13,-3 1-3,-5-1 0,-1 1 15,-3 1 2,-4 0 14,-1 2 4,0 4-6,-1 1 22,-10 2-9,0 2-23,-6 3 10,0-1-12,-5 3 12,-4 0-10,1 0-1,-6 2-2,1-1-16,-2-1 3,2-3 10,0 2-19,1-3-7,1-1 0,2 0-7,3-3-21,3 1-34,4-2-38,2 0-55,5-1-95,5-4-58,3 2-77,1-6 24,4 0-64</inkml:trace>
          <inkml:trace contextRef="#ctx0" brushRef="#br0" timeOffset="77348.8869">18223 5943 2707,'0'0'222,"0"0"-222,0 0-162,0 0 69,0 0 54,0 0 39,0 0 55,0 0-53,0 0 49,0 0 23,0 0 10,-35 84-10,26-52-10,0 3-9,1 1-27,1 0-15,0 0 10,0-1 8,1-2-31,0-2 3,0-1 6,3-3 5,-2-3-14,2-3-29,2-3 29,-1-6-3,1-1-22,1-4-1,0-2 26,-2-3 1,2-2 12,0 0 3,0 0 35,0-1 19,0-10-67,5-4-3,6-10-35,0-9 6,5-5-18,-1-5 2,0-2 44,-3-1 0,-2-2-38,-1-2 7,-1 0 32,-3-2-2,-2 0-33,0 0-6,0 6 41,-2 4 20,0 6-20,-1 7 0,0 10 19,0 5 26,0 8 28,0 5-28,0 2-45,0 0-39,3 1-70,1 7 86,2 6 23,1 5 52,1 4-27,2 3-9,0 4 16,2 2-8,2 1-22,0 0-2,0 3 25,3 0-22,1-2-3,-2-2-1,4-1 1,-4-4 7,4-3-7,-1-5 0,-2-5 0,3-2 22,2-3-21,-2-6 22,3-3 31,3 0 3,2-9-35,0-3-19,3-6 28,0-3-7,0 0-24,-3-3-14,0-1 14,-3-2 30,0 0-30,-2-2-26,-1-1 25,-5-4 1,-1 4-19,-4 0-29,-3 3 1,-3 5 18,-3 7-6,-1 6 35,-2 3 2,0 6-2,0 0-58,0 7-44,0 7 38,-5 7 64,-1 4 22,0 8 1,1 3 34,-1 2-21,4-1-24,-1 1-8,3 1 12,-3-2-13,0 0-1,2 1-2,-2 0-3,-2 1 1,3-2-18,-1-1-8,-2-1-24,2-4-53,2-3-37,-1-1-15,2-5-37,2-4-75,5-2-32,3-6-89,5-5 12,1-4 62,-1-1-20</inkml:trace>
        </inkml:traceGroup>
        <inkml:traceGroup>
          <inkml:annotationXML>
            <emma:emma xmlns:emma="http://www.w3.org/2003/04/emma" version="1.0">
              <emma:interpretation id="{70A125E8-650D-486C-B422-3895F14BDBBF}" emma:medium="tactile" emma:mode="ink">
                <msink:context xmlns:msink="http://schemas.microsoft.com/ink/2010/main" type="inkWord" rotatedBoundingBox="24408,12488 25399,12054 25675,12685 24684,13120"/>
              </emma:interpretation>
              <emma:one-of disjunction-type="recognition" id="oneOf12">
                <emma:interpretation id="interp60" emma:lang="en-US" emma:confidence="0.5">
                  <emma:literal>at</emma:literal>
                </emma:interpretation>
                <emma:interpretation id="interp61" emma:lang="en-US" emma:confidence="0">
                  <emma:literal>ate</emma:literal>
                </emma:interpretation>
                <emma:interpretation id="interp62" emma:lang="en-US" emma:confidence="0">
                  <emma:literal>art</emma:literal>
                </emma:interpretation>
                <emma:interpretation id="interp63" emma:lang="en-US" emma:confidence="0">
                  <emma:literal>act</emma:literal>
                </emma:interpretation>
                <emma:interpretation id="interp64" emma:lang="en-US" emma:confidence="0">
                  <emma:literal>abt</emma:literal>
                </emma:interpretation>
              </emma:one-of>
            </emma:emma>
          </inkml:annotationXML>
          <inkml:trace contextRef="#ctx0" brushRef="#br0" timeOffset="78115.2247">19325 6197 424,'0'0'508,"0"0"-273,0 0-43,0 0 16,0 0 36,0 0-7,52-68-7,-52 64 3,0 0-36,-1 1-75,-6-1-70,-1 3-1,-3 0 13,-4 1 13,-1 0-32,-4 2-16,-3 9 28,0 0 7,0 3-3,-1 4-7,-2 3 3,4 1-3,0 0-16,5-2-15,3 2-8,4-4-3,4-1-12,5-3-13,1-2 13,0-2 16,8-1-15,4-3 2,1 1 39,4-4-27,2-2-13,2-1 0,4-3-1,1-6-1,-5-1-29,4-3-12,-4 1 12,0-1-2,-3 0-1,1-3 7,-3 1 22,0-3-19,-5 1-35,1-1-32,-2 2 12,-4 1-15,-3 3 5,0 3 27,-3 3 60,0 5 16,0 1-16,-6 0-54,-2 5-7,-3 5 9,-1 5 17,-1 5 35,1 3 10,-2 1 19,3 1-9,5 1-17,3-3-3,2 0 45,1-1-26,1-3 7,5-2 32,5-4-1,0-3-21,3-5-11,3-2 14,2-3 15,1-2-51,3-7 0,3-4 23,2-5-20,0-2-6,1-3-22,0-3 22,-3-1-1,0-1-10,0-1-14,-2 1 25,-3-3 0,-2 0-16,1-2-13,-4-3 28,1-2-15,-3-3-45,2-1-10,-3-3 23,1 2 29,-3 2-16,0 5 35,-2 8 6,-4 7 33,-2 9 6,-1 6 22,-2 3-6,0 3-61,0 4-26,-6 8 13,-3 6 13,-4 7 64,0 3-6,-4 5-17,3 3 1,-1 1-4,2 2-22,1 1-3,0 1 31,0 2 4,-1-1-29,0-2-16,2-1 29,2-3-6,3-3-26,5-3 1,1-3 0,0-4 29,4-2-30,5-3 0,2-3 0,0 0 16,0-4-16,1-1-30,2-1 30,2-2 0,0-2-30,2-3-24,-1-1 41,1 1 11,-1-2-77,1 0-46,-3-2-54,0 0-87,-2-4-241,-5 1-256,-2-6-45</inkml:trace>
          <inkml:trace contextRef="#ctx0" brushRef="#br0" timeOffset="78303.3078">19719 6041 2936,'0'0'362,"0"0"-362,0 0-254,0 0 59,0 0 135,78 14 60,-36-9 3,6 2 16,6-1-6,5-1-13,0 3-19,-14-1-220,14 3-805</inkml:trace>
        </inkml:traceGroup>
      </inkml:traceGroup>
    </inkml:traceGroup>
    <inkml:traceGroup>
      <inkml:annotationXML>
        <emma:emma xmlns:emma="http://www.w3.org/2003/04/emma" version="1.0">
          <emma:interpretation id="{3418871B-0CD8-4610-B73E-FA21E65830DF}" emma:medium="tactile" emma:mode="ink">
            <msink:context xmlns:msink="http://schemas.microsoft.com/ink/2010/main" type="paragraph" rotatedBoundingBox="1694,13375 26908,14019 26859,15942 1645,15297" alignmentLevel="1"/>
          </emma:interpretation>
        </emma:emma>
      </inkml:annotationXML>
      <inkml:traceGroup>
        <inkml:annotationXML>
          <emma:emma xmlns:emma="http://www.w3.org/2003/04/emma" version="1.0">
            <emma:interpretation id="{21215793-863B-4E30-BABC-CC8AE3413298}" emma:medium="tactile" emma:mode="ink">
              <msink:context xmlns:msink="http://schemas.microsoft.com/ink/2010/main" type="inkBullet" rotatedBoundingBox="1694,13375 2901,13406 2852,15328 1645,15297"/>
            </emma:interpretation>
            <emma:one-of disjunction-type="recognition" id="oneOf13">
              <emma:interpretation id="interp65" emma:lang="en-US" emma:confidence="1">
                <emma:literal>3)</emma:literal>
              </emma:interpretation>
              <emma:interpretation id="interp66" emma:lang="en-US" emma:confidence="0">
                <emma:literal>3]</emma:literal>
              </emma:interpretation>
              <emma:interpretation id="interp67" emma:lang="en-US" emma:confidence="0">
                <emma:literal>B)</emma:literal>
              </emma:interpretation>
              <emma:interpretation id="interp68" emma:lang="en-US" emma:confidence="0">
                <emma:literal>3</emma:literal>
              </emma:interpretation>
              <emma:interpretation id="interp69" emma:lang="en-US" emma:confidence="0">
                <emma:literal>I)</emma:literal>
              </emma:interpretation>
            </emma:one-of>
          </emma:emma>
        </inkml:annotationXML>
        <inkml:trace contextRef="#ctx0" brushRef="#br0" timeOffset="49425.786">-3736 7486 39,'0'0'82,"0"0"-50,0 0 30,0 0 59,0 0-7,0 0-23,0 0-52,0 0-3,0 0 65,6-1 330,-6 0-217,0 1-38,0 0 0,0 0-23,1 0-7,-1-1-26,2 0-13,1-2-56,3-2-51,5-2 1,2-2 10,10-2-10,3 0 25,4 0-6,5 3-20,2 3-20,-1 4 1,1 1-27,-2 3 45,-2 8 1,-4 3-38,-2 4 21,-5 3 17,-6 4 0,-6 5-39,-6 2-139,-4 4 35,-2 3 7,-12-1-14,-3-2 23,-2-2 75,-2-4 20,-2-4-7,0-2 16,1-4 23,-1-2-13,0-2-7,6-5 20,-2-2 36,6-4 13,0-1-33,4-3 0,5-1 43,3 0 42,1 0-4,0 0-97,1-3-84,8-4 29,2-1 2,7-2 53,2-3 17,0 3-17,6-1-12,1 0 10,1 4 2,2 0 61,0 4-38,-1 2-22,3 1-1,-4 1-19,1 6-20,-4 3 15,-3 2 22,-2 2-19,-6 1 8,-3 2 26,-2 1-10,-4 3 36,-4 2-6,-1 1-7,0 3 36,-9 2 0,-2 0-49,-5-3 6,-3 1 30,-1-2-10,-3-5 0,0 0 3,-3-4-13,1-3 17,-5-2-14,3-1-31,-4-3 22,1-3 0,0-1-23,0-3-15,-2 0-18,3-3 4,-1-6-55,3-4-95,1-5-140,1-3 45,6 3 30,-5-22-199</inkml:trace>
        <inkml:trace contextRef="#ctx0" brushRef="#br0" timeOffset="49746.1412">-3108 7025 653,'0'0'1132,"0"0"-1044,0 0-75,0 0-13,78 2-8,-51 7 8,2 4 52,3 6 42,3 7-42,1 6-52,1 7 78,3 6-78,1 7 0,-2 10 0,0 9 33,-2 10 35,-5 10 77,-8 7-25,-2 6 41,-9 5-3,-9-1-91,-4-2-22,-7-5-19,-10-4-23,-11-6 11,-5-6-14,-6-5-38,-7-7-30,-3-6 30,-3-9-14,-1-6 33,4-10-4,0-6-51,2-6-197,3-8-238,11-7-180,-13-8-353</inkml:trace>
      </inkml:traceGroup>
      <inkml:traceGroup>
        <inkml:annotationXML>
          <emma:emma xmlns:emma="http://www.w3.org/2003/04/emma" version="1.0">
            <emma:interpretation id="{A3BE6DB8-A732-419F-8D28-E51885C59F0F}" emma:medium="tactile" emma:mode="ink">
              <msink:context xmlns:msink="http://schemas.microsoft.com/ink/2010/main" type="line" rotatedBoundingBox="5226,13575 26905,14129 26864,15713 5186,15159"/>
            </emma:interpretation>
          </emma:emma>
        </inkml:annotationXML>
        <inkml:traceGroup>
          <inkml:annotationXML>
            <emma:emma xmlns:emma="http://www.w3.org/2003/04/emma" version="1.0">
              <emma:interpretation id="{9A01F3E1-9323-4A89-8136-20586FF335F9}" emma:medium="tactile" emma:mode="ink">
                <msink:context xmlns:msink="http://schemas.microsoft.com/ink/2010/main" type="inkWord" rotatedBoundingBox="5223,13725 9261,13828 9231,15001 5193,14897"/>
              </emma:interpretation>
              <emma:one-of disjunction-type="recognition" id="oneOf14">
                <emma:interpretation id="interp70" emma:lang="en-US" emma:confidence="0.5">
                  <emma:literal>2048</emma:literal>
                </emma:interpretation>
                <emma:interpretation id="interp71" emma:lang="en-US" emma:confidence="0">
                  <emma:literal>*2048</emma:literal>
                </emma:interpretation>
                <emma:interpretation id="interp72" emma:lang="en-US" emma:confidence="0">
                  <emma:literal>1848</emma:literal>
                </emma:interpretation>
                <emma:interpretation id="interp73" emma:lang="en-US" emma:confidence="0">
                  <emma:literal>18948</emma:literal>
                </emma:interpretation>
                <emma:interpretation id="interp74" emma:lang="en-US" emma:confidence="0">
                  <emma:literal>182948</emma:literal>
                </emma:interpretation>
              </emma:one-of>
            </emma:emma>
          </inkml:annotationXML>
          <inkml:trace contextRef="#ctx0" brushRef="#br0" timeOffset="50958.8534">376 7426 111,'0'0'694,"0"0"514,0 0-1024,0 0-103,0 0-55,0 0 49,0 0 48,0 0 64,0 0 6,0 0-30,0-28-82,-2 28-81,2 0-13,0 0-32,0 0 19,0 2 4,0 6-32,0 8 54,0 9 36,0 12 18,0 10-54,-3 6 1,-1 3-1,0 2 0,-2 0-3,0 0-24,-2-1 27,2-2 45,0-1 13,0-5-55,0-5 10,1-7-13,2-6-13,0-4-16,0-5 4,2-4-20,1-5-64,0-6-4,0-1-96,0-4-63,1-2-136,5 0-103,-2-2 55,6-14-238</inkml:trace>
          <inkml:trace contextRef="#ctx0" brushRef="#br0" timeOffset="51520.7566">1227 7599 466,'0'0'222,"0"0"270,0 0-316,0 0-69,0 0 30,0 0 48,0 0 26,0 0-32,0 0-63,0 0 1,-62 6-36,51-1-49,-4 3-29,2 2 0,-4 3 8,1 4-11,-1 2-16,1 4 16,2 3 18,1 2-14,1 2 18,4 1 49,2 0 10,4-1-49,2 1-31,0 2 34,8-2 6,4-1-41,3 0-2,5-3 2,3-3 1,0-2 2,5-3 1,-1-3 34,5-3 4,-1-4-13,1-2 6,1-6-6,-2-1 3,0-3 6,-2-5-9,-2-4 0,-1-4 16,-5-2-16,-1-4-1,-2-4-2,-3-1 6,-1-2-3,-4-2-10,-1 0-3,-3 0 9,-1 0 0,-5 0-12,0 3 3,-4 0-16,-6-1-3,-3 1-29,-7-3 0,-4 0-63,-4 2-46,-2-1-19,-2 3-14,-2 5 7,2 7 18,3 4 52,3 10-32,6 1-30,1 10-36,6 7-84,3 4-112,3-3 17,4 13-122</inkml:trace>
          <inkml:trace contextRef="#ctx0" brushRef="#br0" timeOffset="54250.7501">498 7625 653,'0'0'1008,"0"0"-859,0 0-129,0 0-20,0 0-20,0 0 20,0 0 64,0 0 30,0 0 0,0 0-26,0 0-22,0 0-7,-4 3 3,-5 2-42,-7 3-13,0 4-23,-8 0 36,-3 2 26,-4 0 19,-3-2-22,-2 0-20,-1-3 36,3-3 10,1-3 15,1-3-22,5 0 33,-1-6-59,4-4-16,1-1 0,2-3 13,3-2 46,3-1-59,0-3-2,1-2 2,3 0 15,1-1-15,3-1 0,0 0 22,1 0-22,5 0 0,-1 0 0,2 2 10,0 4 25,6 3 1,4 2-20,0 3-3,2 3-13,3 3-29,3 4 29,3 0 0,4 11 9,3 6-9,4 7 0,3 7 17,-2 6 5,0 6-22,-4 4 0,-3 5 7,-5 2-4,-7 2-3,-6 4-24,-6 0 24,-2 2 26,-6 1-26,-7-1-29,-6-2 16,-1-2 11,-3-3-53,-3-8-16,0-3 71,2-8 0,-1-4 0,0-4-38,1-6-62,0-5 96,-1-6 1,0-4 2,2-7-31,-4 0-117,3-7 107,-1-5 35,3-5 7,-1-4 13,2-3-13,2-3-16,2-1 16,4 0 14,4 2-12,6 1-2,3 3 42,3 4 7,7 4-49,5 4-3,6 3-62,5 6-6,9 1-4,5 9 17,6 6 27,5 5 31,2 3 0,3 3 13,2-1 9,-2 1 53,-1 0-43,1-3-31,-1-1 41,-5 0-6,2-3-36,-3-2 1,-1-3 42,-2-3-2,-4-3-41,-2-3-55,-1-2-84,-2-3-208,-4-1-95,-7-3-47,10-12-196</inkml:trace>
          <inkml:trace contextRef="#ctx0" brushRef="#br0" timeOffset="54955.9666">2206 7496 1034,'0'0'2067,"0"0"-1799,0 0-246,0 0-22,0 0-35,0 0 34,0 0-27,0 0 21,0 0 7,0 0 0,-14-28 0,14 38-16,0 6 16,0 10 67,0 10-22,0 9-26,-5 5 13,-5 4-15,-2 2-17,-8-1 0,0 0 6,0 1 15,-3-4-21,-2 0-20,4-5 20,2-5 34,2-5-34,4-6 0,1-7 25,7-6 8,3-4-33,2-5-51,3-3 13,10-3 22,7 0 14,8-1 2,8-2 27,10-3 7,5-3-34,10-5 0,5 0 0,2-2 9,6 0-9,0 1-6,-3 1 5,-2 2 1,-4 2-51,-4 2-95,-5 4-116,-7 0 11,-9 1-145,-7 0-194,-10 0-94,-4 0-59</inkml:trace>
          <inkml:trace contextRef="#ctx0" brushRef="#br0" timeOffset="55201.6488">2679 7878 1337,'0'0'1043,"0"0"-775,0 0-185,0 0-82,0 0 14,-81 40 36,72-22 23,2 5-10,1 5 58,2 6 13,1 3-43,1 3-22,2 0 10,0 1-16,0 0-63,0 0 1,0 1-2,0-4 0,-1 1 0,1-6-73,0-2-26,0-4-13,0-4-105,4-5-47,5-5-78,-2-3-212,6-10-208</inkml:trace>
          <inkml:trace contextRef="#ctx0" brushRef="#br0" timeOffset="55891.3029">3281 7996 1197,'0'0'1172,"0"0"-952,0 0-220,0 0-100,0 0-18,0 0 118,0 0 75,0 0 47,0 0 11,0 0-8,0 0-22,92 54-10,-65-58-26,-2-5 13,3-2 6,0-3-12,-2-4-23,2-3 3,-4-2 13,2-2 9,-3-2 9,-3 0 0,0 0 10,-4 0-16,0-1-14,-3 0-15,-2-2 20,-3 0-26,-2 0-22,-5-2-20,-1 2 14,0 1-1,-4 4-14,-7 2-1,-3 3-2,-2 5-45,-5 3-6,-4 5-20,-5 5 1,-2 2 0,-7 7-4,-2 8 20,-1 6 15,-2 6 16,1 2 2,1 2 10,5 3 13,2 1 0,4-2-16,6-1-3,4 0 6,6-2-9,7-3-13,6 0-6,2-3-4,10 2 1,9-2 44,5 1 32,7-2 25,5 0-4,3-2-53,4 1 0,2-2 27,2 0-8,2 0-17,-1 2-1,-2 0 18,-2 2-2,-6 2-17,-3 1-19,-5 1 19,-6-1 25,-4 2-25,-5 1-3,-6-1 3,-5 0 0,-4 0-21,-6 0-14,-7 0 32,-5-1-16,-4-2-3,-6-3-6,-2-2 25,-2-5-10,-4-3-13,-1-5 3,-2-2 23,0-5 3,-3-1-2,2-10 0,1-3 41,1-7-30,5-6-9,3-5 25,6-5 32,6-3-60,11-7-9,7-2-70,2-4 15,16 0 19,9-1-66,11 4-20,7 1 58,7 6 21,7 2-9,3 4-3,3 2 35,0 5-3,-1 4-203,-16 7-484,14-3-534</inkml:trace>
        </inkml:traceGroup>
        <inkml:traceGroup>
          <inkml:annotationXML>
            <emma:emma xmlns:emma="http://www.w3.org/2003/04/emma" version="1.0">
              <emma:interpretation id="{D2CD8415-C7C8-463D-A6BD-8E9BFE615CE8}" emma:medium="tactile" emma:mode="ink">
                <msink:context xmlns:msink="http://schemas.microsoft.com/ink/2010/main" type="inkWord" rotatedBoundingBox="9667,14750 10114,13823 10983,14242 10536,15169"/>
              </emma:interpretation>
              <emma:one-of disjunction-type="recognition" id="oneOf15">
                <emma:interpretation id="interp75" emma:lang="en-US" emma:confidence="0.5">
                  <emma:literal>x</emma:literal>
                </emma:interpretation>
                <emma:interpretation id="interp76" emma:lang="en-US" emma:confidence="0">
                  <emma:literal>X</emma:literal>
                </emma:interpretation>
                <emma:interpretation id="interp77" emma:lang="en-US" emma:confidence="0">
                  <emma:literal>+</emma:literal>
                </emma:interpretation>
                <emma:interpretation id="interp78" emma:lang="en-US" emma:confidence="0">
                  <emma:literal>*</emma:literal>
                </emma:interpretation>
                <emma:interpretation id="interp79" emma:lang="en-US" emma:confidence="0">
                  <emma:literal>¥</emma:literal>
                </emma:interpretation>
              </emma:one-of>
            </emma:emma>
          </inkml:annotationXML>
          <inkml:trace contextRef="#ctx0" brushRef="#br0" timeOffset="56846.4731">5085 7645 813,'0'0'2059,"0"0"-1764,0 0-295,0 0-22,0 0 22,-69 81 70,53-50 45,-1 4-1,-2 5-2,-3 3-21,1 4-8,-2 3-17,0 1-32,-2 2-34,-1 1-9,-1 2 9,0-5 6,-1-3-6,0-3-22,-1-6 22,0-3-2,6-3-39,0-6-28,3-5-1,5-4-60,2-5-86,3-6-91,7-3-54,3-4-173,0 0-246,4-8-220</inkml:trace>
          <inkml:trace contextRef="#ctx0" brushRef="#br0" timeOffset="56578.2293">4579 7701 935,'0'0'1433,"0"0"-1226,0 0-207,0 0-71,0 0-88,0 0 69,0 0 90,0 0 9,0 0 88,90 11 20,-59 4-14,4 6 4,4 4-40,4 7-35,3 5-6,2 4 29,-3 4-17,0 0-36,0 3 1,-3-1 19,-2-3-5,-5 0-17,0-7-13,-5-4-6,-3-3-13,-5-6-45,-2-6-74,-3-1-50,-5-4-122,-3-6-90,-4-3-71,-3-3 44,-2-5-157</inkml:trace>
        </inkml:traceGroup>
        <inkml:traceGroup>
          <inkml:annotationXML>
            <emma:emma xmlns:emma="http://www.w3.org/2003/04/emma" version="1.0">
              <emma:interpretation id="{96DB9E1B-C8E3-4FFF-9CF3-E889A25129E5}" emma:medium="tactile" emma:mode="ink">
                <msink:context xmlns:msink="http://schemas.microsoft.com/ink/2010/main" type="inkWord" rotatedBoundingBox="11429,13882 12478,14211 12169,15195 11120,14866"/>
              </emma:interpretation>
              <emma:one-of disjunction-type="recognition" id="oneOf16">
                <emma:interpretation id="interp80" emma:lang="en-US" emma:confidence="0.5">
                  <emma:literal>16</emma:literal>
                </emma:interpretation>
                <emma:interpretation id="interp81" emma:lang="en-US" emma:confidence="0">
                  <emma:literal>166</emma:literal>
                </emma:interpretation>
                <emma:interpretation id="interp82" emma:lang="en-US" emma:confidence="0">
                  <emma:literal>66</emma:literal>
                </emma:interpretation>
                <emma:interpretation id="interp83" emma:lang="en-US" emma:confidence="0">
                  <emma:literal>6</emma:literal>
                </emma:interpretation>
                <emma:interpretation id="interp84" emma:lang="en-US" emma:confidence="0">
                  <emma:literal>1</emma:literal>
                </emma:interpretation>
              </emma:one-of>
            </emma:emma>
          </inkml:annotationXML>
          <inkml:trace contextRef="#ctx0" brushRef="#br0" timeOffset="57185.7692">5976 7661 1441,'0'0'1980,"0"0"-1710,0 0-220,0 0-50,0 0 0,0 0 22,0 0 82,0 0-72,0 0-31,0 0 24,-19 28 15,19-2-40,0 10 0,0 7 35,0 3-23,0 3-12,0 3-6,-3-1 6,-2 2 0,0 1 0,-2-1 0,0 1 3,-1-2-3,0-3-26,2-3-18,0-2 22,3-5-3,2-3-53,1-3-30,0-8 1,3-5-14,4-8-105,7-5-142,1-7-38,5-3-109,-5-4-139,13-20 9</inkml:trace>
          <inkml:trace contextRef="#ctx0" brushRef="#br0" timeOffset="57564.0518">6639 7713 1375,'0'0'1471,"0"0"-1099,0 0-241,0 0-93,0 0-3,0 0 16,0 0 6,0 0-19,0 0-6,-84 77 19,64-46 18,3 5-19,-2 5-47,2 4-3,-2 6 3,4 0 12,1 0 1,3-1-14,-1-4 1,6-3-1,4-4 0,2 0 13,2-4 4,13-4-19,1-5-2,4-2-17,4-5 18,3-3-2,1-5-32,2-3 7,5-3 25,-1-3-16,2-2-6,-2 0 0,0-6 9,-3-3 0,-3-2 3,0-4 13,-5 1 2,-6 1 13,-3 1-15,-6 0-47,-8 1-29,0 1-10,-11 0-3,-7 1-32,-7 2-62,-6 1-93,-4 5-37,-3 1-10,1 5 40,-2 7 134,0 6 90,3 3-6,3 4-104,3 1-238,8-6-323</inkml:trace>
        </inkml:traceGroup>
        <inkml:traceGroup>
          <inkml:annotationXML>
            <emma:emma xmlns:emma="http://www.w3.org/2003/04/emma" version="1.0">
              <emma:interpretation id="{A8C7B7DD-9B05-48AD-B1FE-38D7885BBEA7}" emma:medium="tactile" emma:mode="ink">
                <msink:context xmlns:msink="http://schemas.microsoft.com/ink/2010/main" type="inkWord" rotatedBoundingBox="13536,14055 16547,14132 16513,15448 13502,15371"/>
              </emma:interpretation>
              <emma:one-of disjunction-type="recognition" id="oneOf17">
                <emma:interpretation id="interp85" emma:lang="en-US" emma:confidence="0.5">
                  <emma:literal>using</emma:literal>
                </emma:interpretation>
                <emma:interpretation id="interp86" emma:lang="en-US" emma:confidence="0">
                  <emma:literal>Using</emma:literal>
                </emma:interpretation>
                <emma:interpretation id="interp87" emma:lang="en-US" emma:confidence="0">
                  <emma:literal>wising</emma:literal>
                </emma:interpretation>
                <emma:interpretation id="interp88" emma:lang="en-US" emma:confidence="0">
                  <emma:literal>urine</emma:literal>
                </emma:interpretation>
                <emma:interpretation id="interp89" emma:lang="en-US" emma:confidence="0">
                  <emma:literal>Upping</emma:literal>
                </emma:interpretation>
              </emma:one-of>
            </emma:emma>
          </inkml:annotationXML>
          <inkml:trace contextRef="#ctx0" brushRef="#br0" timeOffset="60004.9335">8119 7820 205,'0'0'245,"0"0"-95,0 0 443,0 0-150,0 0-125,0 0-78,0 0-62,0 0 0,0 0 9,0 0-7,1-47-35,-1 47-34,0 0-24,0 0-14,0 0-25,0 2-29,-1 4-18,-1 9-1,2 6-1,-3 13 1,3 7 18,-1 8 39,-1 2 16,2 3-10,0-1-18,0-1-7,3-2-12,2-3-26,1-1-3,2-3 3,4-3 0,-1-2-14,1-6-14,4-6 15,1-3 10,0-8-35,3-3 6,-1-6-6,3-5 19,2-1-12,-1-5-14,2-6 20,2-5-23,-1-3-54,-1-5-19,-1-1 25,-2-2 15,2-3-5,-1-2 12,-3-1 74,-1-6-2,0-2 2,-3-4 0,0-2 9,-2 3 1,-1 0-10,-3 6 0,-2 10 17,-2 7 3,-3 10-20,-3 4 0,0 6 26,0 1 29,0 1-36,0 9-16,0 6 13,-1 7-16,-1 7-29,2 3 29,0 4 60,0-1 17,8-2-19,2-3-26,0-2 22,6-3-17,-2-1-37,5-3 0,1-3 3,2-3 1,2-3-4,2-6 0,2-3 21,0-4-18,1 0-3,1-4-3,-1-6 3,0-3 0,1-4-29,-2-1-15,-1-1 40,1-3 3,-1 0-18,-3-2 19,1-2 13,-5-2 16,0-1-28,-4-1-1,-3-2 25,0-1 7,-1 1-32,-5 1 1,-1 4 10,-3 7 8,-2 4-19,1 7 0,-2 4 23,0 4 13,0 1-36,0 0-32,0 0 20,0 0-14,2 2-44,-2 7-29,4 6 99,-1 8 45,2 3-44,2 5-1,0 3 13,3 1 15,2-2-25,-2 2-2,4 0 40,-2-1 1,1 0-42,-2-4-20,0-1 20,-2-3 7,-1-3-7,-4-2-29,-1-3 27,-2-3-17,-1-1-67,0-1-13,-5-3 18,-3-2 36,2-3-6,-5-1-4,4-1-9,0-3 9,-2 0-9,3 0-7,2-2 23,1-3 31,2-1 16,1-2-2,0-1-16,4 0 16,6-1 1,3 0 2,2 0-1,3 3 2,4 0 1,-2 2 20,5 0 30,0 2-4,1-1-3,-1 2-19,1-2 13,1 2 44,1-4 11,0 2-11,1-2 0,0 0 29,1-1-3,-1 0-26,3-3-26,-2 2 6,0-1-9,1 1-31,-3 0-23,-3 2-3,-5 1-9,0-1-7,-5 3 0,-2 3 3,-3 0 3,-3 2-6,1 6 0,-3 0 3,-1 6 0,-1-1 3,0 1 13,-1-2 0,0 0 2,1-2-2,-1-2-13,2-2 12,0-2 0,3-1-15,1-2 0,3-1 16,2 0-1,0 0 0,4-4-28,1-1-9,-1-1-10,3-1 0,-1 1 13,3-2 16,1-1 16,1 2-17,-1-3 20,3 2 12,-1-1 7,1 1-19,-1 0 0,-1 2 0,-1 2 13,0 0-13,-3 2 1,-1 1 17,-1 1-15,-2 0-1,1 0-2,-2 4 0,-1 0 0,-1 1-2,-1 0-10,-1 2 11,1-1 1,1 1-13,0-1 10,0-1 3,-2 0 0,2-1-2,2 0-2,-1 0 3,3-2 1,-1 0-16,0-2 4,3 0 10,-3 0 2,2-2-25,-2-3-4,1-1 7,1-2 18,-1-1-31,-1-1 35,1-2 0,-2 1 29,1-2-28,-3 0 1,2-1 37,-1-2-1,-2 0-19,-2-1-17,1-1 21,0 1-23,-4 1-23,-1 2-25,-2 6 46,-2 3 1,-2 5-21,0 0-65,-3 7 74,-4 4 12,-1 6-50,-4 4-4,1 4 53,0 1 1,-3 4-1,3 4-1,-3-1 3,2 3 22,2 3-22,-1 2-3,-1 1 3,2 5 25,0 1-25,-1 1-2,0 3 2,-1-2 15,1 1-15,-1-4-22,1-1 21,0-3 1,1-3-45,1-4-32,3-4-20,-1-5-35,0-5-72,3-6-81,1-5-98,0-5-73,1-2 10,-2-4-329</inkml:trace>
          <inkml:trace contextRef="#ctx0" brushRef="#br0" timeOffset="60288.5454">10053 7750 2334,'0'0'494,"0"0"-295,0 0-115,0 0-52,0 0-32,0 0 0,0 0 0,0 0 70,0 0-25,0 0-25,0 0-20,53-10-23,-36 15-37,-5 1-100,1 3-81,-4-2-101,-3 1-193,-4-2-216,-2-1-265</inkml:trace>
        </inkml:traceGroup>
        <inkml:traceGroup>
          <inkml:annotationXML>
            <emma:emma xmlns:emma="http://www.w3.org/2003/04/emma" version="1.0">
              <emma:interpretation id="{88DF97B7-9BEA-48E5-A9DF-0712F2E8A41A}" emma:medium="tactile" emma:mode="ink">
                <msink:context xmlns:msink="http://schemas.microsoft.com/ink/2010/main" type="inkWord" rotatedBoundingBox="17811,14070 23980,14278 23944,15352 17775,15144"/>
              </emma:interpretation>
              <emma:one-of disjunction-type="recognition" id="oneOf18">
                <emma:interpretation id="interp90" emma:lang="en-US" emma:confidence="0.5">
                  <emma:literal>256716-7</emma:literal>
                </emma:interpretation>
                <emma:interpretation id="interp91" emma:lang="en-US" emma:confidence="0">
                  <emma:literal>2561167</emma:literal>
                </emma:interpretation>
                <emma:interpretation id="interp92" emma:lang="en-US" emma:confidence="0">
                  <emma:literal>2567116-7</emma:literal>
                </emma:interpretation>
                <emma:interpretation id="interp93" emma:lang="en-US" emma:confidence="0">
                  <emma:literal>25671167</emma:literal>
                </emma:interpretation>
                <emma:interpretation id="interp94" emma:lang="en-US" emma:confidence="0">
                  <emma:literal>25611167</emma:literal>
                </emma:interpretation>
              </emma:one-of>
            </emma:emma>
          </inkml:annotationXML>
          <inkml:trace contextRef="#ctx0" brushRef="#br0" timeOffset="61942.5307">12461 8013 421,'0'0'192,"0"0"160,0 0-69,0 0-55,0 0 3,0 0-23,-38-73-10,36 61 61,2 2-29,0-1-50,0 4-54,0-2-8,5 1-15,3 1-30,3 0-15,6 2 12,0 1 0,5 2-38,4 2-7,2 6 20,2 6-26,0 6-16,0 6-3,-2 5 19,-4 6 0,-3 2-19,-3 5 2,-6 0 14,-8 2-16,-4 2 0,0 2-48,-13 1 1,-7 0-11,-4-1-15,-3-1 10,-4-5 21,-3-2 13,0-5-12,1-4 17,1-5 24,2-5 25,4-4-24,1-5-1,5-5 22,3-1 1,6-5-22,3-1 1,2 0 23,6-1-12,0-6-13,5 0 0,7-4 7,6 1 47,7-1-29,5 0-22,4 1 26,4 2-3,2 3-26,6 0 0,1 1 44,2 1-31,-2 2-13,4 0-38,0-1 6,-3 1-57,2-1-129,-5-2-122,0 0-28,-5-3-180,-10 3-77,11-7 42</inkml:trace>
          <inkml:trace contextRef="#ctx0" brushRef="#br0" timeOffset="62313.5495">13536 8027 421,'0'0'1201,"0"0"-585,0 0-438,0 0-132,0 0-20,0 0-7,0 0 58,-80-44 52,66 44-35,0 2-11,1 4-41,0 4 29,2 3-42,2 5-29,-1 3-29,3 4 29,1 1 36,2 4-22,4 1-14,0 0 0,0-1 16,2-1-14,9-1 27,3-2 41,0 0 1,6-3-20,3 0-19,2-1 31,4-2 17,1 0-39,4-3-9,-3-1 12,3-2 0,-2 1-42,-3-4 0,-4 2 10,-4-3-2,-4-1-10,-6-2-41,-6-2 28,-5-1-25,0 0-29,-8 1-44,-12 1-23,-6 1-38,-9 2-60,-5-1-29,-5-3 9,0-3-13,0-2-40,-3 0-70,0-7-9,14-1-59</inkml:trace>
          <inkml:trace contextRef="#ctx0" brushRef="#br0" timeOffset="62519.753">13483 7781 1664,'0'0'1362,"0"0"-963,0 0-348,0 0-51,86 0 26,-47-2 31,7-4-51,1 2-6,1 1-35,3 0-35,-1 2-41,4 1-100,-4 0-155,1 0-283,-14 0-406,13 0 39</inkml:trace>
          <inkml:trace contextRef="#ctx0" brushRef="#br0" timeOffset="62957.8597">14508 7786 1283,'0'0'819,"0"0"-563,0 0-165,0 0 48,0 0 102,-90 60 61,68-38-82,-1 3-42,-1 5-20,-2 3-9,3 2-52,-2 5-37,2 2-7,0 5-11,4 2-24,2 2-2,1 1 12,7-2 0,1-1-26,7-4-1,1-1-1,4-4 0,9-4-20,3-3-1,5-2-4,1-4 12,6-4-21,0-4-24,3-3-1,0-4 9,0-6-23,0-4 4,1-2 19,-2 0 15,-2-6-19,-4-3 20,1-1 34,-9-2 19,-1 1-19,-5-1-57,-2-1 26,-7-3 27,-1 1-24,-3-1 5,-7-4 21,-5-1-17,-2 1-79,-3-1 5,-2 2 29,-3 2 45,-1 4 2,0 5 17,-2 5 48,-2 3 3,1 3-51,1 4 2,0 4 8,3-2-10,3 2-23,1-1-34,8-2-39,5-2-68,1-3-174,5-2-124,2-1-162,2 0 64,10-6-122</inkml:trace>
          <inkml:trace contextRef="#ctx0" brushRef="#br0" timeOffset="63533.6793">15542 8035 1266,'0'0'1457,"0"0"-1078,0 0-210,0 0-111,0 0-36,0 0 7,-88 64 38,68-38 9,-2 5 12,-3 3 26,-4 2-7,-2 5-37,0 1-45,-4 4-25,0 3 0,-5 1-22,1 1 3,-3-1 17,-2-2-14,1-5 4,1-4-14,3-5 1,4-2-16,5-5-31,7-4-14,3-3-56,6-4-43,6-3-126,2-6-104,5-3-252,1-4-127</inkml:trace>
          <inkml:trace contextRef="#ctx0" brushRef="#br0" timeOffset="63259.0398">15032 7969 1011,'0'0'1760,"0"0"-1429,0 0-331,0 0-22,0 0 22,0 0 9,0 0 97,51 84 28,-31-56-10,1 2-26,5 2-6,0 3-48,4 2-31,-1 2 3,2 1 4,-4-2-20,0 1-26,1-3 26,-5-3 6,1-2-6,-1-1-35,-1-5 10,-2 0-7,2-5-44,-1-4-25,-2-2-33,0-5-48,-3-4-110,-1-2-105,-4-3-173,-2-2-81,-6-3-27</inkml:trace>
          <inkml:trace contextRef="#ctx0" brushRef="#br0" timeOffset="64823.1692">16360 7991 39,'0'0'2109,"0"0"-1637,0 0-311,0 0-106,0 0-4,0 0 52,0 0 111,-24-66 44,24 65-64,0 1-46,0 0-41,0 0-25,0 0-82,0 0-10,0 0-40,0 9 6,0 8 44,0 11 35,0 12-10,-7 10 6,0 5-22,-2 6-9,-2-2-25,-1-1 22,2-2 1,1-2-32,-2-3 15,2-3 6,2-3-6,-1-5-25,3-4-16,-1-5 23,3-4-11,3-5-31,-1-5-35,1-5-10,0-4-80,3-3-126,3-5-80,4 0-47,-2-4-161,0-2-23,7-14-66</inkml:trace>
          <inkml:trace contextRef="#ctx0" brushRef="#br0" timeOffset="65317.2695">16994 7942 277,'0'0'2201,"0"0"-1702,0 0-355,0 0-144,0 0-19,0 0 19,0 0 10,0 0 82,0 0-2,0 0-46,-37 66-18,22-31 15,-1 4 32,-1 4-12,1 0-48,-3 1-10,0 2-3,-1-1 31,0 0-31,1 0 1,0-3 34,2-1-4,1-2-31,6-1 0,2-5 21,3-3-15,5-1-6,0-3-28,8-3 24,4-2-15,4-3-34,3-3-8,2-1 20,1-5 0,4 0-32,1-4 3,-1-2 12,2-2 10,0-1-16,0 0 10,-1-3 41,-2-3 11,-1-1-1,-2 0 3,-3-2 17,-1-1 40,-3 0-18,-4 1-37,-2-1 30,-3 2 0,-3-3-29,-3 1 0,0 0 29,-5 0 13,-3 0-45,-5 4 13,-7 0-13,-5 4 0,-4 2-27,-7 1-34,-3 8-31,-4 4 18,-2 1-45,-3 3-25,1 1-8,1 0-28,1 0-83,3 0-149,0 0-95,0-3 21,11-3-306</inkml:trace>
          <inkml:trace contextRef="#ctx0" brushRef="#br0" timeOffset="79135.8898">17442 8438 1239,'0'0'618,"0"0"-290,0 0-134,0 0-123,0 0-26,0 0 39,0 0 35,0 0-3,0 0-10,39-65 61,-20 58 19,5 2-43,3 1-48,4 0 13,2 2-26,4 2-44,5 0-38,0 2 0,4 4-1,-1 1-55,-1 2-32,-1 0 37,-2 0-19,-1 0-111,-4-1 5,-3-2 35,-3-1-13,-4-1-65,-4-1-72,-5-2-59,-2-1-79,-5 0 28,-4 0 10,-2-4-173</inkml:trace>
          <inkml:trace contextRef="#ctx0" brushRef="#br0" timeOffset="79514.4706">18010 8082 1436,'0'0'806,"0"0"-447,0 0-150,0 0-61,0 0-10,0 0-74,0 0-64,0 0-116,0 0 68,0 0 48,0 0 109,15 10-10,10 3-35,5 2-19,7 0-10,-1 1-10,5 1-6,1-2 13,2 0-31,-2 1-1,-3-1-1,1 2 1,-6-1-28,-6 1 9,-6-1-32,-2-1 19,-3 0 9,-5-3-5,-5 0 27,-1-2-3,-6 2-40,0-1 25,-3 2 19,-5 3 2,-7-1-2,-4 2-13,-4 1 11,-2 1-1,-3 1-26,-2-1 16,-5 1 13,2 1-1,0-1-1,0 0-14,0-2-19,2 0-46,-2 0-28,3-1-16,-2-1-20,0 1-43,-1-2-61,5 0-72,-3-2-30,5-3 6,7-2-56,-4 2-317</inkml:trace>
        </inkml:traceGroup>
        <inkml:traceGroup>
          <inkml:annotationXML>
            <emma:emma xmlns:emma="http://www.w3.org/2003/04/emma" version="1.0">
              <emma:interpretation id="{79747E48-BA0D-4171-A6F7-03927BBFC03C}" emma:medium="tactile" emma:mode="ink">
                <msink:context xmlns:msink="http://schemas.microsoft.com/ink/2010/main" type="inkWord" rotatedBoundingBox="24418,14301 26867,14129 26925,14950 24476,15123"/>
              </emma:interpretation>
              <emma:one-of disjunction-type="recognition" id="oneOf19">
                <emma:interpretation id="interp95" emma:lang="en-US" emma:confidence="0.5">
                  <emma:literal>ventral</emma:literal>
                </emma:interpretation>
                <emma:interpretation id="interp96" emma:lang="en-US" emma:confidence="0">
                  <emma:literal>vestral</emma:literal>
                </emma:interpretation>
                <emma:interpretation id="interp97" emma:lang="en-US" emma:confidence="0">
                  <emma:literal>Ventral</emma:literal>
                </emma:interpretation>
                <emma:interpretation id="interp98" emma:lang="en-US" emma:confidence="0">
                  <emma:literal>Vestral</emma:literal>
                </emma:interpretation>
                <emma:interpretation id="interp99" emma:lang="en-US" emma:confidence="0">
                  <emma:literal>vatical</emma:literal>
                </emma:interpretation>
              </emma:one-of>
            </emma:emma>
          </inkml:annotationXML>
          <inkml:trace contextRef="#ctx0" brushRef="#br0" timeOffset="83051.4938">19015 8060 1410,'0'0'488,"0"0"66,0 0-399,0 0-123,0 0 4,0 0 12,0 0-48,0 0-16,0 0 16,0 0-1,-8-30-37,13 36 38,1 6 39,3 6 177,-2 6-59,2 7-77,-4 6-7,-2 3-31,0 3-39,-3-1-1,2 0 20,-1-3-18,-1-3-4,2-2-7,-2-3 7,1-3 0,-1-3-12,2-4-9,-1-3 21,1-2 0,-1-6-6,0-3-4,1-2 10,-1-4 21,-1 0-19,3-1-2,-2 0 57,4 0 26,1-7 28,4-5-32,5-6-19,2-4-34,3-5-26,2-1-38,-1-2 34,3-1 4,-1-2-31,2-3-36,1-3-69,-2-1-68,2 1-104,-1 0-104,1 4-149,-7 6-57,-4 9 169,-2 7-73</inkml:trace>
          <inkml:trace contextRef="#ctx0" brushRef="#br0" timeOffset="83686.1695">19428 8417 1231,'0'0'1220,"0"0"-978,0 0-190,0 0-50,0 0-1,0 0 14,0 0 4,0 0 52,0 0 0,0 0-14,0 0-5,15 54-20,1-54-13,4 0-6,-1 0 6,1-6-19,0-1 0,-3 0-26,-3-2-22,-3-2 27,-2 1 21,-1-1 0,-5-4-32,0 1-39,0-1-19,-3-2-10,0 3 4,-3 1 34,-3 3 30,-2 3 19,-1 2-9,-4 3 18,-1 2-15,-2 5-4,-3 4 1,1 5 22,0 3 28,-2 2 72,4 3-23,1 1-15,1 1-27,2 0-16,4 0-6,3 0 7,0 1 8,5-3-15,0-1 7,0-2-1,6-4-19,1-2 0,1-3 0,1-2 0,2-1 15,-1-4-15,3-2 16,-3-1-14,3 0 27,1 0-6,-1-6-11,4-2-12,1 0 4,-4-2-2,2-1-2,-2-1-2,3-1 2,-3-1-2,1-1-20,-3 1-39,0 1-10,-3 1 26,-1 3 7,-2 1-1,-3 4 36,-1 2 1,-2 2-31,0 0 14,2 0-7,-1 2-13,-1 8 39,3 2 45,-1 4 3,0-1-38,0 1-10,1-1-4,1 0-7,0-3 10,2 2 1,-1-1-36,3 0 36,-1-1 0,-1-1-27,1 0 25,-1-3-11,3-1 11,-4 0-37,1-4 4,3 0 9,1-2-3,-1-1-65,2 0-39,1 0-58,-1-4-92,3-1-32,-2-1 9,0-2 45,-4 3-22,5-7-164</inkml:trace>
          <inkml:trace contextRef="#ctx0" brushRef="#br0" timeOffset="84014.9351">19985 7990 1266,'0'0'1179,"0"0"-883,0 0-251,0 0-45,0 0-61,0 0 61,0 0 103,0 0 45,-5 81 15,7-50-44,3 1-71,-1 3 9,2 2-6,-2 0 3,0 2-38,-2 0-16,-1-3 16,-1 0-16,0-4-4,0-3-27,0 0 12,0-5-1,-1-1-27,-1-3-30,0-4-3,-1-2-15,1-3-34,1-5-28,-2 0-4,3-4-39,0-2-56,0 0-26,0 0 32,0-2 42,7-9-20,-3 4-39,5-17-124</inkml:trace>
          <inkml:trace contextRef="#ctx0" brushRef="#br0" timeOffset="84180.2515">19985 8215 882,'0'0'1189,"0"0"-949,0 0-240,0 0-29,0 0-166,0 0 124,0 0 59,0 0 11,0 0 0,91 11-25,-63-4-81,-3-2-101,1 0-53,-4 2-54,-2-2 2,-4-1-134</inkml:trace>
          <inkml:trace contextRef="#ctx0" brushRef="#br0" timeOffset="84421.2674">20264 8301 241,'0'0'421,"0"0"-180,0 0 26,0 0-16,0 0-10,-26 75-75,21-53-56,2 2-39,-1 1-28,1 0-28,2 0-14,-2-1-2,1-2-2,2-1-13,-1-2 7,-1-2 7,2-3 2,0-2-19,0-5 6,0-1-19,0-4-33,0 0-49,0-2-45,0 0 38,0-4 43,0-6-3,3-1-14,2-4 24,3-3 22,0-3 7,4-2-14,-1-2 14,1-2-20,2-2-16,-1-2-20,2-3 29,1 0-28,1-1-102,1 1-69</inkml:trace>
          <inkml:trace contextRef="#ctx0" brushRef="#br0" timeOffset="84491.3193">20421 8210 371,'0'0'228,"0"0"-228,0 0-98,0 0-189,0 0 140</inkml:trace>
          <inkml:trace contextRef="#ctx0" brushRef="#br0" timeOffset="85402.4756">20596 8327 150,'0'0'355,"0"0"-139,0 0-102,0 0 218,0 0 111,0 0-131,0 0-72,0 0-27,0 0-51,0 0-59,0 0-35,23-24 22,-23 21 7,0 1-17,0 2-26,-3 0-24,-3 0-30,-5 0-70,-3 7-20,-3 5 35,-1 3 23,-3 4-6,1 2 19,1 2 18,1 0 1,1-1-38,4 0 5,4-1 31,1-1-27,4-2 0,4-2-13,0-2 39,7-3-29,1 0-43,7-4 20,2 0 36,5-4-17,-2-3-9,4 0-55,-1 0 32,-1-5-13,1-2 19,-3 0 24,-1-2 38,-2 1 29,-1-2-16,-3 1 10,-1-3 16,1 0 10,-5 1-14,1 0-9,-1 2 29,-2 1 0,-4 3-26,1 2-9,-2 1 28,1 1-5,-2 1-41,0 0-2,0 0-1,0 0-19,0 0-28,0 3-14,0 3 62,0 4 13,0 0-13,0 3-2,0-2-14,0-1 12,3-1-34,-1-1-4,3-2 40,0 1 1,3-4-12,-3 0-1,3-1 14,0-2 52,4 0-23,-1 0-26,4-2 9,-2-3-2,2-2-10,0 0-2,1-1 2,-2 0 2,3-1-2,-1-1-16,0 1-3,-1-3-27,0 2-80,-1 1-10,-6 0 9,2 4 7,-4 1 68,-2 2 39,-4 0 13,2 2-3,-2 0-7,1 0-13,-1 3 23,2 2 39,-1 1-16,1 1-21,1-1-1,-1 1-1,2-2 0,2-1-13,-1-2 13,3-2 19,0 0 17,4 0-13,0-5 26,4-4 19,-2-4 3,5-2 23,-2-2-16,2-1-32,0-2-1,0-3 4,-1 2 19,1-4 3,0-1 23,-1 0-4,0-2-16,-3 0 36,-1-3 9,-2 0-36,-3-2-9,1-3-32,-2-2-42,3 0-1,-2-2-18,-1 0-17,4 1-31,-4 2-46,1 4-35,-3 7 3,-1 8 97,-2 9 44,-3 6 2,0 3-36,0 13-14,0 7 52,-3 5 1,-6 7 38,-2 7-13,-2 5-23,-1 2-3,0 4 0,-4 3-13,0 1 11,0 1-18,0-2 17,2-2-20,-1-1 4,5-6-26,1-3 25,5-7 18,4-4-30,2-6 9,0-3-19,8-7 6,4-2-29,2-5-12,3-3 25,0-3 48,2-1-57,4 0 15,-4-3-48,2-3 19,1-4-45,-3 0-153,-7 2-105,4-9-545</inkml:trace>
        </inkml:traceGroup>
      </inkml:traceGroup>
    </inkml:traceGroup>
  </inkml:traceGroup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</inkml:channelProperties>
      </inkml:inkSource>
      <inkml:timestamp xml:id="ts0" timeString="2024-03-15T15:18:02.776"/>
    </inkml:context>
    <inkml:brush xml:id="br0">
      <inkml:brushProperty name="width" value="0.14" units="cm"/>
      <inkml:brushProperty name="height" value="0.14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A8D43208-1C0A-4BD1-8D13-E16CE53A9174}" emma:medium="tactile" emma:mode="ink">
          <msink:context xmlns:msink="http://schemas.microsoft.com/ink/2010/main" type="writingRegion" rotatedBoundingBox="2502,7139 3328,7139 3328,9298 2502,9298"/>
        </emma:interpretation>
      </emma:emma>
    </inkml:annotationXML>
    <inkml:traceGroup>
      <inkml:annotationXML>
        <emma:emma xmlns:emma="http://www.w3.org/2003/04/emma" version="1.0">
          <emma:interpretation id="{6C6C8D48-7B22-44DB-B7DB-19BFCAAFFA73}" emma:medium="tactile" emma:mode="ink">
            <msink:context xmlns:msink="http://schemas.microsoft.com/ink/2010/main" type="paragraph" rotatedBoundingBox="2502,7139 3328,7139 3328,9298 2502,9298" alignmentLevel="1"/>
          </emma:interpretation>
        </emma:emma>
      </inkml:annotationXML>
      <inkml:traceGroup>
        <inkml:annotationXML>
          <emma:emma xmlns:emma="http://www.w3.org/2003/04/emma" version="1.0">
            <emma:interpretation id="{4166CA82-5272-4DD6-B276-CD2F7C2A035F}" emma:medium="tactile" emma:mode="ink">
              <msink:context xmlns:msink="http://schemas.microsoft.com/ink/2010/main" type="line" rotatedBoundingBox="2502,7139 3328,7139 3328,9298 2502,9298"/>
            </emma:interpretation>
          </emma:emma>
        </inkml:annotationXML>
        <inkml:traceGroup>
          <inkml:annotationXML>
            <emma:emma xmlns:emma="http://www.w3.org/2003/04/emma" version="1.0">
              <emma:interpretation id="{261C4AFE-1143-4FD4-851D-C4994C3D6775}" emma:medium="tactile" emma:mode="ink">
                <msink:context xmlns:msink="http://schemas.microsoft.com/ink/2010/main" type="inkWord" rotatedBoundingBox="2502,7139 3328,7139 3328,9298 2502,9298"/>
              </emma:interpretation>
              <emma:one-of disjunction-type="recognition" id="oneOf0">
                <emma:interpretation id="interp0" emma:lang="en-US" emma:confidence="0.5">
                  <emma:literal>1)</emma:literal>
                </emma:interpretation>
                <emma:interpretation id="interp1" emma:lang="en-US" emma:confidence="0">
                  <emma:literal>"</emma:literal>
                </emma:interpretation>
                <emma:interpretation id="interp2" emma:lang="en-US" emma:confidence="0">
                  <emma:literal>,</emma:literal>
                </emma:interpretation>
                <emma:interpretation id="interp3" emma:lang="en-US" emma:confidence="0">
                  <emma:literal>1,</emma:literal>
                </emma:interpretation>
                <emma:interpretation id="interp4" emma:lang="en-US" emma:confidence="0">
                  <emma:literal>D)</emma:literal>
                </emma:interpretation>
              </emma:one-of>
            </emma:emma>
          </inkml:annotationXML>
          <inkml:trace contextRef="#ctx0" brushRef="#br0">157 0 2707,'0'0'154,"0"0"-154,0 0-183,0 0 73,0 0 110,0 0 203,0 0-45,99 95-23,-70-57-30,1 9 13,2 10-9,-2 8-71,0 11 29,-1 13-64,-3 7 25,-4 9-15,-5 4 63,-8 2 6,-6-3-82,-3-1-28,-13-3 27,-7-3-47,-9-4-6,-3-2 16,-5-4-54,-5-1-25,-6-3-81,-2 1-117,-8-3-111,-3-4-167,14-22-120,-29 19-366</inkml:trace>
          <inkml:trace contextRef="#ctx0" brushRef="#br0" timeOffset="-261.0479">-313 280 2485,'0'0'168,"0"0"-168,0 0-171,0 0-52,0 0 161,0 0 62,17 89 19,-12-48 52,-2 10-71,0 4 2,-3 11 14,0 4-6,0 6-10,-3 3-39,-2-1 37,-2-3-11,3-10 0,1-10-29,0-12-26,3-9-114,0-12 10,0-8-78,3-10-53,1-4-72,8-14-234</inkml:trace>
        </inkml:traceGroup>
      </inkml:traceGroup>
    </inkml:traceGroup>
  </inkml:traceGroup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</inkml:channelProperties>
      </inkml:inkSource>
      <inkml:timestamp xml:id="ts0" timeString="2024-03-15T15:19:00.505"/>
    </inkml:context>
    <inkml:brush xml:id="br0">
      <inkml:brushProperty name="width" value="0.14" units="cm"/>
      <inkml:brushProperty name="height" value="0.14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B8205FB7-6E9E-4CD0-A076-1048804ED0C7}" emma:medium="tactile" emma:mode="ink">
          <msink:context xmlns:msink="http://schemas.microsoft.com/ink/2010/main" type="writingRegion" rotatedBoundingBox="16364,6354 17342,6354 17342,9802 16364,9802"/>
        </emma:interpretation>
      </emma:emma>
    </inkml:annotationXML>
    <inkml:traceGroup>
      <inkml:annotationXML>
        <emma:emma xmlns:emma="http://www.w3.org/2003/04/emma" version="1.0">
          <emma:interpretation id="{2B083BA3-185C-41B6-9F32-372A36CE837F}" emma:medium="tactile" emma:mode="ink">
            <msink:context xmlns:msink="http://schemas.microsoft.com/ink/2010/main" type="paragraph" rotatedBoundingBox="16364,6354 17342,6354 17342,9802 16364,9802" alignmentLevel="1"/>
          </emma:interpretation>
        </emma:emma>
      </inkml:annotationXML>
      <inkml:traceGroup>
        <inkml:annotationXML>
          <emma:emma xmlns:emma="http://www.w3.org/2003/04/emma" version="1.0">
            <emma:interpretation id="{994A8F88-3581-48BE-898F-AD10A7FF46BB}" emma:medium="tactile" emma:mode="ink">
              <msink:context xmlns:msink="http://schemas.microsoft.com/ink/2010/main" type="line" rotatedBoundingBox="16364,6354 17342,6354 17342,9802 16364,9802"/>
            </emma:interpretation>
          </emma:emma>
        </inkml:annotationXML>
        <inkml:traceGroup>
          <inkml:annotationXML>
            <emma:emma xmlns:emma="http://www.w3.org/2003/04/emma" version="1.0">
              <emma:interpretation id="{1AB92994-55C8-421C-9426-36356DF07A23}" emma:medium="tactile" emma:mode="ink">
                <msink:context xmlns:msink="http://schemas.microsoft.com/ink/2010/main" type="inkWord" rotatedBoundingBox="16364,6354 17342,6354 17342,9802 16364,9802"/>
              </emma:interpretation>
              <emma:one-of disjunction-type="recognition" id="oneOf0">
                <emma:interpretation id="interp0" emma:lang="en-US" emma:confidence="0.5">
                  <emma:literal>}</emma:literal>
                </emma:interpretation>
                <emma:interpretation id="interp1" emma:lang="en-US" emma:confidence="0">
                  <emma:literal>3</emma:literal>
                </emma:interpretation>
                <emma:interpretation id="interp2" emma:lang="en-US" emma:confidence="0">
                  <emma:literal>,</emma:literal>
                </emma:interpretation>
                <emma:interpretation id="interp3" emma:lang="en-US" emma:confidence="0">
                  <emma:literal>{</emma:literal>
                </emma:interpretation>
                <emma:interpretation id="interp4" emma:lang="en-US" emma:confidence="0">
                  <emma:literal>b</emma:literal>
                </emma:interpretation>
              </emma:one-of>
            </emma:emma>
          </inkml:annotationXML>
          <inkml:trace contextRef="#ctx0" brushRef="#br0">511 102 1554,'0'0'228,"0"0"-228,0 0-58,54-64 32,-28 51 26,0 4 1,3 1 0,1 3 0,3 4 1,1 1 40,-1 0 17,-2 6-1,-2 7-32,-4 4-13,-8 6 23,-6 6 6,-9 10-10,-4 9 4,-13 7 6,-13 12 4,-6 10-43,-10 7 29,-4 5-15,-6 3 2,2 4-16,0-5 1,5-1 34,8-4-18,7-6-1,11-7-19,8-5 3,8-4 14,5-7-17,6-1 0,13-5 19,4-2 13,7-3-32,2-7-6,4-4-282,-2-5 255,0-6 14,-1-5-1,0-3 19,2-3 1,-1-5 13,-1-1 7,2-3 22,-3-4-26,-1 0 0,-5 0-3,-3-2 16,-6-4 10,-3 3-6,-7 1-7,-3 2 12,-2-1 8,-2 1-14,0 0-12,0 0 2,0-1-3,0 1-19,0 0-4,0 0-12,0 0-10,0 0-42,0 0-19,-2 2-14,-4 3 20,-1 6 13,-2 3 39,-3 4 29,1 6-1,0 6-26,-1 4-2,2 5 27,1 4 2,0 4 12,1 7 11,1 0 23,0 7-7,0 3-23,0 4 26,1 6-13,0 2 17,-1 2-21,0 1-8,2-6-4,-1-1 58,-1-6-52,0-7-15,1-4 8,1-6 14,-1-3-11,-2-6-13,0-3 52,-4-4-13,1 1-41,-6-5 0,-3-2 0,-2 2 25,-3-5-22,-4 2 0,-2-3 19,-5-1 17,-2-3-26,-5-1-10,-2-1 26,-1-3 2,-2-2-31,-2-2-12,1-4 12,2 0 30,2-5-30,6-1-84,4 0-55,5 0-149,10-5-284,-2-6-34</inkml:trace>
        </inkml:traceGroup>
      </inkml:traceGroup>
    </inkml:traceGroup>
  </inkml:traceGroup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</inkml:channelProperties>
      </inkml:inkSource>
      <inkml:timestamp xml:id="ts0" timeString="2024-03-15T15:19:03.821"/>
    </inkml:context>
    <inkml:brush xml:id="br0">
      <inkml:brushProperty name="width" value="0.14" units="cm"/>
      <inkml:brushProperty name="height" value="0.14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D4AAB787-00CD-48F2-ABA3-ADAAFBD6B3DA}" emma:medium="tactile" emma:mode="ink">
          <msink:context xmlns:msink="http://schemas.microsoft.com/ink/2010/main" type="writingRegion" rotatedBoundingBox="18729,7229 22339,8326 21878,9845 18268,8748"/>
        </emma:interpretation>
      </emma:emma>
    </inkml:annotationXML>
    <inkml:traceGroup>
      <inkml:annotationXML>
        <emma:emma xmlns:emma="http://www.w3.org/2003/04/emma" version="1.0">
          <emma:interpretation id="{AD1BDC8C-5942-4697-B581-68E2D79998A2}" emma:medium="tactile" emma:mode="ink">
            <msink:context xmlns:msink="http://schemas.microsoft.com/ink/2010/main" type="paragraph" rotatedBoundingBox="18729,7229 22339,8326 21878,9845 18268,8748" alignmentLevel="1"/>
          </emma:interpretation>
        </emma:emma>
      </inkml:annotationXML>
      <inkml:traceGroup>
        <inkml:annotationXML>
          <emma:emma xmlns:emma="http://www.w3.org/2003/04/emma" version="1.0">
            <emma:interpretation id="{18EB5B03-8628-4129-9D1A-D11BD5DF9702}" emma:medium="tactile" emma:mode="ink">
              <msink:context xmlns:msink="http://schemas.microsoft.com/ink/2010/main" type="line" rotatedBoundingBox="18729,7229 22339,8326 21878,9845 18268,8748"/>
            </emma:interpretation>
          </emma:emma>
        </inkml:annotationXML>
        <inkml:traceGroup>
          <inkml:annotationXML>
            <emma:emma xmlns:emma="http://www.w3.org/2003/04/emma" version="1.0">
              <emma:interpretation id="{C1C3D7DA-5C98-410C-AC7A-CD1F3F6A0576}" emma:medium="tactile" emma:mode="ink">
                <msink:context xmlns:msink="http://schemas.microsoft.com/ink/2010/main" type="inkWord" rotatedBoundingBox="18729,7229 22339,8326 21878,9845 18268,8748"/>
              </emma:interpretation>
              <emma:one-of disjunction-type="recognition" id="oneOf0">
                <emma:interpretation id="interp0" emma:lang="en-US" emma:confidence="0.5">
                  <emma:literal>Honig</emma:literal>
                </emma:interpretation>
                <emma:interpretation id="interp1" emma:lang="en-US" emma:confidence="0">
                  <emma:literal>Holily</emma:literal>
                </emma:interpretation>
                <emma:interpretation id="interp2" emma:lang="en-US" emma:confidence="0">
                  <emma:literal>poetize</emma:literal>
                </emma:interpretation>
                <emma:interpretation id="interp3" emma:lang="en-US" emma:confidence="0.5">
                  <emma:literal>Hori z</emma:literal>
                </emma:interpretation>
                <emma:interpretation id="interp4" emma:lang="en-US" emma:confidence="0">
                  <emma:literal>Horvitz</emma:literal>
                </emma:interpretation>
              </emma:one-of>
            </emma:emma>
          </inkml:annotationXML>
          <inkml:trace contextRef="#ctx0" brushRef="#br0">13068 1986 2088,'0'0'230,"0"0"-230,0 0-132,0 0-167,0 0 140,0 0 143,101-22 16,-58 19 15,7-2-15,6-2-23,3 2-9,2-1-1,1 0-3,-2 0 7,-1 0 9,-3 0-54,-5 0-53,-4 1 35,-9-2-28,-5 3 6,-10 2 16,-4-2 53,-7 3 45,-6 1 2,-4 0 21,-2 0 42,0 0 176,0 0 16,0 0-88,0 0-55,0 0 9,0 0-71,-1 0-52,-3 0-22,-2 5-14,0 1 7,-2 5 25,-1 2-5,0-1 9,1 2 3,3 2-3,1 1-16,2 1-4,2 0 20,0 2 0,0 1 3,6 1 59,3 1-16,5-1-7,-1-3 22,5-1 1,1-3 0,3 0 41,1-5 30,0-1 16,-1-2-36,3-5-46,-1-2 7,1 0 7,-2-2-10,1-6-23,1-4-16,-1-3-10,1 0 5,-4-3-27,0-3-1,-3 0 1,-5-1-2,-3-2-18,-4-1-31,-2-1 16,-4-3-39,0-2-35,-8-1 38,-4 1 16,1 0 13,-7 3 3,-2 2 20,1 3 19,2 4 27,0 2-27,1 7-1,4 1 0,0 4 1,4 4-33,1 1-51,1 0-13,-1 7-29,2 3 26,2 7 70,1 2 30,2 4 0,0 2-1,6 0 1,5 0 1,5-1 48,4-3-46,2-3 49,1-4-3,2-2 12,2-5-15,0 2 12,2-7 32,0-2-3,-2 0-35,1-1-23,-1-6 10,-1-2 6,0-1-19,0-2 25,-2-2 36,1 0-13,-2-3-17,2-2-28,0 0 10,-2-2-26,2-1-13,-3-2-2,1-3 1,-6 0 0,0-2 1,-6-1-22,-5-3-7,-4 1 13,-2 2-51,-6 1 9,-7 3 16,-1 3-32,-3 3-13,-2 4 16,0 4 36,-1 6 22,-1 2-10,2 3-9,1 1 13,1 0 16,1 4-33,5 1 1,2 0 5,3 1-21,1 3-27,2 3 13,1 1 39,2 3 24,0 4-14,0 1 13,7 0 3,3 2 2,2 2-2,1-2 0,3 0 0,-2 1-1,3-4 1,0 1-13,-3-1 13,0 1-2,0-1-2,-3 1-17,1 0 21,-1-1 13,-1-1-13,-3-1 3,2 0 13,-2-1-3,-3 1-13,-1 0-9,0 3 9,-3 1 22,0 1-22,0 1-15,0 2 15,0 0 26,-3 0-26,2-2 0,-2-1 0,0 1 2,1-5-2,-1-2 0,3-3-2,0-4-11,0-4-12,0 0 25,3-4 16,3 1 20,3-2 22,4-1 17,3 0 19,5 0-36,2-3-16,5 1-41,0-3-1,3-2-26,0 1 3,3-1-3,-3 1-12,1-2-11,-2 0-54,-2 1-105,-7-4-97,2 3-111,-7-2-50,5-3-82</inkml:trace>
          <inkml:trace contextRef="#ctx0" brushRef="#br0" timeOffset="-1139.4242">13643 1428 1175,'0'0'1247,"0"0"-1199,0 0-48,0 0-103,0 0-72,0 0 0,0 0 117,0 0 58,0 0 22,-30 67-22,28-31-1,2 5 1,0 5 13,-1 4-13,-1 3-34,-2 3 30,-3 4 4,-2 3 26,-2 1 33,-3 3 22,2 1-27,1-6-54,0 0-3,2-4-1,4-6-31,0-6-56,2-5 6,0-6 40,2-8 6,1-5-136,0-5 25,0-9 20,0-2-167,0-3-113,0-6-300</inkml:trace>
          <inkml:trace contextRef="#ctx0" brushRef="#br0" timeOffset="-1458.1235">13141 1429 2274,'0'0'223,"0"0"-223,0 0-32,0 0-68,0 0 12,0 0 40,0 0 12,0 0-38,0 0-24,0 0-38,-4 9 30,4 10 106,1 11 65,2 6 52,-3 7-49,0 5-55,0 6 26,0 1-38,-3 0-1,-3 3-2,-5-3 2,0 2 6,0-3-6,-4-2-13,2 1 12,-3-4-18,1 0-7,0-4-26,1-3 29,2-6 4,4-7-53,3-4-81,2-6-52,3-6 17,0-4-118,6-7-63</inkml:trace>
          <inkml:trace contextRef="#ctx0" brushRef="#br0" timeOffset="229.9963">15271 1831 1573,'0'0'322,"0"0"-277,0 0-45,0 0-58,0 0-43,0 0 101,0 0 16,0 0 189,0 67-98,0-37-29,0 5-36,0 1-23,0 0 10,0-1-28,0-2-1,0 0 0,0-3-10,0-5-22,0-2 31,3-5-17,0-5-18,2-5-210,1-4-229,-3-4-62,8-11 64</inkml:trace>
          <inkml:trace contextRef="#ctx0" brushRef="#br0" timeOffset="1090.3291">15885 2034 2485,'0'0'300,"0"0"-274,0 0 16,0 0 77,0 0-1,0 0-6,0 0 6,0 0-70,0 0-48,0 0-2,-20-10-23,20 10-36,0 0 3,0 0 23,0 0 16,4 0-6,1 0 7,-3 0 16,1 0 2,3 0-48,2 0 0,1 0 45,0 1-16,1 3-7,6 2-6,-1 1 32,3 2-13,1 1 4,4 2-39,-1 3 48,1-1 0,-1 4-41,-2 3-10,-3-1 50,-3 5-1,-4 3-30,-1 2 21,-8 2 11,-1 3 13,-7 2-13,-9 0-19,-4 2 17,-2-2 4,-4 1-4,2-5-22,-2-1 24,5-4-2,2-4-12,5-4-18,2-3 30,5-4-15,0-1-15,7-5-49,0 1-67,0-1 96,9-1 49,2 2 3,7-1 2,1 3 27,6-2-27,3 4-1,4 1 0,4 1 13,0 1-14,2 3-16,1 2 5,-5 1 11,2 2 1,-4 0-1,-2 3-2,-5 0-27,-5 4-16,-4 1 45,-5 3-20,-5-1 7,-6 2 13,0-2 26,-11-1 10,-5 2-4,-9-4 1,-4-4 15,-4-2-35,-1-6 29,-3-4-19,3-4-1,-3-2 11,3-4 9,0-4 0,1 0-10,2-8 10,3-3 61,6-5 48,5-3 3,6-5-52,6-2-41,5-5-45,10-5 6,7-5 48,8-6-16,6-6-54,8-2-3,7-6-13,9-3-16,8-3-51,7-1-54,10-4-184,3-3-82,5 3-83,2 4-57,-23 18 68,23-14 74</inkml:trace>
          <inkml:trace contextRef="#ctx0" brushRef="#br0" timeOffset="384.5748">15412 1506 2639,'0'0'245,"0"0"-245,0 0-51,0 0 15,0 0-86,0 0-75,0 0-46,0 0-133,0 0-135,0 0-131</inkml:trace>
        </inkml:traceGroup>
      </inkml:traceGroup>
    </inkml:traceGroup>
  </inkml:traceGroup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E71FB-B11D-4F04-ADCD-9A1D4FB1D0B9}" type="datetimeFigureOut">
              <a:rPr lang="en-IN" smtClean="0"/>
              <a:t>16-03-2024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65694-8CB9-4EBF-8029-B759090E6A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90375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E71FB-B11D-4F04-ADCD-9A1D4FB1D0B9}" type="datetimeFigureOut">
              <a:rPr lang="en-IN" smtClean="0"/>
              <a:t>16-03-2024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65694-8CB9-4EBF-8029-B759090E6A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71942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E71FB-B11D-4F04-ADCD-9A1D4FB1D0B9}" type="datetimeFigureOut">
              <a:rPr lang="en-IN" smtClean="0"/>
              <a:t>16-03-2024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65694-8CB9-4EBF-8029-B759090E6A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96429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E71FB-B11D-4F04-ADCD-9A1D4FB1D0B9}" type="datetimeFigureOut">
              <a:rPr lang="en-IN" smtClean="0"/>
              <a:t>16-03-2024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65694-8CB9-4EBF-8029-B759090E6A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41214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E71FB-B11D-4F04-ADCD-9A1D4FB1D0B9}" type="datetimeFigureOut">
              <a:rPr lang="en-IN" smtClean="0"/>
              <a:t>16-03-2024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65694-8CB9-4EBF-8029-B759090E6A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01879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E71FB-B11D-4F04-ADCD-9A1D4FB1D0B9}" type="datetimeFigureOut">
              <a:rPr lang="en-IN" smtClean="0"/>
              <a:t>16-03-2024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65694-8CB9-4EBF-8029-B759090E6A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54535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E71FB-B11D-4F04-ADCD-9A1D4FB1D0B9}" type="datetimeFigureOut">
              <a:rPr lang="en-IN" smtClean="0"/>
              <a:t>16-03-2024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65694-8CB9-4EBF-8029-B759090E6A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82089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E71FB-B11D-4F04-ADCD-9A1D4FB1D0B9}" type="datetimeFigureOut">
              <a:rPr lang="en-IN" smtClean="0"/>
              <a:t>16-03-2024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65694-8CB9-4EBF-8029-B759090E6A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67368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E71FB-B11D-4F04-ADCD-9A1D4FB1D0B9}" type="datetimeFigureOut">
              <a:rPr lang="en-IN" smtClean="0"/>
              <a:t>16-03-2024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65694-8CB9-4EBF-8029-B759090E6A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344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E71FB-B11D-4F04-ADCD-9A1D4FB1D0B9}" type="datetimeFigureOut">
              <a:rPr lang="en-IN" smtClean="0"/>
              <a:t>16-03-2024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65694-8CB9-4EBF-8029-B759090E6A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8268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E71FB-B11D-4F04-ADCD-9A1D4FB1D0B9}" type="datetimeFigureOut">
              <a:rPr lang="en-IN" smtClean="0"/>
              <a:t>16-03-2024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65694-8CB9-4EBF-8029-B759090E6A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97636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4E71FB-B11D-4F04-ADCD-9A1D4FB1D0B9}" type="datetimeFigureOut">
              <a:rPr lang="en-IN" smtClean="0"/>
              <a:t>16-03-2024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965694-8CB9-4EBF-8029-B759090E6A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85508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emf"/><Relationship Id="rId13" Type="http://schemas.openxmlformats.org/officeDocument/2006/relationships/customXml" Target="../ink/ink6.xml"/><Relationship Id="rId18" Type="http://schemas.openxmlformats.org/officeDocument/2006/relationships/image" Target="../media/image9.emf"/><Relationship Id="rId26" Type="http://schemas.openxmlformats.org/officeDocument/2006/relationships/image" Target="../media/image13.emf"/><Relationship Id="rId3" Type="http://schemas.openxmlformats.org/officeDocument/2006/relationships/customXml" Target="../ink/ink1.xml"/><Relationship Id="rId21" Type="http://schemas.openxmlformats.org/officeDocument/2006/relationships/customXml" Target="../ink/ink10.xml"/><Relationship Id="rId7" Type="http://schemas.openxmlformats.org/officeDocument/2006/relationships/customXml" Target="../ink/ink3.xml"/><Relationship Id="rId12" Type="http://schemas.openxmlformats.org/officeDocument/2006/relationships/image" Target="../media/image6.emf"/><Relationship Id="rId17" Type="http://schemas.openxmlformats.org/officeDocument/2006/relationships/customXml" Target="../ink/ink8.xml"/><Relationship Id="rId25" Type="http://schemas.openxmlformats.org/officeDocument/2006/relationships/customXml" Target="../ink/ink12.xml"/><Relationship Id="rId2" Type="http://schemas.openxmlformats.org/officeDocument/2006/relationships/image" Target="../media/image1.png"/><Relationship Id="rId16" Type="http://schemas.openxmlformats.org/officeDocument/2006/relationships/image" Target="../media/image8.emf"/><Relationship Id="rId20" Type="http://schemas.openxmlformats.org/officeDocument/2006/relationships/image" Target="../media/image10.emf"/><Relationship Id="rId29" Type="http://schemas.openxmlformats.org/officeDocument/2006/relationships/customXml" Target="../ink/ink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emf"/><Relationship Id="rId11" Type="http://schemas.openxmlformats.org/officeDocument/2006/relationships/customXml" Target="../ink/ink5.xml"/><Relationship Id="rId24" Type="http://schemas.openxmlformats.org/officeDocument/2006/relationships/image" Target="../media/image12.emf"/><Relationship Id="rId32" Type="http://schemas.openxmlformats.org/officeDocument/2006/relationships/image" Target="../media/image16.emf"/><Relationship Id="rId5" Type="http://schemas.openxmlformats.org/officeDocument/2006/relationships/customXml" Target="../ink/ink2.xml"/><Relationship Id="rId15" Type="http://schemas.openxmlformats.org/officeDocument/2006/relationships/customXml" Target="../ink/ink7.xml"/><Relationship Id="rId23" Type="http://schemas.openxmlformats.org/officeDocument/2006/relationships/customXml" Target="../ink/ink11.xml"/><Relationship Id="rId28" Type="http://schemas.openxmlformats.org/officeDocument/2006/relationships/image" Target="../media/image14.emf"/><Relationship Id="rId10" Type="http://schemas.openxmlformats.org/officeDocument/2006/relationships/image" Target="../media/image5.emf"/><Relationship Id="rId19" Type="http://schemas.openxmlformats.org/officeDocument/2006/relationships/customXml" Target="../ink/ink9.xml"/><Relationship Id="rId31" Type="http://schemas.openxmlformats.org/officeDocument/2006/relationships/customXml" Target="../ink/ink15.xml"/><Relationship Id="rId4" Type="http://schemas.openxmlformats.org/officeDocument/2006/relationships/image" Target="../media/image2.emf"/><Relationship Id="rId9" Type="http://schemas.openxmlformats.org/officeDocument/2006/relationships/customXml" Target="../ink/ink4.xml"/><Relationship Id="rId14" Type="http://schemas.openxmlformats.org/officeDocument/2006/relationships/image" Target="../media/image7.emf"/><Relationship Id="rId22" Type="http://schemas.openxmlformats.org/officeDocument/2006/relationships/image" Target="../media/image11.emf"/><Relationship Id="rId27" Type="http://schemas.openxmlformats.org/officeDocument/2006/relationships/customXml" Target="../ink/ink13.xml"/><Relationship Id="rId30" Type="http://schemas.openxmlformats.org/officeDocument/2006/relationships/image" Target="../media/image15.e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customXml" Target="../ink/ink19.xml"/><Relationship Id="rId3" Type="http://schemas.openxmlformats.org/officeDocument/2006/relationships/image" Target="../media/image17.emf"/><Relationship Id="rId7" Type="http://schemas.openxmlformats.org/officeDocument/2006/relationships/image" Target="../media/image19.emf"/><Relationship Id="rId2" Type="http://schemas.openxmlformats.org/officeDocument/2006/relationships/customXml" Target="../ink/ink16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8.xml"/><Relationship Id="rId5" Type="http://schemas.openxmlformats.org/officeDocument/2006/relationships/image" Target="../media/image18.emf"/><Relationship Id="rId4" Type="http://schemas.openxmlformats.org/officeDocument/2006/relationships/customXml" Target="../ink/ink17.xml"/><Relationship Id="rId9" Type="http://schemas.openxmlformats.org/officeDocument/2006/relationships/image" Target="../media/image20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20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21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emf"/><Relationship Id="rId5" Type="http://schemas.openxmlformats.org/officeDocument/2006/relationships/customXml" Target="../ink/ink22.xml"/><Relationship Id="rId4" Type="http://schemas.openxmlformats.org/officeDocument/2006/relationships/image" Target="../media/image24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23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emf"/><Relationship Id="rId5" Type="http://schemas.openxmlformats.org/officeDocument/2006/relationships/customXml" Target="../ink/ink24.xml"/><Relationship Id="rId4" Type="http://schemas.openxmlformats.org/officeDocument/2006/relationships/image" Target="../media/image27.e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emf"/><Relationship Id="rId3" Type="http://schemas.openxmlformats.org/officeDocument/2006/relationships/customXml" Target="../ink/ink25.xml"/><Relationship Id="rId7" Type="http://schemas.openxmlformats.org/officeDocument/2006/relationships/customXml" Target="../ink/ink27.xml"/><Relationship Id="rId12" Type="http://schemas.openxmlformats.org/officeDocument/2006/relationships/image" Target="../media/image34.emf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emf"/><Relationship Id="rId11" Type="http://schemas.openxmlformats.org/officeDocument/2006/relationships/customXml" Target="../ink/ink29.xml"/><Relationship Id="rId5" Type="http://schemas.openxmlformats.org/officeDocument/2006/relationships/customXml" Target="../ink/ink26.xml"/><Relationship Id="rId10" Type="http://schemas.openxmlformats.org/officeDocument/2006/relationships/image" Target="../media/image33.emf"/><Relationship Id="rId4" Type="http://schemas.openxmlformats.org/officeDocument/2006/relationships/image" Target="../media/image30.emf"/><Relationship Id="rId9" Type="http://schemas.openxmlformats.org/officeDocument/2006/relationships/customXml" Target="../ink/ink2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2.emf"/><Relationship Id="rId18" Type="http://schemas.openxmlformats.org/officeDocument/2006/relationships/customXml" Target="../ink/ink38.xml"/><Relationship Id="rId26" Type="http://schemas.openxmlformats.org/officeDocument/2006/relationships/customXml" Target="../ink/ink42.xml"/><Relationship Id="rId3" Type="http://schemas.openxmlformats.org/officeDocument/2006/relationships/image" Target="../media/image37.emf"/><Relationship Id="rId21" Type="http://schemas.openxmlformats.org/officeDocument/2006/relationships/image" Target="../media/image46.emf"/><Relationship Id="rId7" Type="http://schemas.openxmlformats.org/officeDocument/2006/relationships/image" Target="../media/image39.emf"/><Relationship Id="rId12" Type="http://schemas.openxmlformats.org/officeDocument/2006/relationships/customXml" Target="../ink/ink35.xml"/><Relationship Id="rId17" Type="http://schemas.openxmlformats.org/officeDocument/2006/relationships/image" Target="../media/image44.emf"/><Relationship Id="rId25" Type="http://schemas.openxmlformats.org/officeDocument/2006/relationships/image" Target="../media/image48.emf"/><Relationship Id="rId33" Type="http://schemas.openxmlformats.org/officeDocument/2006/relationships/image" Target="../media/image52.emf"/><Relationship Id="rId2" Type="http://schemas.openxmlformats.org/officeDocument/2006/relationships/customXml" Target="../ink/ink30.xml"/><Relationship Id="rId16" Type="http://schemas.openxmlformats.org/officeDocument/2006/relationships/customXml" Target="../ink/ink37.xml"/><Relationship Id="rId20" Type="http://schemas.openxmlformats.org/officeDocument/2006/relationships/customXml" Target="../ink/ink39.xml"/><Relationship Id="rId29" Type="http://schemas.openxmlformats.org/officeDocument/2006/relationships/image" Target="../media/image50.emf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2.xml"/><Relationship Id="rId11" Type="http://schemas.openxmlformats.org/officeDocument/2006/relationships/image" Target="../media/image41.emf"/><Relationship Id="rId24" Type="http://schemas.openxmlformats.org/officeDocument/2006/relationships/customXml" Target="../ink/ink41.xml"/><Relationship Id="rId32" Type="http://schemas.openxmlformats.org/officeDocument/2006/relationships/customXml" Target="../ink/ink45.xml"/><Relationship Id="rId5" Type="http://schemas.openxmlformats.org/officeDocument/2006/relationships/image" Target="../media/image38.emf"/><Relationship Id="rId15" Type="http://schemas.openxmlformats.org/officeDocument/2006/relationships/image" Target="../media/image43.emf"/><Relationship Id="rId23" Type="http://schemas.openxmlformats.org/officeDocument/2006/relationships/image" Target="../media/image47.emf"/><Relationship Id="rId28" Type="http://schemas.openxmlformats.org/officeDocument/2006/relationships/customXml" Target="../ink/ink43.xml"/><Relationship Id="rId10" Type="http://schemas.openxmlformats.org/officeDocument/2006/relationships/customXml" Target="../ink/ink34.xml"/><Relationship Id="rId19" Type="http://schemas.openxmlformats.org/officeDocument/2006/relationships/image" Target="../media/image45.emf"/><Relationship Id="rId31" Type="http://schemas.openxmlformats.org/officeDocument/2006/relationships/image" Target="../media/image51.emf"/><Relationship Id="rId4" Type="http://schemas.openxmlformats.org/officeDocument/2006/relationships/customXml" Target="../ink/ink31.xml"/><Relationship Id="rId9" Type="http://schemas.openxmlformats.org/officeDocument/2006/relationships/image" Target="../media/image40.emf"/><Relationship Id="rId14" Type="http://schemas.openxmlformats.org/officeDocument/2006/relationships/customXml" Target="../ink/ink36.xml"/><Relationship Id="rId22" Type="http://schemas.openxmlformats.org/officeDocument/2006/relationships/customXml" Target="../ink/ink40.xml"/><Relationship Id="rId27" Type="http://schemas.openxmlformats.org/officeDocument/2006/relationships/image" Target="../media/image49.emf"/><Relationship Id="rId30" Type="http://schemas.openxmlformats.org/officeDocument/2006/relationships/customXml" Target="../ink/ink44.xml"/><Relationship Id="rId8" Type="http://schemas.openxmlformats.org/officeDocument/2006/relationships/customXml" Target="../ink/ink33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emf"/><Relationship Id="rId13" Type="http://schemas.openxmlformats.org/officeDocument/2006/relationships/customXml" Target="../ink/ink51.xml"/><Relationship Id="rId18" Type="http://schemas.openxmlformats.org/officeDocument/2006/relationships/image" Target="../media/image61.emf"/><Relationship Id="rId3" Type="http://schemas.openxmlformats.org/officeDocument/2006/relationships/customXml" Target="../ink/ink46.xml"/><Relationship Id="rId7" Type="http://schemas.openxmlformats.org/officeDocument/2006/relationships/customXml" Target="../ink/ink48.xml"/><Relationship Id="rId12" Type="http://schemas.openxmlformats.org/officeDocument/2006/relationships/image" Target="../media/image58.emf"/><Relationship Id="rId17" Type="http://schemas.openxmlformats.org/officeDocument/2006/relationships/customXml" Target="../ink/ink53.xml"/><Relationship Id="rId2" Type="http://schemas.openxmlformats.org/officeDocument/2006/relationships/image" Target="../media/image8.png"/><Relationship Id="rId16" Type="http://schemas.openxmlformats.org/officeDocument/2006/relationships/image" Target="../media/image60.emf"/><Relationship Id="rId20" Type="http://schemas.openxmlformats.org/officeDocument/2006/relationships/image" Target="../media/image62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emf"/><Relationship Id="rId11" Type="http://schemas.openxmlformats.org/officeDocument/2006/relationships/customXml" Target="../ink/ink50.xml"/><Relationship Id="rId5" Type="http://schemas.openxmlformats.org/officeDocument/2006/relationships/customXml" Target="../ink/ink47.xml"/><Relationship Id="rId15" Type="http://schemas.openxmlformats.org/officeDocument/2006/relationships/customXml" Target="../ink/ink52.xml"/><Relationship Id="rId10" Type="http://schemas.openxmlformats.org/officeDocument/2006/relationships/image" Target="../media/image57.emf"/><Relationship Id="rId19" Type="http://schemas.openxmlformats.org/officeDocument/2006/relationships/customXml" Target="../ink/ink54.xml"/><Relationship Id="rId4" Type="http://schemas.openxmlformats.org/officeDocument/2006/relationships/image" Target="../media/image54.emf"/><Relationship Id="rId9" Type="http://schemas.openxmlformats.org/officeDocument/2006/relationships/customXml" Target="../ink/ink49.xml"/><Relationship Id="rId14" Type="http://schemas.openxmlformats.org/officeDocument/2006/relationships/image" Target="../media/image59.emf"/></Relationships>
</file>

<file path=ppt/slides/_rels/slide1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8.emf"/><Relationship Id="rId18" Type="http://schemas.openxmlformats.org/officeDocument/2006/relationships/customXml" Target="../ink/ink63.xml"/><Relationship Id="rId26" Type="http://schemas.openxmlformats.org/officeDocument/2006/relationships/customXml" Target="../ink/ink67.xml"/><Relationship Id="rId39" Type="http://schemas.openxmlformats.org/officeDocument/2006/relationships/image" Target="../media/image81.emf"/><Relationship Id="rId21" Type="http://schemas.openxmlformats.org/officeDocument/2006/relationships/image" Target="../media/image72.emf"/><Relationship Id="rId34" Type="http://schemas.openxmlformats.org/officeDocument/2006/relationships/customXml" Target="../ink/ink71.xml"/><Relationship Id="rId42" Type="http://schemas.openxmlformats.org/officeDocument/2006/relationships/customXml" Target="../ink/ink75.xml"/><Relationship Id="rId47" Type="http://schemas.openxmlformats.org/officeDocument/2006/relationships/image" Target="../media/image85.emf"/><Relationship Id="rId7" Type="http://schemas.openxmlformats.org/officeDocument/2006/relationships/image" Target="../media/image65.emf"/><Relationship Id="rId2" Type="http://schemas.openxmlformats.org/officeDocument/2006/relationships/customXml" Target="../ink/ink55.xml"/><Relationship Id="rId16" Type="http://schemas.openxmlformats.org/officeDocument/2006/relationships/customXml" Target="../ink/ink62.xml"/><Relationship Id="rId29" Type="http://schemas.openxmlformats.org/officeDocument/2006/relationships/image" Target="../media/image76.emf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57.xml"/><Relationship Id="rId11" Type="http://schemas.openxmlformats.org/officeDocument/2006/relationships/image" Target="../media/image67.emf"/><Relationship Id="rId24" Type="http://schemas.openxmlformats.org/officeDocument/2006/relationships/customXml" Target="../ink/ink66.xml"/><Relationship Id="rId32" Type="http://schemas.openxmlformats.org/officeDocument/2006/relationships/customXml" Target="../ink/ink70.xml"/><Relationship Id="rId37" Type="http://schemas.openxmlformats.org/officeDocument/2006/relationships/image" Target="../media/image80.emf"/><Relationship Id="rId40" Type="http://schemas.openxmlformats.org/officeDocument/2006/relationships/customXml" Target="../ink/ink74.xml"/><Relationship Id="rId45" Type="http://schemas.openxmlformats.org/officeDocument/2006/relationships/image" Target="../media/image84.emf"/><Relationship Id="rId5" Type="http://schemas.openxmlformats.org/officeDocument/2006/relationships/image" Target="../media/image64.emf"/><Relationship Id="rId15" Type="http://schemas.openxmlformats.org/officeDocument/2006/relationships/image" Target="../media/image69.emf"/><Relationship Id="rId23" Type="http://schemas.openxmlformats.org/officeDocument/2006/relationships/image" Target="../media/image73.emf"/><Relationship Id="rId28" Type="http://schemas.openxmlformats.org/officeDocument/2006/relationships/customXml" Target="../ink/ink68.xml"/><Relationship Id="rId36" Type="http://schemas.openxmlformats.org/officeDocument/2006/relationships/customXml" Target="../ink/ink72.xml"/><Relationship Id="rId10" Type="http://schemas.openxmlformats.org/officeDocument/2006/relationships/customXml" Target="../ink/ink59.xml"/><Relationship Id="rId19" Type="http://schemas.openxmlformats.org/officeDocument/2006/relationships/image" Target="../media/image71.emf"/><Relationship Id="rId31" Type="http://schemas.openxmlformats.org/officeDocument/2006/relationships/image" Target="../media/image77.emf"/><Relationship Id="rId44" Type="http://schemas.openxmlformats.org/officeDocument/2006/relationships/customXml" Target="../ink/ink76.xml"/><Relationship Id="rId4" Type="http://schemas.openxmlformats.org/officeDocument/2006/relationships/customXml" Target="../ink/ink56.xml"/><Relationship Id="rId9" Type="http://schemas.openxmlformats.org/officeDocument/2006/relationships/image" Target="../media/image66.emf"/><Relationship Id="rId14" Type="http://schemas.openxmlformats.org/officeDocument/2006/relationships/customXml" Target="../ink/ink61.xml"/><Relationship Id="rId22" Type="http://schemas.openxmlformats.org/officeDocument/2006/relationships/customXml" Target="../ink/ink65.xml"/><Relationship Id="rId27" Type="http://schemas.openxmlformats.org/officeDocument/2006/relationships/image" Target="../media/image75.emf"/><Relationship Id="rId30" Type="http://schemas.openxmlformats.org/officeDocument/2006/relationships/customXml" Target="../ink/ink69.xml"/><Relationship Id="rId35" Type="http://schemas.openxmlformats.org/officeDocument/2006/relationships/image" Target="../media/image79.emf"/><Relationship Id="rId43" Type="http://schemas.openxmlformats.org/officeDocument/2006/relationships/image" Target="../media/image83.emf"/><Relationship Id="rId8" Type="http://schemas.openxmlformats.org/officeDocument/2006/relationships/customXml" Target="../ink/ink58.xml"/><Relationship Id="rId3" Type="http://schemas.openxmlformats.org/officeDocument/2006/relationships/image" Target="../media/image63.emf"/><Relationship Id="rId12" Type="http://schemas.openxmlformats.org/officeDocument/2006/relationships/customXml" Target="../ink/ink60.xml"/><Relationship Id="rId17" Type="http://schemas.openxmlformats.org/officeDocument/2006/relationships/image" Target="../media/image70.emf"/><Relationship Id="rId25" Type="http://schemas.openxmlformats.org/officeDocument/2006/relationships/image" Target="../media/image74.emf"/><Relationship Id="rId33" Type="http://schemas.openxmlformats.org/officeDocument/2006/relationships/image" Target="../media/image78.emf"/><Relationship Id="rId38" Type="http://schemas.openxmlformats.org/officeDocument/2006/relationships/customXml" Target="../ink/ink73.xml"/><Relationship Id="rId46" Type="http://schemas.openxmlformats.org/officeDocument/2006/relationships/customXml" Target="../ink/ink77.xml"/><Relationship Id="rId20" Type="http://schemas.openxmlformats.org/officeDocument/2006/relationships/customXml" Target="../ink/ink64.xml"/><Relationship Id="rId41" Type="http://schemas.openxmlformats.org/officeDocument/2006/relationships/image" Target="../media/image82.e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9.emf"/><Relationship Id="rId13" Type="http://schemas.openxmlformats.org/officeDocument/2006/relationships/customXml" Target="../ink/ink83.xml"/><Relationship Id="rId18" Type="http://schemas.openxmlformats.org/officeDocument/2006/relationships/image" Target="../media/image94.emf"/><Relationship Id="rId3" Type="http://schemas.openxmlformats.org/officeDocument/2006/relationships/customXml" Target="../ink/ink78.xml"/><Relationship Id="rId21" Type="http://schemas.openxmlformats.org/officeDocument/2006/relationships/customXml" Target="../ink/ink87.xml"/><Relationship Id="rId7" Type="http://schemas.openxmlformats.org/officeDocument/2006/relationships/customXml" Target="../ink/ink80.xml"/><Relationship Id="rId12" Type="http://schemas.openxmlformats.org/officeDocument/2006/relationships/image" Target="../media/image91.emf"/><Relationship Id="rId17" Type="http://schemas.openxmlformats.org/officeDocument/2006/relationships/customXml" Target="../ink/ink85.xml"/><Relationship Id="rId2" Type="http://schemas.openxmlformats.org/officeDocument/2006/relationships/image" Target="../media/image9.png"/><Relationship Id="rId16" Type="http://schemas.openxmlformats.org/officeDocument/2006/relationships/image" Target="../media/image93.emf"/><Relationship Id="rId20" Type="http://schemas.openxmlformats.org/officeDocument/2006/relationships/image" Target="../media/image95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8.emf"/><Relationship Id="rId11" Type="http://schemas.openxmlformats.org/officeDocument/2006/relationships/customXml" Target="../ink/ink82.xml"/><Relationship Id="rId5" Type="http://schemas.openxmlformats.org/officeDocument/2006/relationships/customXml" Target="../ink/ink79.xml"/><Relationship Id="rId15" Type="http://schemas.openxmlformats.org/officeDocument/2006/relationships/customXml" Target="../ink/ink84.xml"/><Relationship Id="rId10" Type="http://schemas.openxmlformats.org/officeDocument/2006/relationships/image" Target="../media/image90.emf"/><Relationship Id="rId19" Type="http://schemas.openxmlformats.org/officeDocument/2006/relationships/customXml" Target="../ink/ink86.xml"/><Relationship Id="rId4" Type="http://schemas.openxmlformats.org/officeDocument/2006/relationships/image" Target="../media/image87.emf"/><Relationship Id="rId9" Type="http://schemas.openxmlformats.org/officeDocument/2006/relationships/customXml" Target="../ink/ink81.xml"/><Relationship Id="rId14" Type="http://schemas.openxmlformats.org/officeDocument/2006/relationships/image" Target="../media/image92.emf"/><Relationship Id="rId22" Type="http://schemas.openxmlformats.org/officeDocument/2006/relationships/image" Target="../media/image96.e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emf"/><Relationship Id="rId3" Type="http://schemas.openxmlformats.org/officeDocument/2006/relationships/customXml" Target="../ink/ink88.xml"/><Relationship Id="rId7" Type="http://schemas.openxmlformats.org/officeDocument/2006/relationships/customXml" Target="../ink/ink90.xml"/><Relationship Id="rId12" Type="http://schemas.openxmlformats.org/officeDocument/2006/relationships/image" Target="../media/image102.emf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9.emf"/><Relationship Id="rId11" Type="http://schemas.openxmlformats.org/officeDocument/2006/relationships/customXml" Target="../ink/ink92.xml"/><Relationship Id="rId5" Type="http://schemas.openxmlformats.org/officeDocument/2006/relationships/customXml" Target="../ink/ink89.xml"/><Relationship Id="rId10" Type="http://schemas.openxmlformats.org/officeDocument/2006/relationships/image" Target="../media/image101.emf"/><Relationship Id="rId4" Type="http://schemas.openxmlformats.org/officeDocument/2006/relationships/image" Target="../media/image98.emf"/><Relationship Id="rId9" Type="http://schemas.openxmlformats.org/officeDocument/2006/relationships/customXml" Target="../ink/ink91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6.emf"/><Relationship Id="rId3" Type="http://schemas.openxmlformats.org/officeDocument/2006/relationships/customXml" Target="../ink/ink93.xml"/><Relationship Id="rId7" Type="http://schemas.openxmlformats.org/officeDocument/2006/relationships/customXml" Target="../ink/ink95.xml"/><Relationship Id="rId12" Type="http://schemas.openxmlformats.org/officeDocument/2006/relationships/image" Target="../media/image108.emf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5.emf"/><Relationship Id="rId11" Type="http://schemas.openxmlformats.org/officeDocument/2006/relationships/customXml" Target="../ink/ink97.xml"/><Relationship Id="rId5" Type="http://schemas.openxmlformats.org/officeDocument/2006/relationships/customXml" Target="../ink/ink94.xml"/><Relationship Id="rId10" Type="http://schemas.openxmlformats.org/officeDocument/2006/relationships/image" Target="../media/image107.emf"/><Relationship Id="rId4" Type="http://schemas.openxmlformats.org/officeDocument/2006/relationships/image" Target="../media/image104.emf"/><Relationship Id="rId9" Type="http://schemas.openxmlformats.org/officeDocument/2006/relationships/customXml" Target="../ink/ink96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customXml" Target="../ink/ink101.xml"/><Relationship Id="rId13" Type="http://schemas.openxmlformats.org/officeDocument/2006/relationships/image" Target="../media/image114.emf"/><Relationship Id="rId18" Type="http://schemas.openxmlformats.org/officeDocument/2006/relationships/customXml" Target="../ink/ink106.xml"/><Relationship Id="rId3" Type="http://schemas.openxmlformats.org/officeDocument/2006/relationships/image" Target="../media/image109.emf"/><Relationship Id="rId21" Type="http://schemas.openxmlformats.org/officeDocument/2006/relationships/image" Target="../media/image118.emf"/><Relationship Id="rId7" Type="http://schemas.openxmlformats.org/officeDocument/2006/relationships/image" Target="../media/image111.emf"/><Relationship Id="rId12" Type="http://schemas.openxmlformats.org/officeDocument/2006/relationships/customXml" Target="../ink/ink103.xml"/><Relationship Id="rId17" Type="http://schemas.openxmlformats.org/officeDocument/2006/relationships/image" Target="../media/image116.emf"/><Relationship Id="rId25" Type="http://schemas.openxmlformats.org/officeDocument/2006/relationships/image" Target="../media/image120.emf"/><Relationship Id="rId2" Type="http://schemas.openxmlformats.org/officeDocument/2006/relationships/customXml" Target="../ink/ink98.xml"/><Relationship Id="rId16" Type="http://schemas.openxmlformats.org/officeDocument/2006/relationships/customXml" Target="../ink/ink105.xml"/><Relationship Id="rId20" Type="http://schemas.openxmlformats.org/officeDocument/2006/relationships/customXml" Target="../ink/ink107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00.xml"/><Relationship Id="rId11" Type="http://schemas.openxmlformats.org/officeDocument/2006/relationships/image" Target="../media/image113.emf"/><Relationship Id="rId24" Type="http://schemas.openxmlformats.org/officeDocument/2006/relationships/customXml" Target="../ink/ink109.xml"/><Relationship Id="rId5" Type="http://schemas.openxmlformats.org/officeDocument/2006/relationships/image" Target="../media/image110.emf"/><Relationship Id="rId15" Type="http://schemas.openxmlformats.org/officeDocument/2006/relationships/image" Target="../media/image115.emf"/><Relationship Id="rId23" Type="http://schemas.openxmlformats.org/officeDocument/2006/relationships/image" Target="../media/image119.emf"/><Relationship Id="rId10" Type="http://schemas.openxmlformats.org/officeDocument/2006/relationships/customXml" Target="../ink/ink102.xml"/><Relationship Id="rId19" Type="http://schemas.openxmlformats.org/officeDocument/2006/relationships/image" Target="../media/image117.emf"/><Relationship Id="rId4" Type="http://schemas.openxmlformats.org/officeDocument/2006/relationships/customXml" Target="../ink/ink99.xml"/><Relationship Id="rId9" Type="http://schemas.openxmlformats.org/officeDocument/2006/relationships/image" Target="../media/image112.emf"/><Relationship Id="rId14" Type="http://schemas.openxmlformats.org/officeDocument/2006/relationships/customXml" Target="../ink/ink104.xml"/><Relationship Id="rId22" Type="http://schemas.openxmlformats.org/officeDocument/2006/relationships/customXml" Target="../ink/ink10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10.emf"/><Relationship Id="rId2" Type="http://schemas.openxmlformats.org/officeDocument/2006/relationships/customXml" Target="../ink/ink11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23.xml"/><Relationship Id="rId21" Type="http://schemas.openxmlformats.org/officeDocument/2006/relationships/image" Target="../media/image240.emf"/><Relationship Id="rId42" Type="http://schemas.openxmlformats.org/officeDocument/2006/relationships/customXml" Target="../ink/ink131.xml"/><Relationship Id="rId47" Type="http://schemas.openxmlformats.org/officeDocument/2006/relationships/image" Target="../media/image370.emf"/><Relationship Id="rId63" Type="http://schemas.openxmlformats.org/officeDocument/2006/relationships/image" Target="../media/image450.emf"/><Relationship Id="rId68" Type="http://schemas.openxmlformats.org/officeDocument/2006/relationships/customXml" Target="../ink/ink144.xml"/><Relationship Id="rId2" Type="http://schemas.openxmlformats.org/officeDocument/2006/relationships/customXml" Target="../ink/ink111.xml"/><Relationship Id="rId16" Type="http://schemas.openxmlformats.org/officeDocument/2006/relationships/customXml" Target="../ink/ink118.xml"/><Relationship Id="rId29" Type="http://schemas.openxmlformats.org/officeDocument/2006/relationships/image" Target="../media/image280.emf"/><Relationship Id="rId11" Type="http://schemas.openxmlformats.org/officeDocument/2006/relationships/image" Target="../media/image190.emf"/><Relationship Id="rId24" Type="http://schemas.openxmlformats.org/officeDocument/2006/relationships/customXml" Target="../ink/ink122.xml"/><Relationship Id="rId32" Type="http://schemas.openxmlformats.org/officeDocument/2006/relationships/customXml" Target="../ink/ink126.xml"/><Relationship Id="rId37" Type="http://schemas.openxmlformats.org/officeDocument/2006/relationships/image" Target="../media/image320.emf"/><Relationship Id="rId40" Type="http://schemas.openxmlformats.org/officeDocument/2006/relationships/customXml" Target="../ink/ink130.xml"/><Relationship Id="rId45" Type="http://schemas.openxmlformats.org/officeDocument/2006/relationships/image" Target="../media/image36.emf"/><Relationship Id="rId53" Type="http://schemas.openxmlformats.org/officeDocument/2006/relationships/image" Target="../media/image400.emf"/><Relationship Id="rId58" Type="http://schemas.openxmlformats.org/officeDocument/2006/relationships/customXml" Target="../ink/ink139.xml"/><Relationship Id="rId66" Type="http://schemas.openxmlformats.org/officeDocument/2006/relationships/customXml" Target="../ink/ink143.xml"/><Relationship Id="rId5" Type="http://schemas.openxmlformats.org/officeDocument/2006/relationships/image" Target="../media/image160.emf"/><Relationship Id="rId61" Type="http://schemas.openxmlformats.org/officeDocument/2006/relationships/image" Target="../media/image440.emf"/><Relationship Id="rId19" Type="http://schemas.openxmlformats.org/officeDocument/2006/relationships/image" Target="../media/image23.emf"/><Relationship Id="rId14" Type="http://schemas.openxmlformats.org/officeDocument/2006/relationships/customXml" Target="../ink/ink117.xml"/><Relationship Id="rId22" Type="http://schemas.openxmlformats.org/officeDocument/2006/relationships/customXml" Target="../ink/ink121.xml"/><Relationship Id="rId27" Type="http://schemas.openxmlformats.org/officeDocument/2006/relationships/image" Target="../media/image270.emf"/><Relationship Id="rId30" Type="http://schemas.openxmlformats.org/officeDocument/2006/relationships/customXml" Target="../ink/ink125.xml"/><Relationship Id="rId35" Type="http://schemas.openxmlformats.org/officeDocument/2006/relationships/image" Target="../media/image310.emf"/><Relationship Id="rId43" Type="http://schemas.openxmlformats.org/officeDocument/2006/relationships/image" Target="../media/image35.emf"/><Relationship Id="rId48" Type="http://schemas.openxmlformats.org/officeDocument/2006/relationships/customXml" Target="../ink/ink134.xml"/><Relationship Id="rId56" Type="http://schemas.openxmlformats.org/officeDocument/2006/relationships/customXml" Target="../ink/ink138.xml"/><Relationship Id="rId64" Type="http://schemas.openxmlformats.org/officeDocument/2006/relationships/customXml" Target="../ink/ink142.xml"/><Relationship Id="rId69" Type="http://schemas.openxmlformats.org/officeDocument/2006/relationships/image" Target="../media/image480.emf"/><Relationship Id="rId8" Type="http://schemas.openxmlformats.org/officeDocument/2006/relationships/customXml" Target="../ink/ink114.xml"/><Relationship Id="rId51" Type="http://schemas.openxmlformats.org/officeDocument/2006/relationships/image" Target="../media/image390.emf"/><Relationship Id="rId72" Type="http://schemas.openxmlformats.org/officeDocument/2006/relationships/customXml" Target="../ink/ink146.xml"/><Relationship Id="rId3" Type="http://schemas.openxmlformats.org/officeDocument/2006/relationships/image" Target="../media/image158.emf"/><Relationship Id="rId12" Type="http://schemas.openxmlformats.org/officeDocument/2006/relationships/customXml" Target="../ink/ink116.xml"/><Relationship Id="rId17" Type="http://schemas.openxmlformats.org/officeDocument/2006/relationships/image" Target="../media/image220.emf"/><Relationship Id="rId25" Type="http://schemas.openxmlformats.org/officeDocument/2006/relationships/image" Target="../media/image26.emf"/><Relationship Id="rId33" Type="http://schemas.openxmlformats.org/officeDocument/2006/relationships/image" Target="../media/image300.emf"/><Relationship Id="rId38" Type="http://schemas.openxmlformats.org/officeDocument/2006/relationships/customXml" Target="../ink/ink129.xml"/><Relationship Id="rId46" Type="http://schemas.openxmlformats.org/officeDocument/2006/relationships/customXml" Target="../ink/ink133.xml"/><Relationship Id="rId59" Type="http://schemas.openxmlformats.org/officeDocument/2006/relationships/image" Target="../media/image430.emf"/><Relationship Id="rId67" Type="http://schemas.openxmlformats.org/officeDocument/2006/relationships/image" Target="../media/image470.emf"/><Relationship Id="rId20" Type="http://schemas.openxmlformats.org/officeDocument/2006/relationships/customXml" Target="../ink/ink120.xml"/><Relationship Id="rId41" Type="http://schemas.openxmlformats.org/officeDocument/2006/relationships/image" Target="../media/image340.emf"/><Relationship Id="rId54" Type="http://schemas.openxmlformats.org/officeDocument/2006/relationships/customXml" Target="../ink/ink137.xml"/><Relationship Id="rId62" Type="http://schemas.openxmlformats.org/officeDocument/2006/relationships/customXml" Target="../ink/ink141.xml"/><Relationship Id="rId70" Type="http://schemas.openxmlformats.org/officeDocument/2006/relationships/customXml" Target="../ink/ink145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13.xml"/><Relationship Id="rId15" Type="http://schemas.openxmlformats.org/officeDocument/2006/relationships/image" Target="../media/image21.emf"/><Relationship Id="rId23" Type="http://schemas.openxmlformats.org/officeDocument/2006/relationships/image" Target="../media/image250.emf"/><Relationship Id="rId28" Type="http://schemas.openxmlformats.org/officeDocument/2006/relationships/customXml" Target="../ink/ink124.xml"/><Relationship Id="rId36" Type="http://schemas.openxmlformats.org/officeDocument/2006/relationships/customXml" Target="../ink/ink128.xml"/><Relationship Id="rId49" Type="http://schemas.openxmlformats.org/officeDocument/2006/relationships/image" Target="../media/image380.emf"/><Relationship Id="rId57" Type="http://schemas.openxmlformats.org/officeDocument/2006/relationships/image" Target="../media/image420.emf"/><Relationship Id="rId10" Type="http://schemas.openxmlformats.org/officeDocument/2006/relationships/customXml" Target="../ink/ink115.xml"/><Relationship Id="rId31" Type="http://schemas.openxmlformats.org/officeDocument/2006/relationships/image" Target="../media/image29.emf"/><Relationship Id="rId44" Type="http://schemas.openxmlformats.org/officeDocument/2006/relationships/customXml" Target="../ink/ink132.xml"/><Relationship Id="rId52" Type="http://schemas.openxmlformats.org/officeDocument/2006/relationships/customXml" Target="../ink/ink136.xml"/><Relationship Id="rId60" Type="http://schemas.openxmlformats.org/officeDocument/2006/relationships/customXml" Target="../ink/ink140.xml"/><Relationship Id="rId65" Type="http://schemas.openxmlformats.org/officeDocument/2006/relationships/image" Target="../media/image460.emf"/><Relationship Id="rId73" Type="http://schemas.openxmlformats.org/officeDocument/2006/relationships/image" Target="../media/image500.emf"/><Relationship Id="rId4" Type="http://schemas.openxmlformats.org/officeDocument/2006/relationships/customXml" Target="../ink/ink112.xml"/><Relationship Id="rId9" Type="http://schemas.openxmlformats.org/officeDocument/2006/relationships/image" Target="../media/image180.emf"/><Relationship Id="rId13" Type="http://schemas.openxmlformats.org/officeDocument/2006/relationships/image" Target="../media/image200.emf"/><Relationship Id="rId18" Type="http://schemas.openxmlformats.org/officeDocument/2006/relationships/customXml" Target="../ink/ink119.xml"/><Relationship Id="rId39" Type="http://schemas.openxmlformats.org/officeDocument/2006/relationships/image" Target="../media/image330.emf"/><Relationship Id="rId34" Type="http://schemas.openxmlformats.org/officeDocument/2006/relationships/customXml" Target="../ink/ink127.xml"/><Relationship Id="rId50" Type="http://schemas.openxmlformats.org/officeDocument/2006/relationships/customXml" Target="../ink/ink135.xml"/><Relationship Id="rId55" Type="http://schemas.openxmlformats.org/officeDocument/2006/relationships/image" Target="../media/image410.emf"/><Relationship Id="rId7" Type="http://schemas.openxmlformats.org/officeDocument/2006/relationships/image" Target="../media/image170.emf"/><Relationship Id="rId71" Type="http://schemas.openxmlformats.org/officeDocument/2006/relationships/image" Target="../media/image490.emf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emf"/><Relationship Id="rId7" Type="http://schemas.openxmlformats.org/officeDocument/2006/relationships/image" Target="../media/image128.emf"/><Relationship Id="rId2" Type="http://schemas.openxmlformats.org/officeDocument/2006/relationships/customXml" Target="../ink/ink147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49.xml"/><Relationship Id="rId5" Type="http://schemas.openxmlformats.org/officeDocument/2006/relationships/image" Target="../media/image127.emf"/><Relationship Id="rId4" Type="http://schemas.openxmlformats.org/officeDocument/2006/relationships/customXml" Target="../ink/ink148.xml"/></Relationships>
</file>

<file path=ppt/slides/_rels/slide2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34.emf"/><Relationship Id="rId18" Type="http://schemas.openxmlformats.org/officeDocument/2006/relationships/customXml" Target="../ink/ink158.xml"/><Relationship Id="rId26" Type="http://schemas.openxmlformats.org/officeDocument/2006/relationships/customXml" Target="../ink/ink162.xml"/><Relationship Id="rId39" Type="http://schemas.openxmlformats.org/officeDocument/2006/relationships/image" Target="../media/image147.emf"/><Relationship Id="rId21" Type="http://schemas.openxmlformats.org/officeDocument/2006/relationships/image" Target="../media/image138.emf"/><Relationship Id="rId34" Type="http://schemas.openxmlformats.org/officeDocument/2006/relationships/customXml" Target="../ink/ink166.xml"/><Relationship Id="rId42" Type="http://schemas.openxmlformats.org/officeDocument/2006/relationships/customXml" Target="../ink/ink170.xml"/><Relationship Id="rId47" Type="http://schemas.openxmlformats.org/officeDocument/2006/relationships/image" Target="../media/image151.emf"/><Relationship Id="rId50" Type="http://schemas.openxmlformats.org/officeDocument/2006/relationships/customXml" Target="../ink/ink174.xml"/><Relationship Id="rId7" Type="http://schemas.openxmlformats.org/officeDocument/2006/relationships/image" Target="../media/image131.emf"/><Relationship Id="rId2" Type="http://schemas.openxmlformats.org/officeDocument/2006/relationships/customXml" Target="../ink/ink150.xml"/><Relationship Id="rId16" Type="http://schemas.openxmlformats.org/officeDocument/2006/relationships/customXml" Target="../ink/ink157.xml"/><Relationship Id="rId29" Type="http://schemas.openxmlformats.org/officeDocument/2006/relationships/image" Target="../media/image142.emf"/><Relationship Id="rId11" Type="http://schemas.openxmlformats.org/officeDocument/2006/relationships/image" Target="../media/image133.emf"/><Relationship Id="rId24" Type="http://schemas.openxmlformats.org/officeDocument/2006/relationships/customXml" Target="../ink/ink161.xml"/><Relationship Id="rId32" Type="http://schemas.openxmlformats.org/officeDocument/2006/relationships/customXml" Target="../ink/ink165.xml"/><Relationship Id="rId37" Type="http://schemas.openxmlformats.org/officeDocument/2006/relationships/image" Target="../media/image146.emf"/><Relationship Id="rId40" Type="http://schemas.openxmlformats.org/officeDocument/2006/relationships/customXml" Target="../ink/ink169.xml"/><Relationship Id="rId45" Type="http://schemas.openxmlformats.org/officeDocument/2006/relationships/image" Target="../media/image150.emf"/><Relationship Id="rId5" Type="http://schemas.openxmlformats.org/officeDocument/2006/relationships/image" Target="../media/image130.emf"/><Relationship Id="rId15" Type="http://schemas.openxmlformats.org/officeDocument/2006/relationships/image" Target="../media/image135.emf"/><Relationship Id="rId23" Type="http://schemas.openxmlformats.org/officeDocument/2006/relationships/image" Target="../media/image139.emf"/><Relationship Id="rId28" Type="http://schemas.openxmlformats.org/officeDocument/2006/relationships/customXml" Target="../ink/ink163.xml"/><Relationship Id="rId36" Type="http://schemas.openxmlformats.org/officeDocument/2006/relationships/customXml" Target="../ink/ink167.xml"/><Relationship Id="rId49" Type="http://schemas.openxmlformats.org/officeDocument/2006/relationships/image" Target="../media/image152.emf"/><Relationship Id="rId10" Type="http://schemas.openxmlformats.org/officeDocument/2006/relationships/customXml" Target="../ink/ink154.xml"/><Relationship Id="rId19" Type="http://schemas.openxmlformats.org/officeDocument/2006/relationships/image" Target="../media/image137.emf"/><Relationship Id="rId31" Type="http://schemas.openxmlformats.org/officeDocument/2006/relationships/image" Target="../media/image143.emf"/><Relationship Id="rId44" Type="http://schemas.openxmlformats.org/officeDocument/2006/relationships/customXml" Target="../ink/ink171.xml"/><Relationship Id="rId4" Type="http://schemas.openxmlformats.org/officeDocument/2006/relationships/customXml" Target="../ink/ink151.xml"/><Relationship Id="rId9" Type="http://schemas.openxmlformats.org/officeDocument/2006/relationships/image" Target="../media/image132.emf"/><Relationship Id="rId14" Type="http://schemas.openxmlformats.org/officeDocument/2006/relationships/customXml" Target="../ink/ink156.xml"/><Relationship Id="rId22" Type="http://schemas.openxmlformats.org/officeDocument/2006/relationships/customXml" Target="../ink/ink160.xml"/><Relationship Id="rId27" Type="http://schemas.openxmlformats.org/officeDocument/2006/relationships/image" Target="../media/image141.emf"/><Relationship Id="rId30" Type="http://schemas.openxmlformats.org/officeDocument/2006/relationships/customXml" Target="../ink/ink164.xml"/><Relationship Id="rId35" Type="http://schemas.openxmlformats.org/officeDocument/2006/relationships/image" Target="../media/image145.emf"/><Relationship Id="rId43" Type="http://schemas.openxmlformats.org/officeDocument/2006/relationships/image" Target="../media/image149.emf"/><Relationship Id="rId48" Type="http://schemas.openxmlformats.org/officeDocument/2006/relationships/customXml" Target="../ink/ink173.xml"/><Relationship Id="rId8" Type="http://schemas.openxmlformats.org/officeDocument/2006/relationships/customXml" Target="../ink/ink153.xml"/><Relationship Id="rId51" Type="http://schemas.openxmlformats.org/officeDocument/2006/relationships/image" Target="../media/image153.emf"/><Relationship Id="rId3" Type="http://schemas.openxmlformats.org/officeDocument/2006/relationships/image" Target="../media/image129.emf"/><Relationship Id="rId12" Type="http://schemas.openxmlformats.org/officeDocument/2006/relationships/customXml" Target="../ink/ink155.xml"/><Relationship Id="rId17" Type="http://schemas.openxmlformats.org/officeDocument/2006/relationships/image" Target="../media/image136.emf"/><Relationship Id="rId25" Type="http://schemas.openxmlformats.org/officeDocument/2006/relationships/image" Target="../media/image140.emf"/><Relationship Id="rId33" Type="http://schemas.openxmlformats.org/officeDocument/2006/relationships/image" Target="../media/image144.emf"/><Relationship Id="rId38" Type="http://schemas.openxmlformats.org/officeDocument/2006/relationships/customXml" Target="../ink/ink168.xml"/><Relationship Id="rId46" Type="http://schemas.openxmlformats.org/officeDocument/2006/relationships/customXml" Target="../ink/ink172.xml"/><Relationship Id="rId20" Type="http://schemas.openxmlformats.org/officeDocument/2006/relationships/customXml" Target="../ink/ink159.xml"/><Relationship Id="rId41" Type="http://schemas.openxmlformats.org/officeDocument/2006/relationships/image" Target="../media/image148.emf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52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customXml" Target="../ink/ink178.xml"/><Relationship Id="rId3" Type="http://schemas.openxmlformats.org/officeDocument/2006/relationships/image" Target="../media/image154.emf"/><Relationship Id="rId7" Type="http://schemas.openxmlformats.org/officeDocument/2006/relationships/image" Target="../media/image156.emf"/><Relationship Id="rId2" Type="http://schemas.openxmlformats.org/officeDocument/2006/relationships/customXml" Target="../ink/ink175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77.xml"/><Relationship Id="rId5" Type="http://schemas.openxmlformats.org/officeDocument/2006/relationships/image" Target="../media/image155.emf"/><Relationship Id="rId4" Type="http://schemas.openxmlformats.org/officeDocument/2006/relationships/customXml" Target="../ink/ink176.xml"/><Relationship Id="rId9" Type="http://schemas.openxmlformats.org/officeDocument/2006/relationships/image" Target="../media/image157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 smtClean="0"/>
              <a:t>Memory </a:t>
            </a:r>
            <a:r>
              <a:rPr lang="en-IN" dirty="0"/>
              <a:t>D</a:t>
            </a:r>
            <a:r>
              <a:rPr lang="en-IN" dirty="0" smtClean="0"/>
              <a:t>esign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Dr. Prapulla S B, Dept. of CSE,</a:t>
            </a:r>
          </a:p>
          <a:p>
            <a:r>
              <a:rPr lang="en-US" dirty="0" smtClean="0"/>
              <a:t>RVCE, Bengaluru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682332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Memory design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Most of the time, we need to realize/design Large size memory chips using smaller/available size memory chips.</a:t>
            </a:r>
          </a:p>
          <a:p>
            <a:r>
              <a:rPr lang="en-US" dirty="0" smtClean="0"/>
              <a:t>Here the focus is how to design the required size RAM chips using available size memory /RAM chips.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111633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361" y="332656"/>
            <a:ext cx="9056639" cy="54726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/>
              <p14:cNvContentPartPr/>
              <p14:nvPr/>
            </p14:nvContentPartPr>
            <p14:xfrm>
              <a:off x="5336682" y="2148243"/>
              <a:ext cx="3836520" cy="625680"/>
            </p14:xfrm>
          </p:contentPart>
        </mc:Choice>
        <mc:Fallback xmlns="">
          <p:pic>
            <p:nvPicPr>
              <p:cNvPr id="6" name="Ink 5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325522" y="2134563"/>
                <a:ext cx="3863160" cy="64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4" name="Ink 43"/>
              <p14:cNvContentPartPr/>
              <p14:nvPr/>
            </p14:nvContentPartPr>
            <p14:xfrm>
              <a:off x="2083362" y="2611563"/>
              <a:ext cx="1512360" cy="63000"/>
            </p14:xfrm>
          </p:contentPart>
        </mc:Choice>
        <mc:Fallback xmlns="">
          <p:pic>
            <p:nvPicPr>
              <p:cNvPr id="44" name="Ink 43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076522" y="2604723"/>
                <a:ext cx="1523160" cy="7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49" name="Ink 48"/>
              <p14:cNvContentPartPr/>
              <p14:nvPr/>
            </p14:nvContentPartPr>
            <p14:xfrm>
              <a:off x="3373602" y="2432283"/>
              <a:ext cx="3589920" cy="889200"/>
            </p14:xfrm>
          </p:contentPart>
        </mc:Choice>
        <mc:Fallback xmlns="">
          <p:pic>
            <p:nvPicPr>
              <p:cNvPr id="49" name="Ink 48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368202" y="2424723"/>
                <a:ext cx="3609720" cy="90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51" name="Ink 50"/>
              <p14:cNvContentPartPr/>
              <p14:nvPr/>
            </p14:nvContentPartPr>
            <p14:xfrm>
              <a:off x="907962" y="2657643"/>
              <a:ext cx="1292040" cy="47880"/>
            </p14:xfrm>
          </p:contentPart>
        </mc:Choice>
        <mc:Fallback xmlns="">
          <p:pic>
            <p:nvPicPr>
              <p:cNvPr id="51" name="Ink 50"/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901842" y="2651523"/>
                <a:ext cx="1303560" cy="5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52" name="Ink 51"/>
              <p14:cNvContentPartPr/>
              <p14:nvPr/>
            </p14:nvContentPartPr>
            <p14:xfrm>
              <a:off x="3337242" y="3494643"/>
              <a:ext cx="722520" cy="58320"/>
            </p14:xfrm>
          </p:contentPart>
        </mc:Choice>
        <mc:Fallback xmlns="">
          <p:pic>
            <p:nvPicPr>
              <p:cNvPr id="52" name="Ink 51"/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325002" y="3482763"/>
                <a:ext cx="746280" cy="8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55" name="Ink 54"/>
              <p14:cNvContentPartPr/>
              <p14:nvPr/>
            </p14:nvContentPartPr>
            <p14:xfrm>
              <a:off x="1283082" y="3406803"/>
              <a:ext cx="1211760" cy="112320"/>
            </p14:xfrm>
          </p:contentPart>
        </mc:Choice>
        <mc:Fallback xmlns="">
          <p:pic>
            <p:nvPicPr>
              <p:cNvPr id="55" name="Ink 54"/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276962" y="3400323"/>
                <a:ext cx="1221480" cy="12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035" name="Ink 1034"/>
              <p14:cNvContentPartPr/>
              <p14:nvPr/>
            </p14:nvContentPartPr>
            <p14:xfrm>
              <a:off x="7150362" y="3447123"/>
              <a:ext cx="162000" cy="11880"/>
            </p14:xfrm>
          </p:contentPart>
        </mc:Choice>
        <mc:Fallback xmlns="">
          <p:pic>
            <p:nvPicPr>
              <p:cNvPr id="1035" name="Ink 1034"/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7145322" y="3439203"/>
                <a:ext cx="174240" cy="2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037" name="Ink 1036"/>
              <p14:cNvContentPartPr/>
              <p14:nvPr/>
            </p14:nvContentPartPr>
            <p14:xfrm>
              <a:off x="4639002" y="2609043"/>
              <a:ext cx="581760" cy="21240"/>
            </p14:xfrm>
          </p:contentPart>
        </mc:Choice>
        <mc:Fallback xmlns="">
          <p:pic>
            <p:nvPicPr>
              <p:cNvPr id="1037" name="Ink 1036"/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4634682" y="2603283"/>
                <a:ext cx="592560" cy="3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038" name="Ink 1037"/>
              <p14:cNvContentPartPr/>
              <p14:nvPr/>
            </p14:nvContentPartPr>
            <p14:xfrm>
              <a:off x="6687762" y="3435243"/>
              <a:ext cx="522720" cy="34920"/>
            </p14:xfrm>
          </p:contentPart>
        </mc:Choice>
        <mc:Fallback xmlns="">
          <p:pic>
            <p:nvPicPr>
              <p:cNvPr id="1038" name="Ink 1037"/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6680202" y="3426603"/>
                <a:ext cx="538920" cy="5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039" name="Ink 1038"/>
              <p14:cNvContentPartPr/>
              <p14:nvPr/>
            </p14:nvContentPartPr>
            <p14:xfrm>
              <a:off x="5223282" y="3465483"/>
              <a:ext cx="621360" cy="97560"/>
            </p14:xfrm>
          </p:contentPart>
        </mc:Choice>
        <mc:Fallback xmlns="">
          <p:pic>
            <p:nvPicPr>
              <p:cNvPr id="1039" name="Ink 1038"/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5215002" y="3457563"/>
                <a:ext cx="638280" cy="11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109" name="Ink 1108"/>
              <p14:cNvContentPartPr/>
              <p14:nvPr/>
            </p14:nvContentPartPr>
            <p14:xfrm>
              <a:off x="2643162" y="3446403"/>
              <a:ext cx="3149640" cy="1310400"/>
            </p14:xfrm>
          </p:contentPart>
        </mc:Choice>
        <mc:Fallback xmlns="">
          <p:pic>
            <p:nvPicPr>
              <p:cNvPr id="1109" name="Ink 1108"/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2636682" y="3439563"/>
                <a:ext cx="3161880" cy="132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111" name="Ink 1110"/>
              <p14:cNvContentPartPr/>
              <p14:nvPr/>
            </p14:nvContentPartPr>
            <p14:xfrm>
              <a:off x="420882" y="4422003"/>
              <a:ext cx="2524320" cy="657360"/>
            </p14:xfrm>
          </p:contentPart>
        </mc:Choice>
        <mc:Fallback xmlns="">
          <p:pic>
            <p:nvPicPr>
              <p:cNvPr id="1111" name="Ink 1110"/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413682" y="4414803"/>
                <a:ext cx="2541600" cy="67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1114" name="Ink 1113"/>
              <p14:cNvContentPartPr/>
              <p14:nvPr/>
            </p14:nvContentPartPr>
            <p14:xfrm>
              <a:off x="1511682" y="4831683"/>
              <a:ext cx="720" cy="0"/>
            </p14:xfrm>
          </p:contentPart>
        </mc:Choice>
        <mc:Fallback xmlns="">
          <p:pic>
            <p:nvPicPr>
              <p:cNvPr id="1114" name="Ink 1113"/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0" y="0"/>
                <a:ext cx="720" cy="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1136" name="Ink 1135"/>
              <p14:cNvContentPartPr/>
              <p14:nvPr/>
            </p14:nvContentPartPr>
            <p14:xfrm>
              <a:off x="55842" y="4605243"/>
              <a:ext cx="8882280" cy="846720"/>
            </p14:xfrm>
          </p:contentPart>
        </mc:Choice>
        <mc:Fallback xmlns="">
          <p:pic>
            <p:nvPicPr>
              <p:cNvPr id="1136" name="Ink 1135"/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48642" y="4594083"/>
                <a:ext cx="8896680" cy="86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1137" name="Ink 1136"/>
              <p14:cNvContentPartPr/>
              <p14:nvPr/>
            </p14:nvContentPartPr>
            <p14:xfrm>
              <a:off x="442482" y="4806123"/>
              <a:ext cx="3859200" cy="382680"/>
            </p14:xfrm>
          </p:contentPart>
        </mc:Choice>
        <mc:Fallback xmlns="">
          <p:pic>
            <p:nvPicPr>
              <p:cNvPr id="1137" name="Ink 1136"/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435282" y="4800003"/>
                <a:ext cx="3876120" cy="398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784408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3" name="Ink 62"/>
              <p14:cNvContentPartPr/>
              <p14:nvPr/>
            </p14:nvContentPartPr>
            <p14:xfrm>
              <a:off x="7106082" y="1821363"/>
              <a:ext cx="957960" cy="223560"/>
            </p14:xfrm>
          </p:contentPart>
        </mc:Choice>
        <mc:Fallback xmlns="">
          <p:pic>
            <p:nvPicPr>
              <p:cNvPr id="63" name="Ink 62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098522" y="1810203"/>
                <a:ext cx="972000" cy="24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97" name="Ink 96"/>
              <p14:cNvContentPartPr/>
              <p14:nvPr/>
            </p14:nvContentPartPr>
            <p14:xfrm>
              <a:off x="1828842" y="3327603"/>
              <a:ext cx="2401920" cy="644760"/>
            </p14:xfrm>
          </p:contentPart>
        </mc:Choice>
        <mc:Fallback xmlns="">
          <p:pic>
            <p:nvPicPr>
              <p:cNvPr id="97" name="Ink 96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817682" y="3314643"/>
                <a:ext cx="2418480" cy="66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43" name="Ink 142"/>
              <p14:cNvContentPartPr/>
              <p14:nvPr/>
            </p14:nvContentPartPr>
            <p14:xfrm>
              <a:off x="1909122" y="2028003"/>
              <a:ext cx="6814440" cy="3334320"/>
            </p14:xfrm>
          </p:contentPart>
        </mc:Choice>
        <mc:Fallback xmlns="">
          <p:pic>
            <p:nvPicPr>
              <p:cNvPr id="143" name="Ink 142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899762" y="2020083"/>
                <a:ext cx="6836040" cy="334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66" name="Ink 165"/>
              <p14:cNvContentPartPr/>
              <p14:nvPr/>
            </p14:nvContentPartPr>
            <p14:xfrm>
              <a:off x="6692082" y="4708923"/>
              <a:ext cx="1893600" cy="424800"/>
            </p14:xfrm>
          </p:contentPart>
        </mc:Choice>
        <mc:Fallback xmlns="">
          <p:pic>
            <p:nvPicPr>
              <p:cNvPr id="166" name="Ink 165"/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680562" y="4699563"/>
                <a:ext cx="1917360" cy="438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682017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Three types of </a:t>
            </a:r>
            <a:r>
              <a:rPr lang="en-US" dirty="0" err="1" smtClean="0"/>
              <a:t>organisation</a:t>
            </a:r>
            <a:r>
              <a:rPr lang="en-US" dirty="0" smtClean="0"/>
              <a:t>-Horizontal, vertical and matrix expansion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781175"/>
            <a:ext cx="8748464" cy="3295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Ink 6"/>
              <p14:cNvContentPartPr/>
              <p14:nvPr/>
            </p14:nvContentPartPr>
            <p14:xfrm>
              <a:off x="889962" y="2116563"/>
              <a:ext cx="5086080" cy="1060920"/>
            </p14:xfrm>
          </p:contentPart>
        </mc:Choice>
        <mc:Fallback xmlns="">
          <p:pic>
            <p:nvPicPr>
              <p:cNvPr id="7" name="Ink 6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74842" y="2097123"/>
                <a:ext cx="5123160" cy="1102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548317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Vertical and horizontal expansion-example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137" y="1628800"/>
            <a:ext cx="8968270" cy="39772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/>
              <p14:cNvContentPartPr/>
              <p14:nvPr/>
            </p14:nvContentPartPr>
            <p14:xfrm>
              <a:off x="2003082" y="2798403"/>
              <a:ext cx="626760" cy="52560"/>
            </p14:xfrm>
          </p:contentPart>
        </mc:Choice>
        <mc:Fallback xmlns="">
          <p:pic>
            <p:nvPicPr>
              <p:cNvPr id="6" name="Ink 5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993002" y="2784003"/>
                <a:ext cx="646560" cy="7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4" name="Ink 13"/>
              <p14:cNvContentPartPr/>
              <p14:nvPr/>
            </p14:nvContentPartPr>
            <p14:xfrm>
              <a:off x="5091522" y="2751243"/>
              <a:ext cx="3937320" cy="1669680"/>
            </p14:xfrm>
          </p:contentPart>
        </mc:Choice>
        <mc:Fallback xmlns="">
          <p:pic>
            <p:nvPicPr>
              <p:cNvPr id="14" name="Ink 13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072082" y="2730363"/>
                <a:ext cx="3968640" cy="1713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111194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Matrix expansion -example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54175"/>
            <a:ext cx="8892480" cy="3549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8" name="Ink 7"/>
              <p14:cNvContentPartPr/>
              <p14:nvPr/>
            </p14:nvContentPartPr>
            <p14:xfrm>
              <a:off x="1561362" y="3968043"/>
              <a:ext cx="678960" cy="43200"/>
            </p14:xfrm>
          </p:contentPart>
        </mc:Choice>
        <mc:Fallback xmlns="">
          <p:pic>
            <p:nvPicPr>
              <p:cNvPr id="8" name="Ink 7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44442" y="3950763"/>
                <a:ext cx="708840" cy="7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4" name="Ink 13"/>
              <p14:cNvContentPartPr/>
              <p14:nvPr/>
            </p14:nvContentPartPr>
            <p14:xfrm>
              <a:off x="7805922" y="3390603"/>
              <a:ext cx="871920" cy="633240"/>
            </p14:xfrm>
          </p:contentPart>
        </mc:Choice>
        <mc:Fallback xmlns="">
          <p:pic>
            <p:nvPicPr>
              <p:cNvPr id="14" name="Ink 13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788642" y="3367203"/>
                <a:ext cx="913320" cy="673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664491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 smtClean="0"/>
              <a:t>Mem</a:t>
            </a:r>
            <a:r>
              <a:rPr lang="en-IN" dirty="0" smtClean="0"/>
              <a:t> design- horizontal expansion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700808"/>
            <a:ext cx="8388424" cy="4159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5" name="Ink 54"/>
              <p14:cNvContentPartPr/>
              <p14:nvPr/>
            </p14:nvContentPartPr>
            <p14:xfrm>
              <a:off x="3253002" y="1463883"/>
              <a:ext cx="5930640" cy="3981240"/>
            </p14:xfrm>
          </p:contentPart>
        </mc:Choice>
        <mc:Fallback xmlns="">
          <p:pic>
            <p:nvPicPr>
              <p:cNvPr id="55" name="Ink 54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245442" y="1451283"/>
                <a:ext cx="5949360" cy="399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163" name="Ink 5162"/>
              <p14:cNvContentPartPr/>
              <p14:nvPr/>
            </p14:nvContentPartPr>
            <p14:xfrm>
              <a:off x="1159602" y="2243283"/>
              <a:ext cx="624240" cy="30960"/>
            </p14:xfrm>
          </p:contentPart>
        </mc:Choice>
        <mc:Fallback xmlns="">
          <p:pic>
            <p:nvPicPr>
              <p:cNvPr id="5163" name="Ink 5162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43762" y="2233563"/>
                <a:ext cx="649440" cy="5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5185" name="Ink 5184"/>
              <p14:cNvContentPartPr/>
              <p14:nvPr/>
            </p14:nvContentPartPr>
            <p14:xfrm>
              <a:off x="8168802" y="1877523"/>
              <a:ext cx="1000440" cy="22320"/>
            </p14:xfrm>
          </p:contentPart>
        </mc:Choice>
        <mc:Fallback xmlns="">
          <p:pic>
            <p:nvPicPr>
              <p:cNvPr id="5185" name="Ink 5184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154042" y="1857723"/>
                <a:ext cx="1030680" cy="5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5245" name="Ink 5244"/>
              <p14:cNvContentPartPr/>
              <p14:nvPr/>
            </p14:nvContentPartPr>
            <p14:xfrm>
              <a:off x="967362" y="5122203"/>
              <a:ext cx="1683000" cy="73440"/>
            </p14:xfrm>
          </p:contentPart>
        </mc:Choice>
        <mc:Fallback xmlns="">
          <p:pic>
            <p:nvPicPr>
              <p:cNvPr id="5245" name="Ink 5244"/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959082" y="5109963"/>
                <a:ext cx="1697760" cy="9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5248" name="Ink 5247"/>
              <p14:cNvContentPartPr/>
              <p14:nvPr/>
            </p14:nvContentPartPr>
            <p14:xfrm>
              <a:off x="4872282" y="5073963"/>
              <a:ext cx="1080" cy="0"/>
            </p14:xfrm>
          </p:contentPart>
        </mc:Choice>
        <mc:Fallback xmlns="">
          <p:pic>
            <p:nvPicPr>
              <p:cNvPr id="5248" name="Ink 5247"/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0" y="0"/>
                <a:ext cx="1080" cy="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003199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538" y="1133475"/>
            <a:ext cx="8162925" cy="4591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442909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3" y="862013"/>
            <a:ext cx="9134475" cy="5133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79638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9" name="Ink 8"/>
              <p14:cNvContentPartPr/>
              <p14:nvPr/>
            </p14:nvContentPartPr>
            <p14:xfrm>
              <a:off x="585402" y="1823163"/>
              <a:ext cx="7094880" cy="867600"/>
            </p14:xfrm>
          </p:contentPart>
        </mc:Choice>
        <mc:Fallback xmlns="">
          <p:pic>
            <p:nvPicPr>
              <p:cNvPr id="9" name="Ink 8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69562" y="1805883"/>
                <a:ext cx="7121880" cy="90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2" name="Ink 41"/>
              <p14:cNvContentPartPr/>
              <p14:nvPr/>
            </p14:nvContentPartPr>
            <p14:xfrm>
              <a:off x="6489762" y="2495283"/>
              <a:ext cx="1605600" cy="676080"/>
            </p14:xfrm>
          </p:contentPart>
        </mc:Choice>
        <mc:Fallback xmlns="">
          <p:pic>
            <p:nvPicPr>
              <p:cNvPr id="42" name="Ink 41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473922" y="2472975"/>
                <a:ext cx="1645200" cy="71925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54" name="Ink 53"/>
              <p14:cNvContentPartPr/>
              <p14:nvPr/>
            </p14:nvContentPartPr>
            <p14:xfrm>
              <a:off x="1214682" y="3041763"/>
              <a:ext cx="3043080" cy="314280"/>
            </p14:xfrm>
          </p:contentPart>
        </mc:Choice>
        <mc:Fallback xmlns="">
          <p:pic>
            <p:nvPicPr>
              <p:cNvPr id="54" name="Ink 53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205322" y="3026643"/>
                <a:ext cx="3076200" cy="35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73" name="Ink 72"/>
              <p14:cNvContentPartPr/>
              <p14:nvPr/>
            </p14:nvContentPartPr>
            <p14:xfrm>
              <a:off x="3402042" y="2598603"/>
              <a:ext cx="1022400" cy="596160"/>
            </p14:xfrm>
          </p:contentPart>
        </mc:Choice>
        <mc:Fallback xmlns="">
          <p:pic>
            <p:nvPicPr>
              <p:cNvPr id="73" name="Ink 72"/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388722" y="2581323"/>
                <a:ext cx="1056960" cy="63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84" name="Ink 83"/>
              <p14:cNvContentPartPr/>
              <p14:nvPr/>
            </p14:nvContentPartPr>
            <p14:xfrm>
              <a:off x="2020722" y="2097483"/>
              <a:ext cx="5224320" cy="243000"/>
            </p14:xfrm>
          </p:contentPart>
        </mc:Choice>
        <mc:Fallback xmlns="">
          <p:pic>
            <p:nvPicPr>
              <p:cNvPr id="84" name="Ink 83"/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004882" y="2082003"/>
                <a:ext cx="5246640" cy="27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91" name="Ink 90"/>
              <p14:cNvContentPartPr/>
              <p14:nvPr/>
            </p14:nvContentPartPr>
            <p14:xfrm>
              <a:off x="828402" y="3241563"/>
              <a:ext cx="1332720" cy="1384560"/>
            </p14:xfrm>
          </p:contentPart>
        </mc:Choice>
        <mc:Fallback xmlns="">
          <p:pic>
            <p:nvPicPr>
              <p:cNvPr id="91" name="Ink 90"/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814362" y="3225363"/>
                <a:ext cx="1357200" cy="141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95" name="Ink 94"/>
              <p14:cNvContentPartPr/>
              <p14:nvPr/>
            </p14:nvContentPartPr>
            <p14:xfrm>
              <a:off x="1988322" y="3103683"/>
              <a:ext cx="2203560" cy="719640"/>
            </p14:xfrm>
          </p:contentPart>
        </mc:Choice>
        <mc:Fallback xmlns="">
          <p:pic>
            <p:nvPicPr>
              <p:cNvPr id="95" name="Ink 94"/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973562" y="3082443"/>
                <a:ext cx="2239560" cy="75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07" name="Ink 106"/>
              <p14:cNvContentPartPr/>
              <p14:nvPr/>
            </p14:nvContentPartPr>
            <p14:xfrm>
              <a:off x="1571082" y="3243003"/>
              <a:ext cx="897120" cy="1303200"/>
            </p14:xfrm>
          </p:contentPart>
        </mc:Choice>
        <mc:Fallback xmlns="">
          <p:pic>
            <p:nvPicPr>
              <p:cNvPr id="107" name="Ink 106"/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553082" y="3225363"/>
                <a:ext cx="934560" cy="133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10" name="Ink 109"/>
              <p14:cNvContentPartPr/>
              <p14:nvPr/>
            </p14:nvContentPartPr>
            <p14:xfrm>
              <a:off x="4599402" y="3038523"/>
              <a:ext cx="1496520" cy="1373040"/>
            </p14:xfrm>
          </p:contentPart>
        </mc:Choice>
        <mc:Fallback xmlns="">
          <p:pic>
            <p:nvPicPr>
              <p:cNvPr id="110" name="Ink 109"/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4585722" y="3021243"/>
                <a:ext cx="1520640" cy="140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12" name="Ink 111"/>
              <p14:cNvContentPartPr/>
              <p14:nvPr/>
            </p14:nvContentPartPr>
            <p14:xfrm>
              <a:off x="6042642" y="3092163"/>
              <a:ext cx="2067840" cy="1333080"/>
            </p14:xfrm>
          </p:contentPart>
        </mc:Choice>
        <mc:Fallback xmlns="">
          <p:pic>
            <p:nvPicPr>
              <p:cNvPr id="112" name="Ink 111"/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6028602" y="3072723"/>
                <a:ext cx="2093040" cy="137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14" name="Ink 113"/>
              <p14:cNvContentPartPr/>
              <p14:nvPr/>
            </p14:nvContentPartPr>
            <p14:xfrm>
              <a:off x="1696002" y="2614083"/>
              <a:ext cx="5985720" cy="1098360"/>
            </p14:xfrm>
          </p:contentPart>
        </mc:Choice>
        <mc:Fallback xmlns="">
          <p:pic>
            <p:nvPicPr>
              <p:cNvPr id="114" name="Ink 113"/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684122" y="2597523"/>
                <a:ext cx="6009840" cy="113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20" name="Ink 119"/>
              <p14:cNvContentPartPr/>
              <p14:nvPr/>
            </p14:nvContentPartPr>
            <p14:xfrm>
              <a:off x="7379322" y="2961843"/>
              <a:ext cx="2880" cy="0"/>
            </p14:xfrm>
          </p:contentPart>
        </mc:Choice>
        <mc:Fallback xmlns="">
          <p:pic>
            <p:nvPicPr>
              <p:cNvPr id="120" name="Ink 119"/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0" y="0"/>
                <a:ext cx="2880" cy="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21" name="Ink 120"/>
              <p14:cNvContentPartPr/>
              <p14:nvPr/>
            </p14:nvContentPartPr>
            <p14:xfrm>
              <a:off x="2386842" y="3048963"/>
              <a:ext cx="2206080" cy="1484640"/>
            </p14:xfrm>
          </p:contentPart>
        </mc:Choice>
        <mc:Fallback xmlns="">
          <p:pic>
            <p:nvPicPr>
              <p:cNvPr id="121" name="Ink 120"/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2375682" y="3032043"/>
                <a:ext cx="2237400" cy="151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22" name="Ink 121"/>
              <p14:cNvContentPartPr/>
              <p14:nvPr/>
            </p14:nvContentPartPr>
            <p14:xfrm>
              <a:off x="5559882" y="3112323"/>
              <a:ext cx="1473480" cy="255960"/>
            </p14:xfrm>
          </p:contentPart>
        </mc:Choice>
        <mc:Fallback xmlns="">
          <p:pic>
            <p:nvPicPr>
              <p:cNvPr id="122" name="Ink 121"/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5541162" y="3104403"/>
                <a:ext cx="1504800" cy="28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25" name="Ink 124"/>
              <p14:cNvContentPartPr/>
              <p14:nvPr/>
            </p14:nvContentPartPr>
            <p14:xfrm>
              <a:off x="4466922" y="2181723"/>
              <a:ext cx="360" cy="360"/>
            </p14:xfrm>
          </p:contentPart>
        </mc:Choice>
        <mc:Fallback xmlns="">
          <p:pic>
            <p:nvPicPr>
              <p:cNvPr id="125" name="Ink 124"/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4460082" y="2174883"/>
                <a:ext cx="14040" cy="1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26" name="Ink 125"/>
              <p14:cNvContentPartPr/>
              <p14:nvPr/>
            </p14:nvContentPartPr>
            <p14:xfrm>
              <a:off x="1229802" y="2538843"/>
              <a:ext cx="6754680" cy="754560"/>
            </p14:xfrm>
          </p:contentPart>
        </mc:Choice>
        <mc:Fallback xmlns="">
          <p:pic>
            <p:nvPicPr>
              <p:cNvPr id="126" name="Ink 125"/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215042" y="2516883"/>
                <a:ext cx="6778800" cy="797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040610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 smtClean="0"/>
              <a:t>Mem</a:t>
            </a:r>
            <a:r>
              <a:rPr lang="en-IN" dirty="0" smtClean="0"/>
              <a:t> design vertical expansion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1727200"/>
            <a:ext cx="8424936" cy="40780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8" name="Ink 7"/>
              <p14:cNvContentPartPr/>
              <p14:nvPr/>
            </p14:nvContentPartPr>
            <p14:xfrm>
              <a:off x="4759242" y="2331123"/>
              <a:ext cx="4414320" cy="3128760"/>
            </p14:xfrm>
          </p:contentPart>
        </mc:Choice>
        <mc:Fallback xmlns="">
          <p:pic>
            <p:nvPicPr>
              <p:cNvPr id="8" name="Ink 7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743402" y="2314923"/>
                <a:ext cx="4439520" cy="316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6" name="Ink 15"/>
              <p14:cNvContentPartPr/>
              <p14:nvPr/>
            </p14:nvContentPartPr>
            <p14:xfrm>
              <a:off x="6090162" y="2822163"/>
              <a:ext cx="1291320" cy="37800"/>
            </p14:xfrm>
          </p:contentPart>
        </mc:Choice>
        <mc:Fallback xmlns="">
          <p:pic>
            <p:nvPicPr>
              <p:cNvPr id="16" name="Ink 15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076122" y="2805963"/>
                <a:ext cx="1314000" cy="6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9" name="Ink 28"/>
              <p14:cNvContentPartPr/>
              <p14:nvPr/>
            </p14:nvContentPartPr>
            <p14:xfrm>
              <a:off x="6270882" y="3019803"/>
              <a:ext cx="803160" cy="160200"/>
            </p14:xfrm>
          </p:contentPart>
        </mc:Choice>
        <mc:Fallback xmlns="">
          <p:pic>
            <p:nvPicPr>
              <p:cNvPr id="29" name="Ink 28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261162" y="3001803"/>
                <a:ext cx="829080" cy="19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31" name="Ink 30"/>
              <p14:cNvContentPartPr/>
              <p14:nvPr/>
            </p14:nvContentPartPr>
            <p14:xfrm>
              <a:off x="6130122" y="2575563"/>
              <a:ext cx="844200" cy="138960"/>
            </p14:xfrm>
          </p:contentPart>
        </mc:Choice>
        <mc:Fallback xmlns="">
          <p:pic>
            <p:nvPicPr>
              <p:cNvPr id="31" name="Ink 30"/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116082" y="2560443"/>
                <a:ext cx="871920" cy="16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8255" name="Ink 8254"/>
              <p14:cNvContentPartPr/>
              <p14:nvPr/>
            </p14:nvContentPartPr>
            <p14:xfrm>
              <a:off x="4485282" y="4200603"/>
              <a:ext cx="441360" cy="251280"/>
            </p14:xfrm>
          </p:contentPart>
        </mc:Choice>
        <mc:Fallback xmlns="">
          <p:pic>
            <p:nvPicPr>
              <p:cNvPr id="8255" name="Ink 8254"/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468722" y="4183323"/>
                <a:ext cx="469440" cy="28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8258" name="Ink 8257"/>
              <p14:cNvContentPartPr/>
              <p14:nvPr/>
            </p14:nvContentPartPr>
            <p14:xfrm>
              <a:off x="1202442" y="4696323"/>
              <a:ext cx="1581480" cy="802440"/>
            </p14:xfrm>
          </p:contentPart>
        </mc:Choice>
        <mc:Fallback xmlns="">
          <p:pic>
            <p:nvPicPr>
              <p:cNvPr id="8258" name="Ink 8257"/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180842" y="4679403"/>
                <a:ext cx="1613160" cy="83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8272" name="Ink 8271"/>
              <p14:cNvContentPartPr/>
              <p14:nvPr/>
            </p14:nvContentPartPr>
            <p14:xfrm>
              <a:off x="1436802" y="2934843"/>
              <a:ext cx="428040" cy="59760"/>
            </p14:xfrm>
          </p:contentPart>
        </mc:Choice>
        <mc:Fallback xmlns="">
          <p:pic>
            <p:nvPicPr>
              <p:cNvPr id="8272" name="Ink 8271"/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422762" y="2921163"/>
                <a:ext cx="452880" cy="8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8273" name="Ink 8272"/>
              <p14:cNvContentPartPr/>
              <p14:nvPr/>
            </p14:nvContentPartPr>
            <p14:xfrm>
              <a:off x="1172562" y="4916283"/>
              <a:ext cx="1545840" cy="363960"/>
            </p14:xfrm>
          </p:contentPart>
        </mc:Choice>
        <mc:Fallback xmlns="">
          <p:pic>
            <p:nvPicPr>
              <p:cNvPr id="8273" name="Ink 8272"/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153842" y="4902243"/>
                <a:ext cx="1584720" cy="40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8279" name="Ink 8278"/>
              <p14:cNvContentPartPr/>
              <p14:nvPr/>
            </p14:nvContentPartPr>
            <p14:xfrm>
              <a:off x="8152242" y="4361163"/>
              <a:ext cx="429120" cy="391320"/>
            </p14:xfrm>
          </p:contentPart>
        </mc:Choice>
        <mc:Fallback xmlns="">
          <p:pic>
            <p:nvPicPr>
              <p:cNvPr id="8279" name="Ink 8278"/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8132082" y="4344978"/>
                <a:ext cx="468720" cy="426568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424579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4" name="Ink 23"/>
              <p14:cNvContentPartPr/>
              <p14:nvPr/>
            </p14:nvContentPartPr>
            <p14:xfrm>
              <a:off x="2860602" y="1497363"/>
              <a:ext cx="1999800" cy="389160"/>
            </p14:xfrm>
          </p:contentPart>
        </mc:Choice>
        <mc:Fallback xmlns="">
          <p:pic>
            <p:nvPicPr>
              <p:cNvPr id="24" name="Ink 2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854122" y="1480443"/>
                <a:ext cx="2022840" cy="41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0" name="Ink 49"/>
              <p14:cNvContentPartPr/>
              <p14:nvPr/>
            </p14:nvContentPartPr>
            <p14:xfrm>
              <a:off x="2938362" y="2402043"/>
              <a:ext cx="1370160" cy="2713680"/>
            </p14:xfrm>
          </p:contentPart>
        </mc:Choice>
        <mc:Fallback xmlns="">
          <p:pic>
            <p:nvPicPr>
              <p:cNvPr id="50" name="Ink 49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926842" y="2385123"/>
                <a:ext cx="1400400" cy="275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81" name="Ink 80"/>
              <p14:cNvContentPartPr/>
              <p14:nvPr/>
            </p14:nvContentPartPr>
            <p14:xfrm>
              <a:off x="3030162" y="1870323"/>
              <a:ext cx="54360" cy="333720"/>
            </p14:xfrm>
          </p:contentPart>
        </mc:Choice>
        <mc:Fallback xmlns="">
          <p:pic>
            <p:nvPicPr>
              <p:cNvPr id="81" name="Ink 80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022602" y="1853043"/>
                <a:ext cx="77760" cy="37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82" name="Ink 81"/>
              <p14:cNvContentPartPr/>
              <p14:nvPr/>
            </p14:nvContentPartPr>
            <p14:xfrm>
              <a:off x="2080122" y="1923603"/>
              <a:ext cx="983880" cy="649080"/>
            </p14:xfrm>
          </p:contentPart>
        </mc:Choice>
        <mc:Fallback xmlns="">
          <p:pic>
            <p:nvPicPr>
              <p:cNvPr id="82" name="Ink 81"/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070402" y="1913523"/>
                <a:ext cx="1004040" cy="67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88" name="Ink 87"/>
              <p14:cNvContentPartPr/>
              <p14:nvPr/>
            </p14:nvContentPartPr>
            <p14:xfrm>
              <a:off x="4237962" y="4880283"/>
              <a:ext cx="1313280" cy="442440"/>
            </p14:xfrm>
          </p:contentPart>
        </mc:Choice>
        <mc:Fallback xmlns="">
          <p:pic>
            <p:nvPicPr>
              <p:cNvPr id="88" name="Ink 87"/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217802" y="4859403"/>
                <a:ext cx="1353600" cy="48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13" name="Ink 112"/>
              <p14:cNvContentPartPr/>
              <p14:nvPr/>
            </p14:nvContentPartPr>
            <p14:xfrm>
              <a:off x="2095242" y="1819203"/>
              <a:ext cx="2253960" cy="3293280"/>
            </p14:xfrm>
          </p:contentPart>
        </mc:Choice>
        <mc:Fallback xmlns="">
          <p:pic>
            <p:nvPicPr>
              <p:cNvPr id="113" name="Ink 112"/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080482" y="1803003"/>
                <a:ext cx="2288880" cy="332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14" name="Ink 113"/>
              <p14:cNvContentPartPr/>
              <p14:nvPr/>
            </p14:nvContentPartPr>
            <p14:xfrm>
              <a:off x="4167402" y="3046083"/>
              <a:ext cx="1087920" cy="498600"/>
            </p14:xfrm>
          </p:contentPart>
        </mc:Choice>
        <mc:Fallback xmlns="">
          <p:pic>
            <p:nvPicPr>
              <p:cNvPr id="114" name="Ink 113"/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146162" y="3026283"/>
                <a:ext cx="1130040" cy="54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35" name="Ink 134"/>
              <p14:cNvContentPartPr/>
              <p14:nvPr/>
            </p14:nvContentPartPr>
            <p14:xfrm>
              <a:off x="2971482" y="1442643"/>
              <a:ext cx="1349640" cy="534960"/>
            </p14:xfrm>
          </p:contentPart>
        </mc:Choice>
        <mc:Fallback xmlns="">
          <p:pic>
            <p:nvPicPr>
              <p:cNvPr id="135" name="Ink 134"/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955282" y="1436163"/>
                <a:ext cx="1384200" cy="55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36" name="Ink 135"/>
              <p14:cNvContentPartPr/>
              <p14:nvPr/>
            </p14:nvContentPartPr>
            <p14:xfrm>
              <a:off x="6011682" y="2017563"/>
              <a:ext cx="187200" cy="3253320"/>
            </p14:xfrm>
          </p:contentPart>
        </mc:Choice>
        <mc:Fallback xmlns="">
          <p:pic>
            <p:nvPicPr>
              <p:cNvPr id="136" name="Ink 135"/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5999082" y="2005323"/>
                <a:ext cx="210600" cy="327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37" name="Ink 136"/>
              <p14:cNvContentPartPr/>
              <p14:nvPr/>
            </p14:nvContentPartPr>
            <p14:xfrm>
              <a:off x="6297162" y="2021163"/>
              <a:ext cx="317520" cy="3299040"/>
            </p14:xfrm>
          </p:contentPart>
        </mc:Choice>
        <mc:Fallback xmlns="">
          <p:pic>
            <p:nvPicPr>
              <p:cNvPr id="137" name="Ink 136"/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6284562" y="2008563"/>
                <a:ext cx="352800" cy="333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47" name="Ink 146"/>
              <p14:cNvContentPartPr/>
              <p14:nvPr/>
            </p14:nvContentPartPr>
            <p14:xfrm>
              <a:off x="5153802" y="1696803"/>
              <a:ext cx="1848240" cy="639360"/>
            </p14:xfrm>
          </p:contentPart>
        </mc:Choice>
        <mc:Fallback xmlns="">
          <p:pic>
            <p:nvPicPr>
              <p:cNvPr id="147" name="Ink 146"/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5139402" y="1689243"/>
                <a:ext cx="1883160" cy="66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61" name="Ink 160"/>
              <p14:cNvContentPartPr/>
              <p14:nvPr/>
            </p14:nvContentPartPr>
            <p14:xfrm>
              <a:off x="4221042" y="3952203"/>
              <a:ext cx="1212480" cy="655200"/>
            </p14:xfrm>
          </p:contentPart>
        </mc:Choice>
        <mc:Fallback xmlns="">
          <p:pic>
            <p:nvPicPr>
              <p:cNvPr id="161" name="Ink 160"/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4200882" y="3930243"/>
                <a:ext cx="1254600" cy="70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73" name="Ink 172"/>
              <p14:cNvContentPartPr/>
              <p14:nvPr/>
            </p14:nvContentPartPr>
            <p14:xfrm>
              <a:off x="4168842" y="2046723"/>
              <a:ext cx="1483200" cy="515160"/>
            </p14:xfrm>
          </p:contentPart>
        </mc:Choice>
        <mc:Fallback xmlns="">
          <p:pic>
            <p:nvPicPr>
              <p:cNvPr id="173" name="Ink 172"/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4147962" y="2026923"/>
                <a:ext cx="1517760" cy="55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75" name="Ink 174"/>
              <p14:cNvContentPartPr/>
              <p14:nvPr/>
            </p14:nvContentPartPr>
            <p14:xfrm>
              <a:off x="5257482" y="3514803"/>
              <a:ext cx="408600" cy="13320"/>
            </p14:xfrm>
          </p:contentPart>
        </mc:Choice>
        <mc:Fallback xmlns="">
          <p:pic>
            <p:nvPicPr>
              <p:cNvPr id="175" name="Ink 174"/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5249922" y="3496443"/>
                <a:ext cx="432000" cy="4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76" name="Ink 175"/>
              <p14:cNvContentPartPr/>
              <p14:nvPr/>
            </p14:nvContentPartPr>
            <p14:xfrm>
              <a:off x="5347842" y="2041683"/>
              <a:ext cx="356400" cy="2500200"/>
            </p14:xfrm>
          </p:contentPart>
        </mc:Choice>
        <mc:Fallback xmlns="">
          <p:pic>
            <p:nvPicPr>
              <p:cNvPr id="176" name="Ink 175"/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5334882" y="2029803"/>
                <a:ext cx="387720" cy="251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77" name="Ink 176"/>
              <p14:cNvContentPartPr/>
              <p14:nvPr/>
            </p14:nvContentPartPr>
            <p14:xfrm>
              <a:off x="5518122" y="4513083"/>
              <a:ext cx="256320" cy="820080"/>
            </p14:xfrm>
          </p:contentPart>
        </mc:Choice>
        <mc:Fallback xmlns="">
          <p:pic>
            <p:nvPicPr>
              <p:cNvPr id="177" name="Ink 176"/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5511642" y="4497963"/>
                <a:ext cx="284760" cy="85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78" name="Ink 177"/>
              <p14:cNvContentPartPr/>
              <p14:nvPr/>
            </p14:nvContentPartPr>
            <p14:xfrm>
              <a:off x="5712522" y="4522083"/>
              <a:ext cx="81720" cy="119160"/>
            </p14:xfrm>
          </p:contentPart>
        </mc:Choice>
        <mc:Fallback xmlns="">
          <p:pic>
            <p:nvPicPr>
              <p:cNvPr id="178" name="Ink 177"/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5697042" y="4506243"/>
                <a:ext cx="105480" cy="14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80" name="Ink 179"/>
              <p14:cNvContentPartPr/>
              <p14:nvPr/>
            </p14:nvContentPartPr>
            <p14:xfrm>
              <a:off x="4330842" y="3156603"/>
              <a:ext cx="1734120" cy="1279080"/>
            </p14:xfrm>
          </p:contentPart>
        </mc:Choice>
        <mc:Fallback xmlns="">
          <p:pic>
            <p:nvPicPr>
              <p:cNvPr id="180" name="Ink 179"/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4309602" y="3134643"/>
                <a:ext cx="1764360" cy="131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81" name="Ink 180"/>
              <p14:cNvContentPartPr/>
              <p14:nvPr/>
            </p14:nvContentPartPr>
            <p14:xfrm>
              <a:off x="5420562" y="4324083"/>
              <a:ext cx="622440" cy="38160"/>
            </p14:xfrm>
          </p:contentPart>
        </mc:Choice>
        <mc:Fallback xmlns="">
          <p:pic>
            <p:nvPicPr>
              <p:cNvPr id="181" name="Ink 180"/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5402922" y="4305723"/>
                <a:ext cx="646560" cy="6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82" name="Ink 181"/>
              <p14:cNvContentPartPr/>
              <p14:nvPr/>
            </p14:nvContentPartPr>
            <p14:xfrm>
              <a:off x="3768522" y="4959843"/>
              <a:ext cx="2325600" cy="431640"/>
            </p14:xfrm>
          </p:contentPart>
        </mc:Choice>
        <mc:Fallback xmlns="">
          <p:pic>
            <p:nvPicPr>
              <p:cNvPr id="182" name="Ink 181"/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3744042" y="4950843"/>
                <a:ext cx="2360160" cy="46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91" name="Ink 190"/>
              <p14:cNvContentPartPr/>
              <p14:nvPr/>
            </p14:nvContentPartPr>
            <p14:xfrm>
              <a:off x="7337922" y="1670163"/>
              <a:ext cx="1257840" cy="624240"/>
            </p14:xfrm>
          </p:contentPart>
        </mc:Choice>
        <mc:Fallback xmlns="">
          <p:pic>
            <p:nvPicPr>
              <p:cNvPr id="191" name="Ink 190"/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7321002" y="1653603"/>
                <a:ext cx="1294560" cy="65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92" name="Ink 191"/>
              <p14:cNvContentPartPr/>
              <p14:nvPr/>
            </p14:nvContentPartPr>
            <p14:xfrm>
              <a:off x="7593882" y="1866363"/>
              <a:ext cx="760320" cy="361080"/>
            </p14:xfrm>
          </p:contentPart>
        </mc:Choice>
        <mc:Fallback xmlns="">
          <p:pic>
            <p:nvPicPr>
              <p:cNvPr id="192" name="Ink 191"/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7573722" y="1842963"/>
                <a:ext cx="803880" cy="39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193" name="Ink 192"/>
              <p14:cNvContentPartPr/>
              <p14:nvPr/>
            </p14:nvContentPartPr>
            <p14:xfrm>
              <a:off x="7342962" y="2217723"/>
              <a:ext cx="1152720" cy="795240"/>
            </p14:xfrm>
          </p:contentPart>
        </mc:Choice>
        <mc:Fallback xmlns="">
          <p:pic>
            <p:nvPicPr>
              <p:cNvPr id="193" name="Ink 192"/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7325682" y="2199003"/>
                <a:ext cx="1187640" cy="826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136364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013" y="1119188"/>
            <a:ext cx="8943975" cy="4619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/>
              <p14:cNvContentPartPr/>
              <p14:nvPr/>
            </p14:nvContentPartPr>
            <p14:xfrm>
              <a:off x="6035082" y="3054003"/>
              <a:ext cx="410400" cy="1371240"/>
            </p14:xfrm>
          </p:contentPart>
        </mc:Choice>
        <mc:Fallback xmlns="">
          <p:pic>
            <p:nvPicPr>
              <p:cNvPr id="6" name="Ink 5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016362" y="3034563"/>
                <a:ext cx="439560" cy="139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8" name="Ink 17"/>
              <p14:cNvContentPartPr/>
              <p14:nvPr/>
            </p14:nvContentPartPr>
            <p14:xfrm>
              <a:off x="725442" y="2803803"/>
              <a:ext cx="549360" cy="184680"/>
            </p14:xfrm>
          </p:contentPart>
        </mc:Choice>
        <mc:Fallback xmlns="">
          <p:pic>
            <p:nvPicPr>
              <p:cNvPr id="18" name="Ink 17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12842" y="2788683"/>
                <a:ext cx="574200" cy="21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9" name="Ink 18"/>
              <p14:cNvContentPartPr/>
              <p14:nvPr/>
            </p14:nvContentPartPr>
            <p14:xfrm>
              <a:off x="2729562" y="3011883"/>
              <a:ext cx="720" cy="1080"/>
            </p14:xfrm>
          </p:contentPart>
        </mc:Choice>
        <mc:Fallback xmlns="">
          <p:pic>
            <p:nvPicPr>
              <p:cNvPr id="19" name="Ink 18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720202" y="3002523"/>
                <a:ext cx="19080" cy="1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0" name="Ink 19"/>
              <p14:cNvContentPartPr/>
              <p14:nvPr/>
            </p14:nvContentPartPr>
            <p14:xfrm>
              <a:off x="2803722" y="3492843"/>
              <a:ext cx="1440" cy="1800"/>
            </p14:xfrm>
          </p:contentPart>
        </mc:Choice>
        <mc:Fallback xmlns="">
          <p:pic>
            <p:nvPicPr>
              <p:cNvPr id="20" name="Ink 19"/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795442" y="3484563"/>
                <a:ext cx="18360" cy="1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1" name="Ink 20"/>
              <p14:cNvContentPartPr/>
              <p14:nvPr/>
            </p14:nvContentPartPr>
            <p14:xfrm>
              <a:off x="2953482" y="3491043"/>
              <a:ext cx="360" cy="360"/>
            </p14:xfrm>
          </p:contentPart>
        </mc:Choice>
        <mc:Fallback xmlns="">
          <p:pic>
            <p:nvPicPr>
              <p:cNvPr id="21" name="Ink 20"/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944482" y="3482043"/>
                <a:ext cx="18360" cy="1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22" name="Ink 21"/>
              <p14:cNvContentPartPr/>
              <p14:nvPr/>
            </p14:nvContentPartPr>
            <p14:xfrm>
              <a:off x="3124842" y="3488163"/>
              <a:ext cx="360" cy="360"/>
            </p14:xfrm>
          </p:contentPart>
        </mc:Choice>
        <mc:Fallback xmlns="">
          <p:pic>
            <p:nvPicPr>
              <p:cNvPr id="22" name="Ink 21"/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116922" y="3480243"/>
                <a:ext cx="16200" cy="1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23" name="Ink 22"/>
              <p14:cNvContentPartPr/>
              <p14:nvPr/>
            </p14:nvContentPartPr>
            <p14:xfrm>
              <a:off x="3240042" y="3499683"/>
              <a:ext cx="1800" cy="360"/>
            </p14:xfrm>
          </p:contentPart>
        </mc:Choice>
        <mc:Fallback xmlns="">
          <p:pic>
            <p:nvPicPr>
              <p:cNvPr id="23" name="Ink 22"/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3231402" y="3489963"/>
                <a:ext cx="20160" cy="1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26" name="Ink 25"/>
              <p14:cNvContentPartPr/>
              <p14:nvPr/>
            </p14:nvContentPartPr>
            <p14:xfrm>
              <a:off x="961242" y="3264243"/>
              <a:ext cx="456480" cy="233280"/>
            </p14:xfrm>
          </p:contentPart>
        </mc:Choice>
        <mc:Fallback xmlns="">
          <p:pic>
            <p:nvPicPr>
              <p:cNvPr id="26" name="Ink 25"/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949362" y="3249843"/>
                <a:ext cx="481320" cy="26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27" name="Ink 26"/>
              <p14:cNvContentPartPr/>
              <p14:nvPr/>
            </p14:nvContentPartPr>
            <p14:xfrm>
              <a:off x="944322" y="3772203"/>
              <a:ext cx="386280" cy="147600"/>
            </p14:xfrm>
          </p:contentPart>
        </mc:Choice>
        <mc:Fallback xmlns="">
          <p:pic>
            <p:nvPicPr>
              <p:cNvPr id="27" name="Ink 26"/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934962" y="3761763"/>
                <a:ext cx="404280" cy="16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28" name="Ink 27"/>
              <p14:cNvContentPartPr/>
              <p14:nvPr/>
            </p14:nvContentPartPr>
            <p14:xfrm>
              <a:off x="1058082" y="4235163"/>
              <a:ext cx="392400" cy="244080"/>
            </p14:xfrm>
          </p:contentPart>
        </mc:Choice>
        <mc:Fallback xmlns="">
          <p:pic>
            <p:nvPicPr>
              <p:cNvPr id="28" name="Ink 27"/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1045482" y="4223283"/>
                <a:ext cx="413280" cy="268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979583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404664"/>
            <a:ext cx="8515350" cy="58454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9" name="Ink 8"/>
              <p14:cNvContentPartPr/>
              <p14:nvPr/>
            </p14:nvContentPartPr>
            <p14:xfrm>
              <a:off x="109760" y="3048210"/>
              <a:ext cx="1284120" cy="566280"/>
            </p14:xfrm>
          </p:contentPart>
        </mc:Choice>
        <mc:Fallback xmlns="">
          <p:pic>
            <p:nvPicPr>
              <p:cNvPr id="9" name="Ink 8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1760" y="3030570"/>
                <a:ext cx="1318320" cy="59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5" name="Ink 24"/>
              <p14:cNvContentPartPr/>
              <p14:nvPr/>
            </p14:nvContentPartPr>
            <p14:xfrm>
              <a:off x="52880" y="3333690"/>
              <a:ext cx="2260080" cy="2084400"/>
            </p14:xfrm>
          </p:contentPart>
        </mc:Choice>
        <mc:Fallback xmlns="">
          <p:pic>
            <p:nvPicPr>
              <p:cNvPr id="25" name="Ink 24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0200" y="3313890"/>
                <a:ext cx="2290680" cy="212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45" name="Ink 44"/>
              <p14:cNvContentPartPr/>
              <p14:nvPr/>
            </p14:nvContentPartPr>
            <p14:xfrm>
              <a:off x="423320" y="3525210"/>
              <a:ext cx="3804840" cy="1167480"/>
            </p14:xfrm>
          </p:contentPart>
        </mc:Choice>
        <mc:Fallback xmlns="">
          <p:pic>
            <p:nvPicPr>
              <p:cNvPr id="45" name="Ink 44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06040" y="3506490"/>
                <a:ext cx="3843000" cy="119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52" name="Ink 51"/>
              <p14:cNvContentPartPr/>
              <p14:nvPr/>
            </p14:nvContentPartPr>
            <p14:xfrm>
              <a:off x="5100800" y="1730250"/>
              <a:ext cx="480960" cy="3971880"/>
            </p14:xfrm>
          </p:contentPart>
        </mc:Choice>
        <mc:Fallback xmlns="">
          <p:pic>
            <p:nvPicPr>
              <p:cNvPr id="52" name="Ink 51"/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082080" y="1711170"/>
                <a:ext cx="524160" cy="400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58" name="Ink 57"/>
              <p14:cNvContentPartPr/>
              <p14:nvPr/>
            </p14:nvContentPartPr>
            <p14:xfrm>
              <a:off x="6801800" y="1934010"/>
              <a:ext cx="295200" cy="22680"/>
            </p14:xfrm>
          </p:contentPart>
        </mc:Choice>
        <mc:Fallback xmlns="">
          <p:pic>
            <p:nvPicPr>
              <p:cNvPr id="58" name="Ink 57"/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788120" y="1920330"/>
                <a:ext cx="318960" cy="48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897611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Memory design matrix expansion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013" y="1233488"/>
            <a:ext cx="8943975" cy="439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7" name="Ink 36"/>
              <p14:cNvContentPartPr/>
              <p14:nvPr/>
            </p14:nvContentPartPr>
            <p14:xfrm>
              <a:off x="5923040" y="4909770"/>
              <a:ext cx="1208880" cy="71280"/>
            </p14:xfrm>
          </p:contentPart>
        </mc:Choice>
        <mc:Fallback xmlns="">
          <p:pic>
            <p:nvPicPr>
              <p:cNvPr id="37" name="Ink 36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906840" y="4891050"/>
                <a:ext cx="1238400" cy="11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1288" name="Ink 11287"/>
              <p14:cNvContentPartPr/>
              <p14:nvPr/>
            </p14:nvContentPartPr>
            <p14:xfrm>
              <a:off x="2876000" y="4329090"/>
              <a:ext cx="2520" cy="0"/>
            </p14:xfrm>
          </p:contentPart>
        </mc:Choice>
        <mc:Fallback xmlns="">
          <p:pic>
            <p:nvPicPr>
              <p:cNvPr id="11288" name="Ink 11287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0" y="0"/>
                <a:ext cx="2520" cy="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1301" name="Ink 11300"/>
              <p14:cNvContentPartPr/>
              <p14:nvPr/>
            </p14:nvContentPartPr>
            <p14:xfrm>
              <a:off x="1635080" y="4577850"/>
              <a:ext cx="7206840" cy="1424160"/>
            </p14:xfrm>
          </p:contentPart>
        </mc:Choice>
        <mc:Fallback xmlns="">
          <p:pic>
            <p:nvPicPr>
              <p:cNvPr id="11301" name="Ink 11300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618880" y="4557330"/>
                <a:ext cx="7234560" cy="145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1322" name="Ink 11321"/>
              <p14:cNvContentPartPr/>
              <p14:nvPr/>
            </p14:nvContentPartPr>
            <p14:xfrm>
              <a:off x="2462720" y="3097530"/>
              <a:ext cx="6729120" cy="2266200"/>
            </p14:xfrm>
          </p:contentPart>
        </mc:Choice>
        <mc:Fallback xmlns="">
          <p:pic>
            <p:nvPicPr>
              <p:cNvPr id="11322" name="Ink 11321"/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445440" y="3079170"/>
                <a:ext cx="6768000" cy="230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1323" name="Ink 11322"/>
              <p14:cNvContentPartPr/>
              <p14:nvPr/>
            </p14:nvContentPartPr>
            <p14:xfrm>
              <a:off x="7331720" y="5747850"/>
              <a:ext cx="2160" cy="0"/>
            </p14:xfrm>
          </p:contentPart>
        </mc:Choice>
        <mc:Fallback xmlns="">
          <p:pic>
            <p:nvPicPr>
              <p:cNvPr id="11323" name="Ink 11322"/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0" y="0"/>
                <a:ext cx="2160" cy="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395954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3" name="Ink 12"/>
              <p14:cNvContentPartPr/>
              <p14:nvPr/>
            </p14:nvContentPartPr>
            <p14:xfrm>
              <a:off x="1029560" y="1644570"/>
              <a:ext cx="6748200" cy="3227760"/>
            </p14:xfrm>
          </p:contentPart>
        </mc:Choice>
        <mc:Fallback xmlns="">
          <p:pic>
            <p:nvPicPr>
              <p:cNvPr id="13" name="Ink 12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10120" y="1628730"/>
                <a:ext cx="6791760" cy="325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4" name="Ink 13"/>
              <p14:cNvContentPartPr/>
              <p14:nvPr/>
            </p14:nvContentPartPr>
            <p14:xfrm>
              <a:off x="6104120" y="2364210"/>
              <a:ext cx="1454040" cy="818640"/>
            </p14:xfrm>
          </p:contentPart>
        </mc:Choice>
        <mc:Fallback xmlns="">
          <p:pic>
            <p:nvPicPr>
              <p:cNvPr id="14" name="Ink 13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086120" y="2344770"/>
                <a:ext cx="1492200" cy="85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5" name="Ink 74"/>
              <p14:cNvContentPartPr/>
              <p14:nvPr/>
            </p14:nvContentPartPr>
            <p14:xfrm>
              <a:off x="6247760" y="3983130"/>
              <a:ext cx="1593720" cy="667080"/>
            </p14:xfrm>
          </p:contentPart>
        </mc:Choice>
        <mc:Fallback xmlns="">
          <p:pic>
            <p:nvPicPr>
              <p:cNvPr id="75" name="Ink 74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229400" y="3957930"/>
                <a:ext cx="1635840" cy="71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95" name="Ink 94"/>
              <p14:cNvContentPartPr/>
              <p14:nvPr/>
            </p14:nvContentPartPr>
            <p14:xfrm>
              <a:off x="4454600" y="2014290"/>
              <a:ext cx="2696400" cy="448560"/>
            </p14:xfrm>
          </p:contentPart>
        </mc:Choice>
        <mc:Fallback xmlns="">
          <p:pic>
            <p:nvPicPr>
              <p:cNvPr id="95" name="Ink 94"/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430480" y="1995210"/>
                <a:ext cx="2739960" cy="48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15" name="Ink 114"/>
              <p14:cNvContentPartPr/>
              <p14:nvPr/>
            </p14:nvContentPartPr>
            <p14:xfrm>
              <a:off x="999320" y="1958130"/>
              <a:ext cx="1956240" cy="642600"/>
            </p14:xfrm>
          </p:contentPart>
        </mc:Choice>
        <mc:Fallback xmlns="">
          <p:pic>
            <p:nvPicPr>
              <p:cNvPr id="115" name="Ink 114"/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975560" y="1943010"/>
                <a:ext cx="1997640" cy="67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17" name="Ink 116"/>
              <p14:cNvContentPartPr/>
              <p14:nvPr/>
            </p14:nvContentPartPr>
            <p14:xfrm>
              <a:off x="4064720" y="3094290"/>
              <a:ext cx="2725560" cy="300240"/>
            </p14:xfrm>
          </p:contentPart>
        </mc:Choice>
        <mc:Fallback xmlns="">
          <p:pic>
            <p:nvPicPr>
              <p:cNvPr id="117" name="Ink 116"/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044560" y="3080610"/>
                <a:ext cx="2769120" cy="33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23" name="Ink 122"/>
              <p14:cNvContentPartPr/>
              <p14:nvPr/>
            </p14:nvContentPartPr>
            <p14:xfrm>
              <a:off x="2294600" y="3754170"/>
              <a:ext cx="4859640" cy="1155960"/>
            </p14:xfrm>
          </p:contentPart>
        </mc:Choice>
        <mc:Fallback xmlns="">
          <p:pic>
            <p:nvPicPr>
              <p:cNvPr id="123" name="Ink 122"/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280560" y="3738330"/>
                <a:ext cx="4898160" cy="119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30" name="Ink 129"/>
              <p14:cNvContentPartPr/>
              <p14:nvPr/>
            </p14:nvContentPartPr>
            <p14:xfrm>
              <a:off x="4366760" y="4007610"/>
              <a:ext cx="17280" cy="0"/>
            </p14:xfrm>
          </p:contentPart>
        </mc:Choice>
        <mc:Fallback xmlns="">
          <p:pic>
            <p:nvPicPr>
              <p:cNvPr id="130" name="Ink 129"/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0" y="0"/>
                <a:ext cx="17280" cy="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64" name="Ink 163"/>
              <p14:cNvContentPartPr/>
              <p14:nvPr/>
            </p14:nvContentPartPr>
            <p14:xfrm>
              <a:off x="3314840" y="2672010"/>
              <a:ext cx="498600" cy="1756440"/>
            </p14:xfrm>
          </p:contentPart>
        </mc:Choice>
        <mc:Fallback xmlns="">
          <p:pic>
            <p:nvPicPr>
              <p:cNvPr id="164" name="Ink 163"/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3300440" y="2657610"/>
                <a:ext cx="523440" cy="179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71" name="Ink 170"/>
              <p14:cNvContentPartPr/>
              <p14:nvPr/>
            </p14:nvContentPartPr>
            <p14:xfrm>
              <a:off x="3396920" y="3030570"/>
              <a:ext cx="2933280" cy="680040"/>
            </p14:xfrm>
          </p:contentPart>
        </mc:Choice>
        <mc:Fallback xmlns="">
          <p:pic>
            <p:nvPicPr>
              <p:cNvPr id="171" name="Ink 170"/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3382880" y="3014010"/>
                <a:ext cx="2966760" cy="71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77" name="Ink 176"/>
              <p14:cNvContentPartPr/>
              <p14:nvPr/>
            </p14:nvContentPartPr>
            <p14:xfrm>
              <a:off x="2064200" y="2992410"/>
              <a:ext cx="2039760" cy="436680"/>
            </p14:xfrm>
          </p:contentPart>
        </mc:Choice>
        <mc:Fallback xmlns="">
          <p:pic>
            <p:nvPicPr>
              <p:cNvPr id="177" name="Ink 176"/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2049440" y="2969370"/>
                <a:ext cx="2078640" cy="47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83" name="Ink 182"/>
              <p14:cNvContentPartPr/>
              <p14:nvPr/>
            </p14:nvContentPartPr>
            <p14:xfrm>
              <a:off x="1043600" y="2565090"/>
              <a:ext cx="3000240" cy="1516680"/>
            </p14:xfrm>
          </p:contentPart>
        </mc:Choice>
        <mc:Fallback xmlns="">
          <p:pic>
            <p:nvPicPr>
              <p:cNvPr id="183" name="Ink 182"/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021640" y="2551410"/>
                <a:ext cx="3037680" cy="1549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782126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" y="188640"/>
            <a:ext cx="8153400" cy="59046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127869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9914" y="1844824"/>
            <a:ext cx="7562850" cy="4705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144253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Design 512x8 ram using 128x8 ram</a:t>
            </a:r>
          </a:p>
          <a:p>
            <a:r>
              <a:rPr lang="en-IN" dirty="0" smtClean="0"/>
              <a:t>No. of chips required=desired ram size/basic ram size=</a:t>
            </a:r>
          </a:p>
          <a:p>
            <a:r>
              <a:rPr lang="en-IN" dirty="0" smtClean="0"/>
              <a:t>512x8/128x8=4x1= 4 chips</a:t>
            </a:r>
          </a:p>
          <a:p>
            <a:r>
              <a:rPr lang="en-IN" dirty="0" smtClean="0"/>
              <a:t>Address bits=512x8=2^9x8=9 bits</a:t>
            </a:r>
          </a:p>
          <a:p>
            <a:r>
              <a:rPr lang="en-IN" dirty="0" smtClean="0"/>
              <a:t>Decoder size=512/128=4.  size of </a:t>
            </a:r>
            <a:r>
              <a:rPr lang="en-IN" dirty="0" err="1" smtClean="0"/>
              <a:t>dec</a:t>
            </a:r>
            <a:r>
              <a:rPr lang="en-IN" dirty="0" smtClean="0"/>
              <a:t>= 2 to 4 line decoder.</a:t>
            </a:r>
          </a:p>
          <a:p>
            <a:r>
              <a:rPr lang="en-IN" dirty="0" smtClean="0"/>
              <a:t>Design-</a:t>
            </a:r>
          </a:p>
          <a:p>
            <a:endParaRPr lang="en-IN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" name="Ink 5"/>
              <p14:cNvContentPartPr/>
              <p14:nvPr/>
            </p14:nvContentPartPr>
            <p14:xfrm>
              <a:off x="3292958" y="3887517"/>
              <a:ext cx="1546560" cy="998640"/>
            </p14:xfrm>
          </p:contentPart>
        </mc:Choice>
        <mc:Fallback xmlns="">
          <p:pic>
            <p:nvPicPr>
              <p:cNvPr id="6" name="Ink 5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280358" y="3874917"/>
                <a:ext cx="1571760" cy="1023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781031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8" name="Ink 57"/>
              <p14:cNvContentPartPr/>
              <p14:nvPr/>
            </p14:nvContentPartPr>
            <p14:xfrm>
              <a:off x="-1596562" y="1853157"/>
              <a:ext cx="88200" cy="988200"/>
            </p14:xfrm>
          </p:contentPart>
        </mc:Choice>
        <mc:Fallback xmlns="">
          <p:pic>
            <p:nvPicPr>
              <p:cNvPr id="58" name="Ink 57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1609162" y="1840557"/>
                <a:ext cx="113400" cy="101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73" name="Ink 72"/>
              <p14:cNvContentPartPr/>
              <p14:nvPr/>
            </p14:nvContentPartPr>
            <p14:xfrm>
              <a:off x="-1532842" y="2489277"/>
              <a:ext cx="543240" cy="1054800"/>
            </p14:xfrm>
          </p:contentPart>
        </mc:Choice>
        <mc:Fallback xmlns="">
          <p:pic>
            <p:nvPicPr>
              <p:cNvPr id="73" name="Ink 72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-1545442" y="2476677"/>
                <a:ext cx="568440" cy="108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7" name="Ink 76"/>
              <p14:cNvContentPartPr/>
              <p14:nvPr/>
            </p14:nvContentPartPr>
            <p14:xfrm>
              <a:off x="-1263562" y="3472077"/>
              <a:ext cx="871560" cy="690480"/>
            </p14:xfrm>
          </p:contentPart>
        </mc:Choice>
        <mc:Fallback xmlns="">
          <p:pic>
            <p:nvPicPr>
              <p:cNvPr id="77" name="Ink 76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-1276162" y="3459477"/>
                <a:ext cx="896760" cy="71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78" name="Ink 77"/>
              <p14:cNvContentPartPr/>
              <p14:nvPr/>
            </p14:nvContentPartPr>
            <p14:xfrm>
              <a:off x="-971602" y="2652357"/>
              <a:ext cx="652680" cy="1186920"/>
            </p14:xfrm>
          </p:contentPart>
        </mc:Choice>
        <mc:Fallback xmlns="">
          <p:pic>
            <p:nvPicPr>
              <p:cNvPr id="78" name="Ink 77"/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-984202" y="2639757"/>
                <a:ext cx="677880" cy="121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05" name="Ink 104"/>
              <p14:cNvContentPartPr/>
              <p14:nvPr/>
            </p14:nvContentPartPr>
            <p14:xfrm>
              <a:off x="-1587202" y="1699077"/>
              <a:ext cx="2759760" cy="943920"/>
            </p14:xfrm>
          </p:contentPart>
        </mc:Choice>
        <mc:Fallback xmlns="">
          <p:pic>
            <p:nvPicPr>
              <p:cNvPr id="105" name="Ink 104"/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-1599802" y="1686477"/>
                <a:ext cx="2784960" cy="96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17" name="Ink 116"/>
              <p14:cNvContentPartPr/>
              <p14:nvPr/>
            </p14:nvContentPartPr>
            <p14:xfrm>
              <a:off x="-752722" y="331437"/>
              <a:ext cx="4707360" cy="5978520"/>
            </p14:xfrm>
          </p:contentPart>
        </mc:Choice>
        <mc:Fallback xmlns="">
          <p:pic>
            <p:nvPicPr>
              <p:cNvPr id="117" name="Ink 116"/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-765322" y="318837"/>
                <a:ext cx="4732560" cy="600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51" name="Ink 150"/>
              <p14:cNvContentPartPr/>
              <p14:nvPr/>
            </p14:nvContentPartPr>
            <p14:xfrm>
              <a:off x="1418438" y="1791237"/>
              <a:ext cx="1761480" cy="1288800"/>
            </p14:xfrm>
          </p:contentPart>
        </mc:Choice>
        <mc:Fallback xmlns="">
          <p:pic>
            <p:nvPicPr>
              <p:cNvPr id="151" name="Ink 150"/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405838" y="1778637"/>
                <a:ext cx="1786680" cy="131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53" name="Ink 152"/>
              <p14:cNvContentPartPr/>
              <p14:nvPr/>
            </p14:nvContentPartPr>
            <p14:xfrm>
              <a:off x="642998" y="2049717"/>
              <a:ext cx="1095120" cy="314280"/>
            </p14:xfrm>
          </p:contentPart>
        </mc:Choice>
        <mc:Fallback xmlns="">
          <p:pic>
            <p:nvPicPr>
              <p:cNvPr id="153" name="Ink 152"/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630398" y="2037117"/>
                <a:ext cx="1120320" cy="33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54" name="Ink 153"/>
              <p14:cNvContentPartPr/>
              <p14:nvPr/>
            </p14:nvContentPartPr>
            <p14:xfrm>
              <a:off x="1901918" y="3299277"/>
              <a:ext cx="1281960" cy="278280"/>
            </p14:xfrm>
          </p:contentPart>
        </mc:Choice>
        <mc:Fallback xmlns="">
          <p:pic>
            <p:nvPicPr>
              <p:cNvPr id="154" name="Ink 153"/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889318" y="3286677"/>
                <a:ext cx="1307160" cy="30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55" name="Ink 154"/>
              <p14:cNvContentPartPr/>
              <p14:nvPr/>
            </p14:nvContentPartPr>
            <p14:xfrm>
              <a:off x="1526798" y="4001997"/>
              <a:ext cx="1602360" cy="274320"/>
            </p14:xfrm>
          </p:contentPart>
        </mc:Choice>
        <mc:Fallback xmlns="">
          <p:pic>
            <p:nvPicPr>
              <p:cNvPr id="155" name="Ink 154"/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514198" y="3989397"/>
                <a:ext cx="1627560" cy="29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56" name="Ink 155"/>
              <p14:cNvContentPartPr/>
              <p14:nvPr/>
            </p14:nvContentPartPr>
            <p14:xfrm>
              <a:off x="1451198" y="4918917"/>
              <a:ext cx="455400" cy="1302120"/>
            </p14:xfrm>
          </p:contentPart>
        </mc:Choice>
        <mc:Fallback xmlns="">
          <p:pic>
            <p:nvPicPr>
              <p:cNvPr id="156" name="Ink 155"/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438598" y="4906317"/>
                <a:ext cx="480600" cy="132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57" name="Ink 156"/>
              <p14:cNvContentPartPr/>
              <p14:nvPr/>
            </p14:nvContentPartPr>
            <p14:xfrm>
              <a:off x="1540118" y="3833877"/>
              <a:ext cx="202320" cy="1252080"/>
            </p14:xfrm>
          </p:contentPart>
        </mc:Choice>
        <mc:Fallback xmlns="">
          <p:pic>
            <p:nvPicPr>
              <p:cNvPr id="157" name="Ink 156"/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527518" y="3821277"/>
                <a:ext cx="227520" cy="127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58" name="Ink 157"/>
              <p14:cNvContentPartPr/>
              <p14:nvPr/>
            </p14:nvContentPartPr>
            <p14:xfrm>
              <a:off x="1549118" y="2153397"/>
              <a:ext cx="507960" cy="1788840"/>
            </p14:xfrm>
          </p:contentPart>
        </mc:Choice>
        <mc:Fallback xmlns="">
          <p:pic>
            <p:nvPicPr>
              <p:cNvPr id="158" name="Ink 157"/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536518" y="2140797"/>
                <a:ext cx="533160" cy="181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59" name="Ink 158"/>
              <p14:cNvContentPartPr/>
              <p14:nvPr/>
            </p14:nvContentPartPr>
            <p14:xfrm>
              <a:off x="1847198" y="3482157"/>
              <a:ext cx="105120" cy="965160"/>
            </p14:xfrm>
          </p:contentPart>
        </mc:Choice>
        <mc:Fallback xmlns="">
          <p:pic>
            <p:nvPicPr>
              <p:cNvPr id="159" name="Ink 158"/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834598" y="3469557"/>
                <a:ext cx="130320" cy="99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60" name="Ink 159"/>
              <p14:cNvContentPartPr/>
              <p14:nvPr/>
            </p14:nvContentPartPr>
            <p14:xfrm>
              <a:off x="911918" y="6042837"/>
              <a:ext cx="1190880" cy="63000"/>
            </p14:xfrm>
          </p:contentPart>
        </mc:Choice>
        <mc:Fallback xmlns="">
          <p:pic>
            <p:nvPicPr>
              <p:cNvPr id="160" name="Ink 159"/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899318" y="6030237"/>
                <a:ext cx="1216080" cy="8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61" name="Ink 160"/>
              <p14:cNvContentPartPr/>
              <p14:nvPr/>
            </p14:nvContentPartPr>
            <p14:xfrm>
              <a:off x="1778798" y="5501757"/>
              <a:ext cx="1446120" cy="991080"/>
            </p14:xfrm>
          </p:contentPart>
        </mc:Choice>
        <mc:Fallback xmlns="">
          <p:pic>
            <p:nvPicPr>
              <p:cNvPr id="161" name="Ink 160"/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766198" y="5489157"/>
                <a:ext cx="1471320" cy="101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77" name="Ink 176"/>
              <p14:cNvContentPartPr/>
              <p14:nvPr/>
            </p14:nvContentPartPr>
            <p14:xfrm>
              <a:off x="-332962" y="1670997"/>
              <a:ext cx="7200" cy="15480"/>
            </p14:xfrm>
          </p:contentPart>
        </mc:Choice>
        <mc:Fallback xmlns="">
          <p:pic>
            <p:nvPicPr>
              <p:cNvPr id="177" name="Ink 176"/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-345562" y="1658397"/>
                <a:ext cx="32400" cy="4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78" name="Ink 177"/>
              <p14:cNvContentPartPr/>
              <p14:nvPr/>
            </p14:nvContentPartPr>
            <p14:xfrm>
              <a:off x="-1176802" y="1715997"/>
              <a:ext cx="171720" cy="853200"/>
            </p14:xfrm>
          </p:contentPart>
        </mc:Choice>
        <mc:Fallback xmlns="">
          <p:pic>
            <p:nvPicPr>
              <p:cNvPr id="178" name="Ink 177"/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-1189402" y="1703397"/>
                <a:ext cx="196920" cy="87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79" name="Ink 178"/>
              <p14:cNvContentPartPr/>
              <p14:nvPr/>
            </p14:nvContentPartPr>
            <p14:xfrm>
              <a:off x="-700522" y="1631757"/>
              <a:ext cx="170640" cy="1140120"/>
            </p14:xfrm>
          </p:contentPart>
        </mc:Choice>
        <mc:Fallback xmlns="">
          <p:pic>
            <p:nvPicPr>
              <p:cNvPr id="179" name="Ink 178"/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-713122" y="1619157"/>
                <a:ext cx="195840" cy="116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80" name="Ink 179"/>
              <p14:cNvContentPartPr/>
              <p14:nvPr/>
            </p14:nvContentPartPr>
            <p14:xfrm>
              <a:off x="-238282" y="1741197"/>
              <a:ext cx="133560" cy="1161720"/>
            </p14:xfrm>
          </p:contentPart>
        </mc:Choice>
        <mc:Fallback xmlns="">
          <p:pic>
            <p:nvPicPr>
              <p:cNvPr id="180" name="Ink 179"/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-250882" y="1728597"/>
                <a:ext cx="158760" cy="118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81" name="Ink 180"/>
              <p14:cNvContentPartPr/>
              <p14:nvPr/>
            </p14:nvContentPartPr>
            <p14:xfrm>
              <a:off x="36398" y="1663437"/>
              <a:ext cx="255600" cy="1108440"/>
            </p14:xfrm>
          </p:contentPart>
        </mc:Choice>
        <mc:Fallback xmlns="">
          <p:pic>
            <p:nvPicPr>
              <p:cNvPr id="181" name="Ink 180"/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23798" y="1650837"/>
                <a:ext cx="280800" cy="113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82" name="Ink 181"/>
              <p14:cNvContentPartPr/>
              <p14:nvPr/>
            </p14:nvContentPartPr>
            <p14:xfrm>
              <a:off x="328358" y="1771077"/>
              <a:ext cx="83160" cy="976680"/>
            </p14:xfrm>
          </p:contentPart>
        </mc:Choice>
        <mc:Fallback xmlns="">
          <p:pic>
            <p:nvPicPr>
              <p:cNvPr id="182" name="Ink 181"/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315758" y="1758477"/>
                <a:ext cx="108360" cy="100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184" name="Ink 183"/>
              <p14:cNvContentPartPr/>
              <p14:nvPr/>
            </p14:nvContentPartPr>
            <p14:xfrm>
              <a:off x="839198" y="1846677"/>
              <a:ext cx="195480" cy="650880"/>
            </p14:xfrm>
          </p:contentPart>
        </mc:Choice>
        <mc:Fallback xmlns="">
          <p:pic>
            <p:nvPicPr>
              <p:cNvPr id="184" name="Ink 183"/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826598" y="1834077"/>
                <a:ext cx="220680" cy="67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185" name="Ink 184"/>
              <p14:cNvContentPartPr/>
              <p14:nvPr/>
            </p14:nvContentPartPr>
            <p14:xfrm>
              <a:off x="1198478" y="2466597"/>
              <a:ext cx="717480" cy="1216080"/>
            </p14:xfrm>
          </p:contentPart>
        </mc:Choice>
        <mc:Fallback xmlns="">
          <p:pic>
            <p:nvPicPr>
              <p:cNvPr id="185" name="Ink 184"/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1185878" y="2453997"/>
                <a:ext cx="742680" cy="124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190" name="Ink 189"/>
              <p14:cNvContentPartPr/>
              <p14:nvPr/>
            </p14:nvContentPartPr>
            <p14:xfrm>
              <a:off x="6681638" y="4750797"/>
              <a:ext cx="1121760" cy="1171080"/>
            </p14:xfrm>
          </p:contentPart>
        </mc:Choice>
        <mc:Fallback xmlns="">
          <p:pic>
            <p:nvPicPr>
              <p:cNvPr id="190" name="Ink 189"/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6669038" y="4738197"/>
                <a:ext cx="1146960" cy="119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203" name="Ink 202"/>
              <p14:cNvContentPartPr/>
              <p14:nvPr/>
            </p14:nvContentPartPr>
            <p14:xfrm>
              <a:off x="6763718" y="5993877"/>
              <a:ext cx="46080" cy="646920"/>
            </p14:xfrm>
          </p:contentPart>
        </mc:Choice>
        <mc:Fallback xmlns="">
          <p:pic>
            <p:nvPicPr>
              <p:cNvPr id="203" name="Ink 202"/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6751118" y="5981277"/>
                <a:ext cx="71280" cy="67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215" name="Ink 214"/>
              <p14:cNvContentPartPr/>
              <p14:nvPr/>
            </p14:nvContentPartPr>
            <p14:xfrm>
              <a:off x="5467358" y="2607357"/>
              <a:ext cx="1424520" cy="3710160"/>
            </p14:xfrm>
          </p:contentPart>
        </mc:Choice>
        <mc:Fallback xmlns="">
          <p:pic>
            <p:nvPicPr>
              <p:cNvPr id="215" name="Ink 214"/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5454758" y="2594757"/>
                <a:ext cx="1449720" cy="373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216" name="Ink 215"/>
              <p14:cNvContentPartPr/>
              <p14:nvPr/>
            </p14:nvContentPartPr>
            <p14:xfrm>
              <a:off x="5558078" y="5244717"/>
              <a:ext cx="1210680" cy="1614240"/>
            </p14:xfrm>
          </p:contentPart>
        </mc:Choice>
        <mc:Fallback xmlns="">
          <p:pic>
            <p:nvPicPr>
              <p:cNvPr id="216" name="Ink 215"/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5545478" y="5232117"/>
                <a:ext cx="1235880" cy="163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221" name="Ink 220"/>
              <p14:cNvContentPartPr/>
              <p14:nvPr/>
            </p14:nvContentPartPr>
            <p14:xfrm>
              <a:off x="6622238" y="6134637"/>
              <a:ext cx="991440" cy="598680"/>
            </p14:xfrm>
          </p:contentPart>
        </mc:Choice>
        <mc:Fallback xmlns="">
          <p:pic>
            <p:nvPicPr>
              <p:cNvPr id="221" name="Ink 220"/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6609638" y="6122037"/>
                <a:ext cx="1016640" cy="62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222" name="Ink 221"/>
              <p14:cNvContentPartPr/>
              <p14:nvPr/>
            </p14:nvContentPartPr>
            <p14:xfrm>
              <a:off x="6676958" y="1982037"/>
              <a:ext cx="2118600" cy="4497120"/>
            </p14:xfrm>
          </p:contentPart>
        </mc:Choice>
        <mc:Fallback xmlns="">
          <p:pic>
            <p:nvPicPr>
              <p:cNvPr id="222" name="Ink 221"/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6664358" y="1969437"/>
                <a:ext cx="2143800" cy="452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230" name="Ink 229"/>
              <p14:cNvContentPartPr/>
              <p14:nvPr/>
            </p14:nvContentPartPr>
            <p14:xfrm>
              <a:off x="9021278" y="1652997"/>
              <a:ext cx="320040" cy="4759560"/>
            </p14:xfrm>
          </p:contentPart>
        </mc:Choice>
        <mc:Fallback xmlns="">
          <p:pic>
            <p:nvPicPr>
              <p:cNvPr id="230" name="Ink 229"/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9008678" y="1640397"/>
                <a:ext cx="345240" cy="478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231" name="Ink 230"/>
              <p14:cNvContentPartPr/>
              <p14:nvPr/>
            </p14:nvContentPartPr>
            <p14:xfrm>
              <a:off x="8631398" y="1632477"/>
              <a:ext cx="194400" cy="5475240"/>
            </p14:xfrm>
          </p:contentPart>
        </mc:Choice>
        <mc:Fallback xmlns="">
          <p:pic>
            <p:nvPicPr>
              <p:cNvPr id="231" name="Ink 230"/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8618798" y="1619877"/>
                <a:ext cx="219600" cy="550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232" name="Ink 231"/>
              <p14:cNvContentPartPr/>
              <p14:nvPr/>
            </p14:nvContentPartPr>
            <p14:xfrm>
              <a:off x="7674878" y="6124917"/>
              <a:ext cx="512280" cy="680040"/>
            </p14:xfrm>
          </p:contentPart>
        </mc:Choice>
        <mc:Fallback xmlns="">
          <p:pic>
            <p:nvPicPr>
              <p:cNvPr id="232" name="Ink 231"/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7662278" y="6112317"/>
                <a:ext cx="537480" cy="70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243" name="Ink 242"/>
              <p14:cNvContentPartPr/>
              <p14:nvPr/>
            </p14:nvContentPartPr>
            <p14:xfrm>
              <a:off x="6776678" y="427197"/>
              <a:ext cx="2596320" cy="874800"/>
            </p14:xfrm>
          </p:contentPart>
        </mc:Choice>
        <mc:Fallback xmlns="">
          <p:pic>
            <p:nvPicPr>
              <p:cNvPr id="243" name="Ink 242"/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6764078" y="414597"/>
                <a:ext cx="2621520" cy="90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253" name="Ink 252"/>
              <p14:cNvContentPartPr/>
              <p14:nvPr/>
            </p14:nvContentPartPr>
            <p14:xfrm>
              <a:off x="5112758" y="1170597"/>
              <a:ext cx="1847520" cy="3284280"/>
            </p14:xfrm>
          </p:contentPart>
        </mc:Choice>
        <mc:Fallback xmlns="">
          <p:pic>
            <p:nvPicPr>
              <p:cNvPr id="253" name="Ink 252"/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5100158" y="1157997"/>
                <a:ext cx="1872720" cy="330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254" name="Ink 253"/>
              <p14:cNvContentPartPr/>
              <p14:nvPr/>
            </p14:nvContentPartPr>
            <p14:xfrm>
              <a:off x="6786398" y="2023437"/>
              <a:ext cx="712440" cy="1007640"/>
            </p14:xfrm>
          </p:contentPart>
        </mc:Choice>
        <mc:Fallback xmlns="">
          <p:pic>
            <p:nvPicPr>
              <p:cNvPr id="254" name="Ink 253"/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6773798" y="2010837"/>
                <a:ext cx="737640" cy="1032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53742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>Design </a:t>
            </a:r>
            <a:r>
              <a:rPr lang="en-US" b="1" dirty="0"/>
              <a:t>of 512×8 RAM using 128×8 RAM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Number </a:t>
            </a:r>
            <a:r>
              <a:rPr lang="en-US" dirty="0"/>
              <a:t>of chips required = Desired RAM Size/ Basic RAM Size =512x8/128x8 =4 </a:t>
            </a:r>
            <a:r>
              <a:rPr lang="en-US" dirty="0" smtClean="0"/>
              <a:t>chips</a:t>
            </a:r>
          </a:p>
          <a:p>
            <a:r>
              <a:rPr lang="en-US" dirty="0"/>
              <a:t>Required Size is 512 x 8 </a:t>
            </a:r>
            <a:r>
              <a:rPr lang="en-US" dirty="0" smtClean="0"/>
              <a:t>, 512 </a:t>
            </a:r>
            <a:r>
              <a:rPr lang="en-US" dirty="0"/>
              <a:t>x 8= 2</a:t>
            </a:r>
            <a:r>
              <a:rPr lang="en-US" baseline="30000" dirty="0"/>
              <a:t>9 </a:t>
            </a:r>
            <a:r>
              <a:rPr lang="en-US" dirty="0"/>
              <a:t>x 8 Therefore, 9 bit address is </a:t>
            </a:r>
            <a:r>
              <a:rPr lang="en-US" dirty="0" smtClean="0"/>
              <a:t>required</a:t>
            </a:r>
          </a:p>
          <a:p>
            <a:r>
              <a:rPr lang="en-US" dirty="0"/>
              <a:t>Size of decoder= number of times words increasing 128⇢512 words increased by 4 times Decoder Size= 2x4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6868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5875" y="2224881"/>
            <a:ext cx="4032250" cy="3276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228833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RAM 32 X </a:t>
            </a:r>
            <a:r>
              <a:rPr lang="en-US" dirty="0" smtClean="0"/>
              <a:t>8 using 16x4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dirty="0"/>
              <a:t> 16 X 4 memory contains 4 output lines. there is also a 4-bit input to construct the 16 WORDS</a:t>
            </a:r>
            <a:r>
              <a:rPr lang="en-US" dirty="0" smtClean="0"/>
              <a:t>.</a:t>
            </a:r>
          </a:p>
          <a:p>
            <a:pPr fontAlgn="base"/>
            <a:r>
              <a:rPr lang="en-US" dirty="0" smtClean="0"/>
              <a:t>No of chips </a:t>
            </a:r>
            <a:r>
              <a:rPr lang="en-US" dirty="0" err="1" smtClean="0"/>
              <a:t>reqd</a:t>
            </a:r>
            <a:r>
              <a:rPr lang="en-US" dirty="0" smtClean="0"/>
              <a:t>=(32x8)/(16x4)=2x2=4 chips</a:t>
            </a:r>
          </a:p>
          <a:p>
            <a:pPr fontAlgn="base"/>
            <a:r>
              <a:rPr lang="en-US" dirty="0" smtClean="0"/>
              <a:t>No. of address bits= 32x8=2^5= 5 address bits</a:t>
            </a:r>
          </a:p>
          <a:p>
            <a:pPr fontAlgn="base"/>
            <a:r>
              <a:rPr lang="en-US" dirty="0" smtClean="0"/>
              <a:t>Size of decoder=32/16=2, so require 1 to 2 line decoder.</a:t>
            </a: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2388228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Design for 32x8 using 16x4 RAM</a:t>
            </a:r>
            <a:endParaRPr lang="en-IN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1417068"/>
            <a:ext cx="7344816" cy="5119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8258829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" name="Ink 5"/>
              <p14:cNvContentPartPr/>
              <p14:nvPr/>
            </p14:nvContentPartPr>
            <p14:xfrm>
              <a:off x="1145840" y="2188170"/>
              <a:ext cx="7581600" cy="3475080"/>
            </p14:xfrm>
          </p:contentPart>
        </mc:Choice>
        <mc:Fallback xmlns="">
          <p:pic>
            <p:nvPicPr>
              <p:cNvPr id="6" name="Ink 5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28200" y="2171970"/>
                <a:ext cx="7622280" cy="351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49" name="Ink 148"/>
              <p14:cNvContentPartPr/>
              <p14:nvPr/>
            </p14:nvContentPartPr>
            <p14:xfrm>
              <a:off x="6307160" y="5255370"/>
              <a:ext cx="2839320" cy="501120"/>
            </p14:xfrm>
          </p:contentPart>
        </mc:Choice>
        <mc:Fallback xmlns="">
          <p:pic>
            <p:nvPicPr>
              <p:cNvPr id="149" name="Ink 148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287000" y="5237370"/>
                <a:ext cx="2869920" cy="53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66" name="Ink 165"/>
              <p14:cNvContentPartPr/>
              <p14:nvPr/>
            </p14:nvContentPartPr>
            <p14:xfrm>
              <a:off x="4470800" y="5101650"/>
              <a:ext cx="1754640" cy="747000"/>
            </p14:xfrm>
          </p:contentPart>
        </mc:Choice>
        <mc:Fallback xmlns="">
          <p:pic>
            <p:nvPicPr>
              <p:cNvPr id="166" name="Ink 165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453520" y="5082172"/>
                <a:ext cx="1791360" cy="786316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8750608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9" name="Ink 48"/>
              <p14:cNvContentPartPr/>
              <p14:nvPr/>
            </p14:nvContentPartPr>
            <p14:xfrm>
              <a:off x="1311800" y="3450690"/>
              <a:ext cx="1479960" cy="106200"/>
            </p14:xfrm>
          </p:contentPart>
        </mc:Choice>
        <mc:Fallback xmlns="">
          <p:pic>
            <p:nvPicPr>
              <p:cNvPr id="49" name="Ink 48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96320" y="3437370"/>
                <a:ext cx="1505880" cy="13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4" name="Ink 63"/>
              <p14:cNvContentPartPr/>
              <p14:nvPr/>
            </p14:nvContentPartPr>
            <p14:xfrm>
              <a:off x="1230800" y="4389930"/>
              <a:ext cx="2805480" cy="88920"/>
            </p14:xfrm>
          </p:contentPart>
        </mc:Choice>
        <mc:Fallback xmlns="">
          <p:pic>
            <p:nvPicPr>
              <p:cNvPr id="64" name="Ink 63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13520" y="4371930"/>
                <a:ext cx="2840400" cy="12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5" name="Ink 64"/>
              <p14:cNvContentPartPr/>
              <p14:nvPr/>
            </p14:nvContentPartPr>
            <p14:xfrm>
              <a:off x="2950520" y="4627170"/>
              <a:ext cx="130320" cy="106200"/>
            </p14:xfrm>
          </p:contentPart>
        </mc:Choice>
        <mc:Fallback xmlns="">
          <p:pic>
            <p:nvPicPr>
              <p:cNvPr id="65" name="Ink 64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930000" y="4606650"/>
                <a:ext cx="170640" cy="14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71" name="Ink 70"/>
              <p14:cNvContentPartPr/>
              <p14:nvPr/>
            </p14:nvContentPartPr>
            <p14:xfrm>
              <a:off x="4674200" y="4136850"/>
              <a:ext cx="816840" cy="586440"/>
            </p14:xfrm>
          </p:contentPart>
        </mc:Choice>
        <mc:Fallback xmlns="">
          <p:pic>
            <p:nvPicPr>
              <p:cNvPr id="71" name="Ink 70"/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657280" y="4117782"/>
                <a:ext cx="854640" cy="63141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76" name="Ink 75"/>
              <p14:cNvContentPartPr/>
              <p14:nvPr/>
            </p14:nvContentPartPr>
            <p14:xfrm>
              <a:off x="7393640" y="3004650"/>
              <a:ext cx="873000" cy="534600"/>
            </p14:xfrm>
          </p:contentPart>
        </mc:Choice>
        <mc:Fallback xmlns="">
          <p:pic>
            <p:nvPicPr>
              <p:cNvPr id="76" name="Ink 75"/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383200" y="2982690"/>
                <a:ext cx="905040" cy="57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77" name="Ink 76"/>
              <p14:cNvContentPartPr/>
              <p14:nvPr/>
            </p14:nvContentPartPr>
            <p14:xfrm>
              <a:off x="7259000" y="4081770"/>
              <a:ext cx="1066680" cy="579600"/>
            </p14:xfrm>
          </p:contentPart>
        </mc:Choice>
        <mc:Fallback xmlns="">
          <p:pic>
            <p:nvPicPr>
              <p:cNvPr id="77" name="Ink 76"/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246760" y="4059810"/>
                <a:ext cx="1101240" cy="62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83" name="Ink 82"/>
              <p14:cNvContentPartPr/>
              <p14:nvPr/>
            </p14:nvContentPartPr>
            <p14:xfrm>
              <a:off x="3585560" y="1985130"/>
              <a:ext cx="1385280" cy="342000"/>
            </p14:xfrm>
          </p:contentPart>
        </mc:Choice>
        <mc:Fallback xmlns="">
          <p:pic>
            <p:nvPicPr>
              <p:cNvPr id="83" name="Ink 82"/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563600" y="1974690"/>
                <a:ext cx="1419840" cy="37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84" name="Ink 83"/>
              <p14:cNvContentPartPr/>
              <p14:nvPr/>
            </p14:nvContentPartPr>
            <p14:xfrm>
              <a:off x="4979840" y="1973610"/>
              <a:ext cx="3053520" cy="273240"/>
            </p14:xfrm>
          </p:contentPart>
        </mc:Choice>
        <mc:Fallback xmlns="">
          <p:pic>
            <p:nvPicPr>
              <p:cNvPr id="84" name="Ink 83"/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4962560" y="1957410"/>
                <a:ext cx="3087360" cy="30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93" name="Ink 92"/>
              <p14:cNvContentPartPr/>
              <p14:nvPr/>
            </p14:nvContentPartPr>
            <p14:xfrm>
              <a:off x="1805360" y="1198890"/>
              <a:ext cx="2128680" cy="632520"/>
            </p14:xfrm>
          </p:contentPart>
        </mc:Choice>
        <mc:Fallback xmlns="">
          <p:pic>
            <p:nvPicPr>
              <p:cNvPr id="93" name="Ink 92"/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790240" y="1187010"/>
                <a:ext cx="2158200" cy="65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01" name="Ink 100"/>
              <p14:cNvContentPartPr/>
              <p14:nvPr/>
            </p14:nvContentPartPr>
            <p14:xfrm>
              <a:off x="1397120" y="2762730"/>
              <a:ext cx="187920" cy="1642680"/>
            </p14:xfrm>
          </p:contentPart>
        </mc:Choice>
        <mc:Fallback xmlns="">
          <p:pic>
            <p:nvPicPr>
              <p:cNvPr id="101" name="Ink 100"/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381640" y="2744010"/>
                <a:ext cx="216000" cy="167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09" name="Ink 108"/>
              <p14:cNvContentPartPr/>
              <p14:nvPr/>
            </p14:nvContentPartPr>
            <p14:xfrm>
              <a:off x="2544440" y="2714490"/>
              <a:ext cx="277560" cy="1024920"/>
            </p14:xfrm>
          </p:contentPart>
        </mc:Choice>
        <mc:Fallback xmlns="">
          <p:pic>
            <p:nvPicPr>
              <p:cNvPr id="109" name="Ink 108"/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2527880" y="2701530"/>
                <a:ext cx="300960" cy="105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10" name="Ink 109"/>
              <p14:cNvContentPartPr/>
              <p14:nvPr/>
            </p14:nvContentPartPr>
            <p14:xfrm>
              <a:off x="2784560" y="3667770"/>
              <a:ext cx="137520" cy="183600"/>
            </p14:xfrm>
          </p:contentPart>
        </mc:Choice>
        <mc:Fallback xmlns="">
          <p:pic>
            <p:nvPicPr>
              <p:cNvPr id="110" name="Ink 109"/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2766920" y="3650130"/>
                <a:ext cx="174600" cy="20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11" name="Ink 110"/>
              <p14:cNvContentPartPr/>
              <p14:nvPr/>
            </p14:nvContentPartPr>
            <p14:xfrm>
              <a:off x="2608520" y="3724650"/>
              <a:ext cx="396720" cy="1022040"/>
            </p14:xfrm>
          </p:contentPart>
        </mc:Choice>
        <mc:Fallback xmlns="">
          <p:pic>
            <p:nvPicPr>
              <p:cNvPr id="111" name="Ink 110"/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2591240" y="3707370"/>
                <a:ext cx="420840" cy="105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27" name="Ink 126"/>
              <p14:cNvContentPartPr/>
              <p14:nvPr/>
            </p14:nvContentPartPr>
            <p14:xfrm>
              <a:off x="304160" y="3331890"/>
              <a:ext cx="389160" cy="925200"/>
            </p14:xfrm>
          </p:contentPart>
        </mc:Choice>
        <mc:Fallback xmlns="">
          <p:pic>
            <p:nvPicPr>
              <p:cNvPr id="127" name="Ink 126"/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289040" y="3315690"/>
                <a:ext cx="412560" cy="95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28" name="Ink 127"/>
              <p14:cNvContentPartPr/>
              <p14:nvPr/>
            </p14:nvContentPartPr>
            <p14:xfrm>
              <a:off x="610520" y="3041010"/>
              <a:ext cx="695880" cy="1482120"/>
            </p14:xfrm>
          </p:contentPart>
        </mc:Choice>
        <mc:Fallback xmlns="">
          <p:pic>
            <p:nvPicPr>
              <p:cNvPr id="128" name="Ink 127"/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598280" y="3023010"/>
                <a:ext cx="726120" cy="152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31" name="Ink 130"/>
              <p14:cNvContentPartPr/>
              <p14:nvPr/>
            </p14:nvContentPartPr>
            <p14:xfrm>
              <a:off x="266720" y="1796850"/>
              <a:ext cx="1749600" cy="1540080"/>
            </p14:xfrm>
          </p:contentPart>
        </mc:Choice>
        <mc:Fallback xmlns="">
          <p:pic>
            <p:nvPicPr>
              <p:cNvPr id="131" name="Ink 130"/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248720" y="1782090"/>
                <a:ext cx="1780920" cy="157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32" name="Ink 131"/>
              <p14:cNvContentPartPr/>
              <p14:nvPr/>
            </p14:nvContentPartPr>
            <p14:xfrm>
              <a:off x="2611400" y="1793610"/>
              <a:ext cx="245880" cy="974880"/>
            </p14:xfrm>
          </p:contentPart>
        </mc:Choice>
        <mc:Fallback xmlns="">
          <p:pic>
            <p:nvPicPr>
              <p:cNvPr id="132" name="Ink 131"/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2593400" y="1777410"/>
                <a:ext cx="278640" cy="100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33" name="Ink 132"/>
              <p14:cNvContentPartPr/>
              <p14:nvPr/>
            </p14:nvContentPartPr>
            <p14:xfrm>
              <a:off x="1247720" y="1295730"/>
              <a:ext cx="7023960" cy="1915560"/>
            </p14:xfrm>
          </p:contentPart>
        </mc:Choice>
        <mc:Fallback xmlns="">
          <p:pic>
            <p:nvPicPr>
              <p:cNvPr id="133" name="Ink 132"/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1232600" y="1280970"/>
                <a:ext cx="7051680" cy="194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34" name="Ink 133"/>
              <p14:cNvContentPartPr/>
              <p14:nvPr/>
            </p14:nvContentPartPr>
            <p14:xfrm>
              <a:off x="3125120" y="2492010"/>
              <a:ext cx="138240" cy="180360"/>
            </p14:xfrm>
          </p:contentPart>
        </mc:Choice>
        <mc:Fallback xmlns="">
          <p:pic>
            <p:nvPicPr>
              <p:cNvPr id="134" name="Ink 133"/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3107840" y="2475450"/>
                <a:ext cx="164880" cy="21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35" name="Ink 134"/>
              <p14:cNvContentPartPr/>
              <p14:nvPr/>
            </p14:nvContentPartPr>
            <p14:xfrm>
              <a:off x="2756120" y="2651130"/>
              <a:ext cx="160920" cy="193320"/>
            </p14:xfrm>
          </p:contentPart>
        </mc:Choice>
        <mc:Fallback xmlns="">
          <p:pic>
            <p:nvPicPr>
              <p:cNvPr id="135" name="Ink 134"/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2740640" y="2636010"/>
                <a:ext cx="196200" cy="21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36" name="Ink 135"/>
              <p14:cNvContentPartPr/>
              <p14:nvPr/>
            </p14:nvContentPartPr>
            <p14:xfrm>
              <a:off x="663800" y="3113730"/>
              <a:ext cx="42120" cy="809640"/>
            </p14:xfrm>
          </p:contentPart>
        </mc:Choice>
        <mc:Fallback xmlns="">
          <p:pic>
            <p:nvPicPr>
              <p:cNvPr id="136" name="Ink 135"/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645080" y="3093570"/>
                <a:ext cx="79560" cy="84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37" name="Ink 136"/>
              <p14:cNvContentPartPr/>
              <p14:nvPr/>
            </p14:nvContentPartPr>
            <p14:xfrm>
              <a:off x="2821640" y="3192570"/>
              <a:ext cx="744120" cy="593640"/>
            </p14:xfrm>
          </p:contentPart>
        </mc:Choice>
        <mc:Fallback xmlns="">
          <p:pic>
            <p:nvPicPr>
              <p:cNvPr id="137" name="Ink 136"/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2801840" y="3170970"/>
                <a:ext cx="784440" cy="63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146" name="Ink 145"/>
              <p14:cNvContentPartPr/>
              <p14:nvPr/>
            </p14:nvContentPartPr>
            <p14:xfrm>
              <a:off x="5477720" y="3096090"/>
              <a:ext cx="1931040" cy="1112400"/>
            </p14:xfrm>
          </p:contentPart>
        </mc:Choice>
        <mc:Fallback xmlns="">
          <p:pic>
            <p:nvPicPr>
              <p:cNvPr id="146" name="Ink 145"/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5467280" y="3074850"/>
                <a:ext cx="1965600" cy="114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151" name="Ink 150"/>
              <p14:cNvContentPartPr/>
              <p14:nvPr/>
            </p14:nvContentPartPr>
            <p14:xfrm>
              <a:off x="286160" y="3126330"/>
              <a:ext cx="4938840" cy="1742760"/>
            </p14:xfrm>
          </p:contentPart>
        </mc:Choice>
        <mc:Fallback xmlns="">
          <p:pic>
            <p:nvPicPr>
              <p:cNvPr id="151" name="Ink 150"/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275000" y="3107610"/>
                <a:ext cx="4970160" cy="177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160" name="Ink 159"/>
              <p14:cNvContentPartPr/>
              <p14:nvPr/>
            </p14:nvContentPartPr>
            <p14:xfrm>
              <a:off x="5502200" y="3456450"/>
              <a:ext cx="1352880" cy="576360"/>
            </p14:xfrm>
          </p:contentPart>
        </mc:Choice>
        <mc:Fallback xmlns="">
          <p:pic>
            <p:nvPicPr>
              <p:cNvPr id="160" name="Ink 159"/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5487800" y="3438810"/>
                <a:ext cx="1384920" cy="615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9293188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Assignment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" name="Ink 5"/>
              <p14:cNvContentPartPr/>
              <p14:nvPr/>
            </p14:nvContentPartPr>
            <p14:xfrm>
              <a:off x="605840" y="2291850"/>
              <a:ext cx="9073800" cy="3267720"/>
            </p14:xfrm>
          </p:contentPart>
        </mc:Choice>
        <mc:Fallback xmlns="">
          <p:pic>
            <p:nvPicPr>
              <p:cNvPr id="6" name="Ink 5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92160" y="2269170"/>
                <a:ext cx="9098280" cy="330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5" name="Ink 24"/>
              <p14:cNvContentPartPr/>
              <p14:nvPr/>
            </p14:nvContentPartPr>
            <p14:xfrm>
              <a:off x="901040" y="2570130"/>
              <a:ext cx="298440" cy="777600"/>
            </p14:xfrm>
          </p:contentPart>
        </mc:Choice>
        <mc:Fallback xmlns="">
          <p:pic>
            <p:nvPicPr>
              <p:cNvPr id="25" name="Ink 24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82320" y="2550330"/>
                <a:ext cx="340560" cy="80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0" name="Ink 69"/>
              <p14:cNvContentPartPr/>
              <p14:nvPr/>
            </p14:nvContentPartPr>
            <p14:xfrm>
              <a:off x="5891360" y="2286810"/>
              <a:ext cx="352440" cy="1242360"/>
            </p14:xfrm>
          </p:contentPart>
        </mc:Choice>
        <mc:Fallback xmlns="">
          <p:pic>
            <p:nvPicPr>
              <p:cNvPr id="70" name="Ink 69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880920" y="2272050"/>
                <a:ext cx="380160" cy="127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82" name="Ink 81"/>
              <p14:cNvContentPartPr/>
              <p14:nvPr/>
            </p14:nvContentPartPr>
            <p14:xfrm>
              <a:off x="6624680" y="2805930"/>
              <a:ext cx="1378800" cy="691560"/>
            </p14:xfrm>
          </p:contentPart>
        </mc:Choice>
        <mc:Fallback xmlns="">
          <p:pic>
            <p:nvPicPr>
              <p:cNvPr id="82" name="Ink 81"/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611363" y="2788290"/>
                <a:ext cx="1400754" cy="727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212272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479</TotalTime>
  <Words>195</Words>
  <Application>Microsoft Office PowerPoint</Application>
  <PresentationFormat>On-screen Show (4:3)</PresentationFormat>
  <Paragraphs>29</Paragraphs>
  <Slides>28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29" baseType="lpstr">
      <vt:lpstr>Office Theme</vt:lpstr>
      <vt:lpstr>Memory Design</vt:lpstr>
      <vt:lpstr>Memory design</vt:lpstr>
      <vt:lpstr>PowerPoint Presentation</vt:lpstr>
      <vt:lpstr>PowerPoint Presentation</vt:lpstr>
      <vt:lpstr>Three types of organisation-Horizontal, vertical and matrix expansion</vt:lpstr>
      <vt:lpstr>Vertical and horizontal expansion-example</vt:lpstr>
      <vt:lpstr>Matrix expansion -example</vt:lpstr>
      <vt:lpstr>Mem design- horizontal expansion</vt:lpstr>
      <vt:lpstr>PowerPoint Presentation</vt:lpstr>
      <vt:lpstr>PowerPoint Presentation</vt:lpstr>
      <vt:lpstr>PowerPoint Presentation</vt:lpstr>
      <vt:lpstr>Mem design vertical expansion</vt:lpstr>
      <vt:lpstr>PowerPoint Presentation</vt:lpstr>
      <vt:lpstr>PowerPoint Presentation</vt:lpstr>
      <vt:lpstr>PowerPoint Presentation</vt:lpstr>
      <vt:lpstr>Memory design matrix expansion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Design of 512×8 RAM using 128×8 RAM </vt:lpstr>
      <vt:lpstr>PowerPoint Presentation</vt:lpstr>
      <vt:lpstr>RAM 32 X 8 using 16x4</vt:lpstr>
      <vt:lpstr>Design for 32x8 using 16x4 RAM</vt:lpstr>
      <vt:lpstr>PowerPoint Presentation</vt:lpstr>
      <vt:lpstr>PowerPoint Presentation</vt:lpstr>
      <vt:lpstr>Assignment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Prapulla</dc:creator>
  <cp:lastModifiedBy>Prapulla</cp:lastModifiedBy>
  <cp:revision>25</cp:revision>
  <dcterms:created xsi:type="dcterms:W3CDTF">2023-03-18T02:59:11Z</dcterms:created>
  <dcterms:modified xsi:type="dcterms:W3CDTF">2024-03-16T04:02:55Z</dcterms:modified>
</cp:coreProperties>
</file>