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handoutMasterIdLst>
    <p:handoutMasterId r:id="rId23"/>
  </p:handoutMasterIdLst>
  <p:sldIdLst>
    <p:sldId id="259" r:id="rId2"/>
    <p:sldId id="405" r:id="rId3"/>
    <p:sldId id="406" r:id="rId4"/>
    <p:sldId id="407" r:id="rId5"/>
    <p:sldId id="409" r:id="rId6"/>
    <p:sldId id="410" r:id="rId7"/>
    <p:sldId id="411" r:id="rId8"/>
    <p:sldId id="412" r:id="rId9"/>
    <p:sldId id="413" r:id="rId10"/>
    <p:sldId id="414" r:id="rId11"/>
    <p:sldId id="416" r:id="rId12"/>
    <p:sldId id="417" r:id="rId13"/>
    <p:sldId id="423" r:id="rId14"/>
    <p:sldId id="418" r:id="rId15"/>
    <p:sldId id="419" r:id="rId16"/>
    <p:sldId id="420" r:id="rId17"/>
    <p:sldId id="421" r:id="rId18"/>
    <p:sldId id="422" r:id="rId19"/>
    <p:sldId id="424" r:id="rId20"/>
    <p:sldId id="42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3D7EB6C-CD57-327E-F308-5BA3F1866F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918E595A-EE88-C69E-1C04-8A5F8D1A260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A3ACF14-5467-46C6-A044-E1B6C3B6B19E}" type="datetimeFigureOut">
              <a:rPr lang="en-IN" smtClean="0"/>
              <a:t>19-01-2025</a:t>
            </a:fld>
            <a:endParaRPr lang="en-IN"/>
          </a:p>
        </p:txBody>
      </p:sp>
      <p:sp>
        <p:nvSpPr>
          <p:cNvPr id="4" name="Footer Placeholder 3">
            <a:extLst>
              <a:ext uri="{FF2B5EF4-FFF2-40B4-BE49-F238E27FC236}">
                <a16:creationId xmlns:a16="http://schemas.microsoft.com/office/drawing/2014/main" id="{26F214D5-50F8-F3A9-324A-679C0A34C62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460B1A79-6584-9A72-D4A2-AD46A289D1E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EF67C31-74E8-4863-9227-4B7BCA2EAB74}" type="slidenum">
              <a:rPr lang="en-IN" smtClean="0"/>
              <a:t>‹#›</a:t>
            </a:fld>
            <a:endParaRPr lang="en-IN"/>
          </a:p>
        </p:txBody>
      </p:sp>
    </p:spTree>
    <p:extLst>
      <p:ext uri="{BB962C8B-B14F-4D97-AF65-F5344CB8AC3E}">
        <p14:creationId xmlns:p14="http://schemas.microsoft.com/office/powerpoint/2010/main" val="3266534327"/>
      </p:ext>
    </p:extLst>
  </p:cSld>
  <p:clrMap bg1="lt1" tx1="dk1" bg2="lt2" tx2="dk2" accent1="accent1" accent2="accent2" accent3="accent3" accent4="accent4" accent5="accent5" accent6="accent6" hlink="hlink" folHlink="folHlink"/>
  <p:hf sldNum="0"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9T09:43:10.935"/>
    </inkml:context>
    <inkml:brush xml:id="br0">
      <inkml:brushProperty name="width" value="0.1" units="cm"/>
      <inkml:brushProperty name="height" value="0.1" units="cm"/>
      <inkml:brushProperty name="color" value="#E71224"/>
    </inkml:brush>
  </inkml:definitions>
  <inkml:trace contextRef="#ctx0" brushRef="#br0">1 1 24575,'0'602'0,"1"-570"0,3 1 0,8 37 0,-2-14 0,16 55 0,-16-67 0,-4-22 0,-2 0 0,0 0 0,1 29 0,-4-35-195,0-1 0,1 1 0,0-1 0,2 0 0,0 0 0,11 28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9T09:43:12.289"/>
    </inkml:context>
    <inkml:brush xml:id="br0">
      <inkml:brushProperty name="width" value="0.1" units="cm"/>
      <inkml:brushProperty name="height" value="0.1" units="cm"/>
      <inkml:brushProperty name="color" value="#E71224"/>
    </inkml:brush>
  </inkml:definitions>
  <inkml:trace contextRef="#ctx0" brushRef="#br0">1 221 24575,'0'-5'0,"1"0"0,-1 1 0,1-1 0,0 0 0,0 0 0,1 1 0,0-1 0,-1 1 0,1-1 0,1 1 0,-1 0 0,1 0 0,0 0 0,-1 0 0,2 0 0,-1 1 0,0-1 0,1 1 0,6-4 0,6-5 0,2 1 0,0 1 0,26-11 0,4-2 0,-29 14 0,0 1 0,1 1 0,0 1 0,28-5 0,-28 6 0,-5 2 0,1 0 0,-1 1 0,1 1 0,-1 0 0,1 1 0,0 1 0,-1 0 0,1 1 0,-1 1 0,25 7 0,-30-6 0,0 0 0,1 1 0,-1-1 0,-1 2 0,1 0 0,-1 0 0,0 1 0,0 0 0,-1 0 0,0 1 0,0 0 0,-1 0 0,0 1 0,-1 0 0,9 16 0,3 8 0,-2 0 0,14 45 0,-24-58 0,-1 1 0,0 1 0,-2-1 0,0 1 0,-1 27 0,-1 26 0,-5 97 0,3-164 0,-1 0 0,0 0 0,-1 0 0,0-1 0,0 1 0,-1-1 0,0 1 0,0-1 0,0 0 0,-1-1 0,0 1 0,-1-1 0,1 0 0,-1 0 0,0-1 0,-1 1 0,1-2 0,-1 1 0,0-1 0,-1 1 0,-9 3 0,10-5 0,1 0 0,-1 0 0,0-1 0,0 1 0,0-2 0,0 1 0,0-1 0,-1 0 0,1 0 0,0-1 0,-1 0 0,1 0 0,0-1 0,0 0 0,-1 0 0,1-1 0,0 0 0,0 0 0,0-1 0,0 0 0,1 0 0,-1 0 0,1-1 0,-6-4 0,10 7 0,1 0 0,0 1 0,0-1 0,0 0 0,0 0 0,0 0 0,0 0 0,0 0 0,0 0 0,1 0 0,-1-1 0,0 1 0,1 0 0,-1 0 0,0-1 0,1 1 0,0 0 0,-1-1 0,1 1 0,0 0 0,0-1 0,-1-1 0,2 2 0,-1 0 0,1 0 0,0 0 0,-1 0 0,1 0 0,0 0 0,-1 0 0,1 0 0,0 0 0,0 0 0,0 1 0,0-1 0,0 0 0,0 1 0,0-1 0,0 1 0,0-1 0,0 1 0,0-1 0,2 1 0,5-3 0,0 2 0,0-1 0,0 1 0,1 0 0,-1 1 0,10 0 0,-8 1 0,0 1 0,1 0 0,-1 0 0,0 1 0,0 1 0,-1 0 0,12 5 0,61 42 0,-29-16 0,141 72 0,-133-75 0,-44-23 0,1 0 0,26 19 0,2 4 0,-26-19 0,-1 1 0,20 19 0,-15-9-112,-9-8-139,1-1 1,0-1-1,1 0 1,27 17-1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9T09:43:13.023"/>
    </inkml:context>
    <inkml:brush xml:id="br0">
      <inkml:brushProperty name="width" value="0.1" units="cm"/>
      <inkml:brushProperty name="height" value="0.1" units="cm"/>
      <inkml:brushProperty name="color" value="#E71224"/>
    </inkml:brush>
  </inkml:definitions>
  <inkml:trace contextRef="#ctx0" brushRef="#br0">0 1 24575,'2'27'0,"0"0"0,8 33 0,-4-31 0,2 47 0,-6-50 0,12 52 0,-3-17 0,-1 1 0,-3-23 0,4 78 0,-10-89 0,2 0 0,7 29 0,-5-27 0,4 46 0,-5-25 0,2 0 0,3 0 0,16 52 0,-21-79-682,3 39-1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9T09:43:13.789"/>
    </inkml:context>
    <inkml:brush xml:id="br0">
      <inkml:brushProperty name="width" value="0.1" units="cm"/>
      <inkml:brushProperty name="height" value="0.1" units="cm"/>
      <inkml:brushProperty name="color" value="#E71224"/>
    </inkml:brush>
  </inkml:definitions>
  <inkml:trace contextRef="#ctx0" brushRef="#br0">3 465 24575,'0'-31'0,"-1"20"0,0 0 0,1 1 0,0-1 0,1 0 0,0 0 0,1 0 0,0 1 0,1-1 0,0 1 0,8-20 0,18-24 0,-22 40 0,0-1 0,1 1 0,1 1 0,0 0 0,16-18 0,-25 30 0,21-20 0,31-25 0,-44 40 0,-1 1 0,1 0 0,0 0 0,0 1 0,1 0 0,-1 1 0,1-1 0,16-2 0,31-6 0,-28 5 0,-1 2 0,49-3 0,-59 7 0,1 2 0,0 0 0,22 4 0,-31-3 0,-1 0 0,0 1 0,0 0 0,0 1 0,0-1 0,-1 1 0,1 1 0,-1 0 0,7 5 0,7 10 0,-1 0 0,-1 1 0,-1 1 0,-1 0 0,15 26 0,-25-37 0,4 5 0,-1 1 0,0 0 0,-2 1 0,0 0 0,-1 0 0,6 21 0,32 102 0,-23-80 0,13 67 0,-4-11 0,2 11 0,-27-102 0,13 34 0,-12-40 0,0 1 0,-2-1 0,4 27 0,5 34 0,-8-56 0,-2 1 0,2 31 0,-6-30-1365,0-4-5461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9T09:43:14.412"/>
    </inkml:context>
    <inkml:brush xml:id="br0">
      <inkml:brushProperty name="width" value="0.1" units="cm"/>
      <inkml:brushProperty name="height" value="0.1" units="cm"/>
      <inkml:brushProperty name="color" value="#E71224"/>
    </inkml:brush>
  </inkml:definitions>
  <inkml:trace contextRef="#ctx0" brushRef="#br0">0 32 24575,'4'-1'0,"-1"1"0,1-1 0,-1 0 0,0-1 0,1 1 0,-1 0 0,4-3 0,19-6 0,25 4 0,0 2 0,99 5 0,-48 2 0,170-3-1365,-248 0-5461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9T09:43:15.221"/>
    </inkml:context>
    <inkml:brush xml:id="br0">
      <inkml:brushProperty name="width" value="0.1" units="cm"/>
      <inkml:brushProperty name="height" value="0.1" units="cm"/>
      <inkml:brushProperty name="color" value="#E71224"/>
    </inkml:brush>
  </inkml:definitions>
  <inkml:trace contextRef="#ctx0" brushRef="#br0">0 1 24575,'1'0'0,"0"0"0,0 1 0,0-1 0,0 1 0,0-1 0,0 1 0,0-1 0,0 1 0,0 0 0,0-1 0,0 1 0,0 0 0,-1 0 0,1-1 0,0 1 0,0 0 0,-1 0 0,1 0 0,-1 0 0,1 0 0,-1 0 0,1 0 0,-1 0 0,0 0 0,1 1 0,-1-1 0,0 2 0,6 38 0,-5-29 0,6 19 0,17 48 0,-5-21 0,-8-24 0,-6-17 0,0-1 0,-1 1 0,0 0 0,0 21 0,-1-13 0,1-1 0,1 1 0,10 29 0,-7-27 0,-1 1 0,3 33 0,4 15 0,-9-53 0,5 43 0,-8-44 0,9 38 0,-6-38 0,4 38 0,-7-41-262,1 0 0,8 27-1,-9-39-315,2 11-6248</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9T09:43:16.034"/>
    </inkml:context>
    <inkml:brush xml:id="br0">
      <inkml:brushProperty name="width" value="0.1" units="cm"/>
      <inkml:brushProperty name="height" value="0.1" units="cm"/>
      <inkml:brushProperty name="color" value="#E71224"/>
    </inkml:brush>
  </inkml:definitions>
  <inkml:trace contextRef="#ctx0" brushRef="#br0">22 357 24575,'-1'0'0,"0"0"0,-1-1 0,1 0 0,0 1 0,0-1 0,0 1 0,0-1 0,0 0 0,0 0 0,0 0 0,0 0 0,0 0 0,0 0 0,0 0 0,0 0 0,1 0 0,-1 0 0,0 0 0,1-1 0,-1 1 0,1 0 0,-1 0 0,1-1 0,0 1 0,-1 0 0,1-1 0,0 1 0,0 0 0,0 0 0,0-3 0,0-41 0,1 39 0,1 0 0,-1-1 0,1 1 0,0 0 0,0 0 0,1 0 0,-1 1 0,1-1 0,1 0 0,-1 1 0,8-8 0,0 1 0,1 1 0,1 0 0,17-11 0,-24 18 0,8-7 0,-4 4 0,0 0 0,1 0 0,-1 0 0,18-6 0,25-7 0,82-19 0,-94 30 0,-18 3 0,0 1 0,1 1 0,27 0 0,-19 3 0,94 2 0,-108 0 0,-1 1 0,0 1 0,0 1 0,-1 0 0,22 9 0,22 9 0,-39-15 0,0 0 0,-1 2 0,0 0 0,20 13 0,-2 2 0,-19-12 0,35 27 0,-48-33 0,-1-1 0,1 1 0,-1 0 0,0 0 0,-1 0 0,1 1 0,-1 0 0,0 0 0,3 10 0,0 2 0,0 0 0,-2 0 0,0 0 0,-2 0 0,3 31 0,-6-42 0,0-1 0,0 1 0,-1 0 0,0 0 0,0-1 0,-1 1 0,0-1 0,0 1 0,-1-1 0,0 0 0,0 0 0,-1 0 0,0 0 0,0 0 0,0-1 0,-10 11 0,-8 2 0,0-1 0,-1-1 0,-1-1 0,-37 18 0,41-22 0,-8 2 0,0-2 0,-1-1 0,-31 8 0,-6 2 0,49-16 0,1 0 0,-1-2 0,0 0 0,-31 1 0,-72-6 0,44 0 0,60 2-118,0 0-90,1 0 0,-1-1 0,1 0 0,0-1 1,-17-5-1,15 1-6618</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9T09:43:17.264"/>
    </inkml:context>
    <inkml:brush xml:id="br0">
      <inkml:brushProperty name="width" value="0.1" units="cm"/>
      <inkml:brushProperty name="height" value="0.1" units="cm"/>
      <inkml:brushProperty name="color" value="#E71224"/>
    </inkml:brush>
  </inkml:definitions>
  <inkml:trace contextRef="#ctx0" brushRef="#br0">2 1 24575,'-1'78'0,"3"89"0,2-138 0,1 0 0,12 34 0,6 35 0,13 90 0,-13-76 0,-11-61 0,-7-33 0,-1 0 0,3 34 0,-2-6 0,2 0 0,23 77 0,-22-94 0,24 83 0,-22-73 55,18 42 0,-16-47-792,15 60-1,-23-74-6088</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9T09:43:18.163"/>
    </inkml:context>
    <inkml:brush xml:id="br0">
      <inkml:brushProperty name="width" value="0.1" units="cm"/>
      <inkml:brushProperty name="height" value="0.1" units="cm"/>
      <inkml:brushProperty name="color" value="#E71224"/>
    </inkml:brush>
  </inkml:definitions>
  <inkml:trace contextRef="#ctx0" brushRef="#br0">3 1 24575,'-1'64'0,"0"-26"0,1 0 0,1-1 0,11 60 0,23 78 0,-14-71 0,5 26 0,35 89 0,14 53 0,-49-160 0,-19-72 0,16 44 0,-19-68-341,0 0 0,-1-1-1,2 21 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9T09:43:19.483"/>
    </inkml:context>
    <inkml:brush xml:id="br0">
      <inkml:brushProperty name="width" value="0.1" units="cm"/>
      <inkml:brushProperty name="height" value="0.1" units="cm"/>
      <inkml:brushProperty name="color" value="#E71224"/>
    </inkml:brush>
  </inkml:definitions>
  <inkml:trace contextRef="#ctx0" brushRef="#br0">1 221 24575,'1'-4'0,"0"-1"0,0 1 0,0-1 0,1 1 0,0 0 0,0 0 0,0 0 0,0 0 0,0 0 0,1 0 0,0 1 0,0-1 0,0 1 0,0 0 0,0 0 0,1 0 0,-1 0 0,8-4 0,2-2 0,0 1 0,2 0 0,-1 1 0,17-6 0,10-2 0,-13 3 0,-1 2 0,2 1 0,-1 1 0,1 2 0,1 0 0,30 0 0,-37 4 0,1 0 0,25-7 0,-24 4 0,46-4 0,-64 9 0,1-1 0,0 1 0,0 0 0,0 1 0,-1-1 0,1 2 0,0-1 0,-1 1 0,1 0 0,-1 1 0,1 0 0,-1 0 0,0 0 0,0 1 0,-1 0 0,1 0 0,-1 1 0,7 6 0,98 80 0,-89-71 0,0 1 0,-2 1 0,0 2 0,-2-1 0,23 39 0,3 11 0,-27-48 0,23 48 0,-19-28 0,-9-22 0,-1 1 0,-2 1 0,10 35 0,8 50 0,-17-64 0,-4-24 0,-2 1 0,0 0 0,0 25 0,-3-24 0,-1 0 0,-1 0 0,-8 40 0,6-54 0,1 0 0,-2 0 0,0 0 0,0-1 0,0 1 0,-1-1 0,-1-1 0,1 1 0,-2-1 0,1 0 0,-10 9 0,8-9 0,-1 0 0,0-1 0,0-1 0,-1 1 0,0-2 0,0 1 0,0-1 0,-1-1 0,0 0 0,0 0 0,0-1 0,0-1 0,0 1 0,-1-2 0,1 0 0,-23 0 0,10 0 0,1 1 0,-28 7 0,25-4 0,-43 3 0,-67-8-1365,113 0-5461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9T09:43:20.671"/>
    </inkml:context>
    <inkml:brush xml:id="br0">
      <inkml:brushProperty name="width" value="0.1" units="cm"/>
      <inkml:brushProperty name="height" value="0.1" units="cm"/>
      <inkml:brushProperty name="color" value="#E71224"/>
    </inkml:brush>
  </inkml:definitions>
  <inkml:trace contextRef="#ctx0" brushRef="#br0">1 84 24575,'0'-5'0,"0"1"0,0 0 0,0-1 0,1 1 0,-1 0 0,1-1 0,0 1 0,1 0 0,-1 0 0,3-5 0,-2 7 0,-1 0 0,1 0 0,0 0 0,0 0 0,0 0 0,0 0 0,0 0 0,0 1 0,1-1 0,-1 1 0,1 0 0,-1 0 0,1 0 0,-1 0 0,1 0 0,-1 0 0,5 0 0,3-1 0,0 1 0,1 0 0,-1 0 0,0 1 0,0 1 0,1-1 0,15 5 0,4 2 0,34 14 0,-9-3 0,-40-14 0,0 1 0,0 1 0,0 1 0,-1 0 0,0 0 0,14 11 0,-24-16 0,-1 1 0,1 0 0,-1 0 0,0 0 0,0 1 0,0-1 0,0 1 0,0-1 0,-1 1 0,1 0 0,-1 0 0,0 0 0,0 0 0,-1 1 0,1-1 0,-1 0 0,0 1 0,0-1 0,-1 1 0,1-1 0,-1 1 0,0-1 0,0 1 0,0-1 0,-2 8 0,-1-2 0,0 0 0,0 0 0,-1 0 0,0 0 0,-1-1 0,0 1 0,-1-1 0,0-1 0,0 1 0,-1-1 0,0 0 0,0 0 0,-1-1 0,-16 12 0,-6 1 0,0-1 0,-2-2 0,-34 14 0,59-28 0,-16 4 0,19-6 0,1-1 0,0 1 0,-1 0 0,1 0 0,0 0 0,0 1 0,0-1 0,0 1 0,0-1 0,0 1 0,0 0 0,-4 5 0,7-7 0,0 0 0,0 1 0,0-1 0,0 0 0,0 1 0,0-1 0,0 1 0,0-1 0,0 0 0,0 1 0,0-1 0,0 0 0,0 1 0,0-1 0,0 0 0,0 1 0,1-1 0,-1 0 0,0 1 0,0-1 0,0 0 0,1 1 0,-1-1 0,0 0 0,1 0 0,-1 1 0,0-1 0,0 0 0,1 0 0,-1 0 0,0 1 0,1-1 0,-1 0 0,0 0 0,1 0 0,-1 0 0,0 0 0,1 0 0,-1 0 0,1 0 0,-1 0 0,0 0 0,1 0 0,19 4 0,-20-4 0,77 5 0,90-7 0,-50 0 0,402 2 0,-540 0-1365,-1 0-5461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9T09:43:22.592"/>
    </inkml:context>
    <inkml:brush xml:id="br0">
      <inkml:brushProperty name="width" value="0.1" units="cm"/>
      <inkml:brushProperty name="height" value="0.1" units="cm"/>
      <inkml:brushProperty name="color" value="#E71224"/>
    </inkml:brush>
  </inkml:definitions>
  <inkml:trace contextRef="#ctx0" brushRef="#br0">132 0 24575,'5'2'0,"0"0"0,0 1 0,-1 0 0,1-1 0,-1 1 0,1 1 0,-1-1 0,0 1 0,-1-1 0,1 1 0,0 0 0,2 6 0,-3-7 0,0 1 0,-1-1 0,0 1 0,0-1 0,0 1 0,0 0 0,-1 0 0,0 0 0,0 0 0,0 0 0,0 0 0,0 1 0,-1-1 0,0 0 0,1 0 0,-2 0 0,1 1 0,0-1 0,-1 0 0,0 0 0,0 0 0,0 0 0,-1 0 0,1 0 0,-1 0 0,-3 5 0,1-3 0,-1 0 0,0 0 0,0 0 0,0 0 0,-1-1 0,0 0 0,0 0 0,0-1 0,0 1 0,-1-2 0,0 1 0,0 0 0,-12 3 0,-2 0 0,-62 25 0,99-28 0,11-2 0,10-3 0,26 2 0,0-4 0,83-13 0,-92 9-28,0 2 0,105 5 0,-72 2-1253,-64-2-5545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9T09:43:25.375"/>
    </inkml:context>
    <inkml:brush xml:id="br0">
      <inkml:brushProperty name="width" value="0.1" units="cm"/>
      <inkml:brushProperty name="height" value="0.1" units="cm"/>
      <inkml:brushProperty name="color" value="#E71224"/>
    </inkml:brush>
  </inkml:definitions>
  <inkml:trace contextRef="#ctx0" brushRef="#br0">1 0 24575,'4'0'0,"7"0"0,6 0 0,5 0 0,3 0 0,1 0 0,-2 0-8191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9T09:43:27.533"/>
    </inkml:context>
    <inkml:brush xml:id="br0">
      <inkml:brushProperty name="width" value="0.1" units="cm"/>
      <inkml:brushProperty name="height" value="0.1" units="cm"/>
      <inkml:brushProperty name="color" value="#E71224"/>
    </inkml:brush>
  </inkml:definitions>
  <inkml:trace contextRef="#ctx0" brushRef="#br0">1 0 24575,'4'0'0,"7"0"0,5 0 0,6 0 0,3 0 0,2 0 0,1 0 0,0 0 0,1 0 0,-1 0 0,-5 0-8191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9T09:43:29.080"/>
    </inkml:context>
    <inkml:brush xml:id="br0">
      <inkml:brushProperty name="width" value="0.1" units="cm"/>
      <inkml:brushProperty name="height" value="0.1" units="cm"/>
      <inkml:brushProperty name="color" value="#E71224"/>
    </inkml:brush>
  </inkml:definitions>
  <inkml:trace contextRef="#ctx0" brushRef="#br0">0 1 24575,'5'0'0,"5"0"0,7 0 0,4 0 0,4 0 0,2 0 0,1 0 0,1 0 0,-1 0 0,-4 0-8191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9T09:43:31.391"/>
    </inkml:context>
    <inkml:brush xml:id="br0">
      <inkml:brushProperty name="width" value="0.1" units="cm"/>
      <inkml:brushProperty name="height" value="0.1" units="cm"/>
      <inkml:brushProperty name="color" value="#E71224"/>
    </inkml:brush>
  </inkml:definitions>
  <inkml:trace contextRef="#ctx0" brushRef="#br0">0 1 24575,'5'0'0,"6"0"0,5 0 0,5 0 0,4 0 0,2 0 0,-3 0-8191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9T09:43:34.128"/>
    </inkml:context>
    <inkml:brush xml:id="br0">
      <inkml:brushProperty name="width" value="0.1" units="cm"/>
      <inkml:brushProperty name="height" value="0.1" units="cm"/>
      <inkml:brushProperty name="color" value="#E71224"/>
    </inkml:brush>
  </inkml:definitions>
  <inkml:trace contextRef="#ctx0" brushRef="#br0">0 1 24575,'5'0'0,"5"0"0,7 0 0,4 0 0,4 0 0,2 0 0,1 0 0,-4 0-8191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9T09:43:38.901"/>
    </inkml:context>
    <inkml:brush xml:id="br0">
      <inkml:brushProperty name="width" value="0.1" units="cm"/>
      <inkml:brushProperty name="height" value="0.1" units="cm"/>
      <inkml:brushProperty name="color" value="#E71224"/>
    </inkml:brush>
  </inkml:definitions>
  <inkml:trace contextRef="#ctx0" brushRef="#br0">0 0 24575,'5'0'0,"6"0"0,5 0 0,6 0 0,3 0 0,2 0 0,1 0 0,0 0 0,-4 0-8191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9T09:43:40.376"/>
    </inkml:context>
    <inkml:brush xml:id="br0">
      <inkml:brushProperty name="width" value="0.1" units="cm"/>
      <inkml:brushProperty name="height" value="0.1" units="cm"/>
      <inkml:brushProperty name="color" value="#E71224"/>
    </inkml:brush>
  </inkml:definitions>
  <inkml:trace contextRef="#ctx0" brushRef="#br0">1 1 24575,'4'0'0,"7"0"0,6 0 0,4 0 0,4 0 0,2 0 0,-4 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00025B-968F-4AB8-A123-732CBA9A067F}" type="datetimeFigureOut">
              <a:rPr lang="en-IN" smtClean="0"/>
              <a:t>19-01-2025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DC72E7-01A6-4798-8D04-E9AD6A028172}" type="slidenum">
              <a:rPr lang="en-IN" smtClean="0"/>
              <a:t>‹#›</a:t>
            </a:fld>
            <a:endParaRPr lang="en-IN"/>
          </a:p>
        </p:txBody>
      </p:sp>
    </p:spTree>
    <p:extLst>
      <p:ext uri="{BB962C8B-B14F-4D97-AF65-F5344CB8AC3E}">
        <p14:creationId xmlns:p14="http://schemas.microsoft.com/office/powerpoint/2010/main" val="9057939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85FBB-6B10-4765-B1D4-E598610B45A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FC7555F-EF95-4EEB-A632-3ACEC94D1B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AE81FC1-D330-43DF-85A4-9713006C4E41}"/>
              </a:ext>
            </a:extLst>
          </p:cNvPr>
          <p:cNvSpPr>
            <a:spLocks noGrp="1"/>
          </p:cNvSpPr>
          <p:nvPr>
            <p:ph type="dt" sz="half" idx="10"/>
          </p:nvPr>
        </p:nvSpPr>
        <p:spPr/>
        <p:txBody>
          <a:bodyPr/>
          <a:lstStyle/>
          <a:p>
            <a:fld id="{2D02CD68-F602-442D-9F57-4B4B4FE1B210}" type="datetime1">
              <a:rPr lang="en-IN" smtClean="0"/>
              <a:t>19-01-2025</a:t>
            </a:fld>
            <a:endParaRPr lang="en-IN"/>
          </a:p>
        </p:txBody>
      </p:sp>
      <p:sp>
        <p:nvSpPr>
          <p:cNvPr id="5" name="Footer Placeholder 4">
            <a:extLst>
              <a:ext uri="{FF2B5EF4-FFF2-40B4-BE49-F238E27FC236}">
                <a16:creationId xmlns:a16="http://schemas.microsoft.com/office/drawing/2014/main" id="{86C7DB5C-E255-4C79-B842-85F35B6B152C}"/>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9704C98D-7CCD-4AF3-A28E-63C765AE127D}"/>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2241044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7F20F-226C-44C6-924F-610E17489EA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1FC04D3-603E-45E1-BC15-C2419DDE0D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26EE79-8467-4732-BA30-4FB1AEA5AE7A}"/>
              </a:ext>
            </a:extLst>
          </p:cNvPr>
          <p:cNvSpPr>
            <a:spLocks noGrp="1"/>
          </p:cNvSpPr>
          <p:nvPr>
            <p:ph type="dt" sz="half" idx="10"/>
          </p:nvPr>
        </p:nvSpPr>
        <p:spPr/>
        <p:txBody>
          <a:bodyPr/>
          <a:lstStyle/>
          <a:p>
            <a:fld id="{53A4625C-5208-4050-98B8-EA5F8E41F629}" type="datetime1">
              <a:rPr lang="en-IN" smtClean="0"/>
              <a:t>19-01-2025</a:t>
            </a:fld>
            <a:endParaRPr lang="en-IN"/>
          </a:p>
        </p:txBody>
      </p:sp>
      <p:sp>
        <p:nvSpPr>
          <p:cNvPr id="5" name="Footer Placeholder 4">
            <a:extLst>
              <a:ext uri="{FF2B5EF4-FFF2-40B4-BE49-F238E27FC236}">
                <a16:creationId xmlns:a16="http://schemas.microsoft.com/office/drawing/2014/main" id="{AC97ADA7-6BC9-49F0-BD30-EA67FA9B608C}"/>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A490EF18-F33F-4A89-8F0A-8AA8992A41B3}"/>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2089425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A4357-CD8D-436E-8876-C93D4C9373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9CF6D4F-7782-4459-AB32-F5A5D16133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C855B7-4859-46C2-8A21-DA8C93FB874B}"/>
              </a:ext>
            </a:extLst>
          </p:cNvPr>
          <p:cNvSpPr>
            <a:spLocks noGrp="1"/>
          </p:cNvSpPr>
          <p:nvPr>
            <p:ph type="dt" sz="half" idx="10"/>
          </p:nvPr>
        </p:nvSpPr>
        <p:spPr/>
        <p:txBody>
          <a:bodyPr/>
          <a:lstStyle/>
          <a:p>
            <a:fld id="{622F23FE-7AD8-42CD-9011-E53A0E7478CE}" type="datetime1">
              <a:rPr lang="en-IN" smtClean="0"/>
              <a:t>19-01-2025</a:t>
            </a:fld>
            <a:endParaRPr lang="en-IN"/>
          </a:p>
        </p:txBody>
      </p:sp>
      <p:sp>
        <p:nvSpPr>
          <p:cNvPr id="5" name="Footer Placeholder 4">
            <a:extLst>
              <a:ext uri="{FF2B5EF4-FFF2-40B4-BE49-F238E27FC236}">
                <a16:creationId xmlns:a16="http://schemas.microsoft.com/office/drawing/2014/main" id="{0A04C77A-5956-4146-92FF-6C88E7C4695A}"/>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56D2035E-CA8D-4F67-8677-679942CE6668}"/>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3508240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EDC01-D39F-46C6-B1F5-45E438DCA02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3FCD2F-DCA5-4CCF-B943-24363AC23C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55F6FD3-D0E7-432C-8AA6-2C85B1E80B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77DD97F-BB99-46E4-A338-C5233A10BB06}"/>
              </a:ext>
            </a:extLst>
          </p:cNvPr>
          <p:cNvSpPr>
            <a:spLocks noGrp="1"/>
          </p:cNvSpPr>
          <p:nvPr>
            <p:ph type="dt" sz="half" idx="10"/>
          </p:nvPr>
        </p:nvSpPr>
        <p:spPr/>
        <p:txBody>
          <a:bodyPr/>
          <a:lstStyle/>
          <a:p>
            <a:fld id="{C7B93129-7358-4E87-9BD3-8B90B1C761C2}" type="datetime1">
              <a:rPr lang="en-IN" smtClean="0"/>
              <a:t>19-01-2025</a:t>
            </a:fld>
            <a:endParaRPr lang="en-IN"/>
          </a:p>
        </p:txBody>
      </p:sp>
      <p:sp>
        <p:nvSpPr>
          <p:cNvPr id="6" name="Footer Placeholder 5">
            <a:extLst>
              <a:ext uri="{FF2B5EF4-FFF2-40B4-BE49-F238E27FC236}">
                <a16:creationId xmlns:a16="http://schemas.microsoft.com/office/drawing/2014/main" id="{989B0763-6316-4843-AC6A-9A8A68CA0505}"/>
              </a:ext>
            </a:extLst>
          </p:cNvPr>
          <p:cNvSpPr>
            <a:spLocks noGrp="1"/>
          </p:cNvSpPr>
          <p:nvPr>
            <p:ph type="ftr" sz="quarter" idx="11"/>
          </p:nvPr>
        </p:nvSpPr>
        <p:spPr/>
        <p:txBody>
          <a:bodyPr/>
          <a:lstStyle/>
          <a:p>
            <a:r>
              <a:rPr lang="en-US"/>
              <a:t>Prepared By Dr K Badari Nath,  RV College Of Engg.</a:t>
            </a:r>
            <a:endParaRPr lang="en-IN"/>
          </a:p>
        </p:txBody>
      </p:sp>
      <p:sp>
        <p:nvSpPr>
          <p:cNvPr id="7" name="Slide Number Placeholder 6">
            <a:extLst>
              <a:ext uri="{FF2B5EF4-FFF2-40B4-BE49-F238E27FC236}">
                <a16:creationId xmlns:a16="http://schemas.microsoft.com/office/drawing/2014/main" id="{DA3CE640-E4C6-4B88-A8DA-38A9033DA3FA}"/>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3701378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FB83-6B10-4A64-B3BB-98CAC14D562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64E9DE2-792F-4BC0-A80A-EE029779A8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9AB455-C8CC-4950-BC91-ECB1997330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C6EE469-C945-4C43-8B79-88EE3725C3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CCC345-6EFF-4C29-9B73-78CE8E5E13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9D2137C-E752-4F84-ABD2-7FC8643F992A}"/>
              </a:ext>
            </a:extLst>
          </p:cNvPr>
          <p:cNvSpPr>
            <a:spLocks noGrp="1"/>
          </p:cNvSpPr>
          <p:nvPr>
            <p:ph type="dt" sz="half" idx="10"/>
          </p:nvPr>
        </p:nvSpPr>
        <p:spPr/>
        <p:txBody>
          <a:bodyPr/>
          <a:lstStyle/>
          <a:p>
            <a:fld id="{067F01AC-D578-439A-809F-A1895794A34E}" type="datetime1">
              <a:rPr lang="en-IN" smtClean="0"/>
              <a:t>19-01-2025</a:t>
            </a:fld>
            <a:endParaRPr lang="en-IN"/>
          </a:p>
        </p:txBody>
      </p:sp>
      <p:sp>
        <p:nvSpPr>
          <p:cNvPr id="8" name="Footer Placeholder 7">
            <a:extLst>
              <a:ext uri="{FF2B5EF4-FFF2-40B4-BE49-F238E27FC236}">
                <a16:creationId xmlns:a16="http://schemas.microsoft.com/office/drawing/2014/main" id="{6D3601E4-17F6-4FAE-A68B-F4BE405B6C14}"/>
              </a:ext>
            </a:extLst>
          </p:cNvPr>
          <p:cNvSpPr>
            <a:spLocks noGrp="1"/>
          </p:cNvSpPr>
          <p:nvPr>
            <p:ph type="ftr" sz="quarter" idx="11"/>
          </p:nvPr>
        </p:nvSpPr>
        <p:spPr/>
        <p:txBody>
          <a:bodyPr/>
          <a:lstStyle/>
          <a:p>
            <a:r>
              <a:rPr lang="en-US"/>
              <a:t>Prepared By Dr K Badari Nath,  RV College Of Engg.</a:t>
            </a:r>
            <a:endParaRPr lang="en-IN"/>
          </a:p>
        </p:txBody>
      </p:sp>
      <p:sp>
        <p:nvSpPr>
          <p:cNvPr id="9" name="Slide Number Placeholder 8">
            <a:extLst>
              <a:ext uri="{FF2B5EF4-FFF2-40B4-BE49-F238E27FC236}">
                <a16:creationId xmlns:a16="http://schemas.microsoft.com/office/drawing/2014/main" id="{4CAB9419-9D23-495C-8A1C-B6D8952DEF15}"/>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730548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0F1E3-F378-4BB8-B917-4BD77284D88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A920584-5CEE-4F64-B702-B4EC57D26955}"/>
              </a:ext>
            </a:extLst>
          </p:cNvPr>
          <p:cNvSpPr>
            <a:spLocks noGrp="1"/>
          </p:cNvSpPr>
          <p:nvPr>
            <p:ph type="dt" sz="half" idx="10"/>
          </p:nvPr>
        </p:nvSpPr>
        <p:spPr/>
        <p:txBody>
          <a:bodyPr/>
          <a:lstStyle/>
          <a:p>
            <a:fld id="{2D699B71-F42C-4B2E-9A60-C13BEB95DC03}" type="datetime1">
              <a:rPr lang="en-IN" smtClean="0"/>
              <a:t>19-01-2025</a:t>
            </a:fld>
            <a:endParaRPr lang="en-IN"/>
          </a:p>
        </p:txBody>
      </p:sp>
      <p:sp>
        <p:nvSpPr>
          <p:cNvPr id="4" name="Footer Placeholder 3">
            <a:extLst>
              <a:ext uri="{FF2B5EF4-FFF2-40B4-BE49-F238E27FC236}">
                <a16:creationId xmlns:a16="http://schemas.microsoft.com/office/drawing/2014/main" id="{5A1AA801-D588-4550-B954-A43548D8A5BE}"/>
              </a:ext>
            </a:extLst>
          </p:cNvPr>
          <p:cNvSpPr>
            <a:spLocks noGrp="1"/>
          </p:cNvSpPr>
          <p:nvPr>
            <p:ph type="ftr" sz="quarter" idx="11"/>
          </p:nvPr>
        </p:nvSpPr>
        <p:spPr/>
        <p:txBody>
          <a:bodyPr/>
          <a:lstStyle/>
          <a:p>
            <a:r>
              <a:rPr lang="en-US"/>
              <a:t>Prepared By Dr K Badari Nath,  RV College Of Engg.</a:t>
            </a:r>
            <a:endParaRPr lang="en-IN"/>
          </a:p>
        </p:txBody>
      </p:sp>
      <p:sp>
        <p:nvSpPr>
          <p:cNvPr id="5" name="Slide Number Placeholder 4">
            <a:extLst>
              <a:ext uri="{FF2B5EF4-FFF2-40B4-BE49-F238E27FC236}">
                <a16:creationId xmlns:a16="http://schemas.microsoft.com/office/drawing/2014/main" id="{C0A0DD41-C8FD-40BB-ACB6-0AF2BB1A1F1B}"/>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3478025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D717B2-71B4-4C0F-9115-D7F7F7C7B8FE}"/>
              </a:ext>
            </a:extLst>
          </p:cNvPr>
          <p:cNvSpPr>
            <a:spLocks noGrp="1"/>
          </p:cNvSpPr>
          <p:nvPr>
            <p:ph type="dt" sz="half" idx="10"/>
          </p:nvPr>
        </p:nvSpPr>
        <p:spPr/>
        <p:txBody>
          <a:bodyPr/>
          <a:lstStyle/>
          <a:p>
            <a:fld id="{84763768-C680-471C-990A-D5C5808EAE3B}" type="datetime1">
              <a:rPr lang="en-IN" smtClean="0"/>
              <a:t>19-01-2025</a:t>
            </a:fld>
            <a:endParaRPr lang="en-IN"/>
          </a:p>
        </p:txBody>
      </p:sp>
      <p:sp>
        <p:nvSpPr>
          <p:cNvPr id="3" name="Footer Placeholder 2">
            <a:extLst>
              <a:ext uri="{FF2B5EF4-FFF2-40B4-BE49-F238E27FC236}">
                <a16:creationId xmlns:a16="http://schemas.microsoft.com/office/drawing/2014/main" id="{C09F5609-A997-4AF2-B42F-F902B882036A}"/>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797BD6E9-BDB3-404A-BCF1-D8E0677477C1}"/>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685151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4E4A0-7895-4E52-BC0D-D4B8120B7B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69E0547-D743-4911-8648-4216EE6788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286E74B-EF54-4E60-8E9A-CE0B8BA59C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471B80-3F72-4134-9FE9-A57FE401FBEC}"/>
              </a:ext>
            </a:extLst>
          </p:cNvPr>
          <p:cNvSpPr>
            <a:spLocks noGrp="1"/>
          </p:cNvSpPr>
          <p:nvPr>
            <p:ph type="dt" sz="half" idx="10"/>
          </p:nvPr>
        </p:nvSpPr>
        <p:spPr/>
        <p:txBody>
          <a:bodyPr/>
          <a:lstStyle/>
          <a:p>
            <a:fld id="{F10447E5-04E7-4E2A-AB7B-D8999E7234F5}" type="datetime1">
              <a:rPr lang="en-IN" smtClean="0"/>
              <a:t>19-01-2025</a:t>
            </a:fld>
            <a:endParaRPr lang="en-IN"/>
          </a:p>
        </p:txBody>
      </p:sp>
      <p:sp>
        <p:nvSpPr>
          <p:cNvPr id="6" name="Footer Placeholder 5">
            <a:extLst>
              <a:ext uri="{FF2B5EF4-FFF2-40B4-BE49-F238E27FC236}">
                <a16:creationId xmlns:a16="http://schemas.microsoft.com/office/drawing/2014/main" id="{C6B8F800-B884-4690-8505-0E9CD7DD78F5}"/>
              </a:ext>
            </a:extLst>
          </p:cNvPr>
          <p:cNvSpPr>
            <a:spLocks noGrp="1"/>
          </p:cNvSpPr>
          <p:nvPr>
            <p:ph type="ftr" sz="quarter" idx="11"/>
          </p:nvPr>
        </p:nvSpPr>
        <p:spPr/>
        <p:txBody>
          <a:bodyPr/>
          <a:lstStyle/>
          <a:p>
            <a:r>
              <a:rPr lang="en-US"/>
              <a:t>Prepared By Dr K Badari Nath,  RV College Of Engg.</a:t>
            </a:r>
            <a:endParaRPr lang="en-IN"/>
          </a:p>
        </p:txBody>
      </p:sp>
      <p:sp>
        <p:nvSpPr>
          <p:cNvPr id="7" name="Slide Number Placeholder 6">
            <a:extLst>
              <a:ext uri="{FF2B5EF4-FFF2-40B4-BE49-F238E27FC236}">
                <a16:creationId xmlns:a16="http://schemas.microsoft.com/office/drawing/2014/main" id="{4F638766-C73C-4FFE-AEB6-D8F51D69F453}"/>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2235639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EFFA4-E406-42D6-9550-222E77C5CC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BE926F8-4D24-4D1E-A248-57EEF25B30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AAFB05F-F858-4389-A732-7C287E2A7B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7111B2-54DA-4B5C-B515-E431309C5C68}"/>
              </a:ext>
            </a:extLst>
          </p:cNvPr>
          <p:cNvSpPr>
            <a:spLocks noGrp="1"/>
          </p:cNvSpPr>
          <p:nvPr>
            <p:ph type="dt" sz="half" idx="10"/>
          </p:nvPr>
        </p:nvSpPr>
        <p:spPr/>
        <p:txBody>
          <a:bodyPr/>
          <a:lstStyle/>
          <a:p>
            <a:fld id="{02210BAA-E652-4C0E-9D5C-D2C7BD090680}" type="datetime1">
              <a:rPr lang="en-IN" smtClean="0"/>
              <a:t>19-01-2025</a:t>
            </a:fld>
            <a:endParaRPr lang="en-IN"/>
          </a:p>
        </p:txBody>
      </p:sp>
      <p:sp>
        <p:nvSpPr>
          <p:cNvPr id="6" name="Footer Placeholder 5">
            <a:extLst>
              <a:ext uri="{FF2B5EF4-FFF2-40B4-BE49-F238E27FC236}">
                <a16:creationId xmlns:a16="http://schemas.microsoft.com/office/drawing/2014/main" id="{2DDCA196-0B13-4226-B9CD-C01568A818CF}"/>
              </a:ext>
            </a:extLst>
          </p:cNvPr>
          <p:cNvSpPr>
            <a:spLocks noGrp="1"/>
          </p:cNvSpPr>
          <p:nvPr>
            <p:ph type="ftr" sz="quarter" idx="11"/>
          </p:nvPr>
        </p:nvSpPr>
        <p:spPr/>
        <p:txBody>
          <a:bodyPr/>
          <a:lstStyle/>
          <a:p>
            <a:r>
              <a:rPr lang="en-US"/>
              <a:t>Prepared By Dr K Badari Nath,  RV College Of Engg.</a:t>
            </a:r>
            <a:endParaRPr lang="en-IN"/>
          </a:p>
        </p:txBody>
      </p:sp>
      <p:sp>
        <p:nvSpPr>
          <p:cNvPr id="7" name="Slide Number Placeholder 6">
            <a:extLst>
              <a:ext uri="{FF2B5EF4-FFF2-40B4-BE49-F238E27FC236}">
                <a16:creationId xmlns:a16="http://schemas.microsoft.com/office/drawing/2014/main" id="{5C0E081F-0D3D-423C-8BF4-0110BF40DC52}"/>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1446356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F6E6B-49B8-4934-9F98-031D4F13A9B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EBC7CAA-6EC3-4F8F-BFF7-2DE455D893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DFFC5D-767D-470C-A822-22EC9FB331F2}"/>
              </a:ext>
            </a:extLst>
          </p:cNvPr>
          <p:cNvSpPr>
            <a:spLocks noGrp="1"/>
          </p:cNvSpPr>
          <p:nvPr>
            <p:ph type="dt" sz="half" idx="10"/>
          </p:nvPr>
        </p:nvSpPr>
        <p:spPr/>
        <p:txBody>
          <a:bodyPr/>
          <a:lstStyle/>
          <a:p>
            <a:fld id="{76485D97-93A5-41E2-B2DE-28316B336285}" type="datetime1">
              <a:rPr lang="en-IN" smtClean="0"/>
              <a:t>19-01-2025</a:t>
            </a:fld>
            <a:endParaRPr lang="en-IN"/>
          </a:p>
        </p:txBody>
      </p:sp>
      <p:sp>
        <p:nvSpPr>
          <p:cNvPr id="5" name="Footer Placeholder 4">
            <a:extLst>
              <a:ext uri="{FF2B5EF4-FFF2-40B4-BE49-F238E27FC236}">
                <a16:creationId xmlns:a16="http://schemas.microsoft.com/office/drawing/2014/main" id="{027BDF6D-A32A-48D5-AAC5-B041762A10F4}"/>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53D0F613-209D-4CEC-B2E8-F68CF0E2BF17}"/>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1278285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788483-7E35-4A37-8272-3BEB4088AC6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1C7394D-78E6-4B06-8AF2-ED7CBE65A3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4827AD-FFE6-49C4-A8AA-ACB07402CB83}"/>
              </a:ext>
            </a:extLst>
          </p:cNvPr>
          <p:cNvSpPr>
            <a:spLocks noGrp="1"/>
          </p:cNvSpPr>
          <p:nvPr>
            <p:ph type="dt" sz="half" idx="10"/>
          </p:nvPr>
        </p:nvSpPr>
        <p:spPr/>
        <p:txBody>
          <a:bodyPr/>
          <a:lstStyle/>
          <a:p>
            <a:fld id="{3A6713A0-70A8-4749-A08E-CE900212C2DA}" type="datetime1">
              <a:rPr lang="en-IN" smtClean="0"/>
              <a:t>19-01-2025</a:t>
            </a:fld>
            <a:endParaRPr lang="en-IN"/>
          </a:p>
        </p:txBody>
      </p:sp>
      <p:sp>
        <p:nvSpPr>
          <p:cNvPr id="5" name="Footer Placeholder 4">
            <a:extLst>
              <a:ext uri="{FF2B5EF4-FFF2-40B4-BE49-F238E27FC236}">
                <a16:creationId xmlns:a16="http://schemas.microsoft.com/office/drawing/2014/main" id="{CC738B0B-5A05-48C8-B4EC-C6F46310A3A5}"/>
              </a:ext>
            </a:extLst>
          </p:cNvPr>
          <p:cNvSpPr>
            <a:spLocks noGrp="1"/>
          </p:cNvSpPr>
          <p:nvPr>
            <p:ph type="ftr" sz="quarter" idx="11"/>
          </p:nvPr>
        </p:nvSpPr>
        <p:spPr/>
        <p:txBody>
          <a:body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C800F4C5-DDFB-4838-84E2-7FB32A0407A3}"/>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23484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A2E860-C0B1-4D74-B86A-B1A68E9A2C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B34395-CC14-4672-9177-8A8C802678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F39AEF-45BF-45A9-A01D-8A3FB7BA10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0DDBED-AD0B-496A-A7DE-8793DE7893D3}" type="datetime1">
              <a:rPr lang="en-IN" smtClean="0"/>
              <a:t>19-01-2025</a:t>
            </a:fld>
            <a:endParaRPr lang="en-IN"/>
          </a:p>
        </p:txBody>
      </p:sp>
      <p:sp>
        <p:nvSpPr>
          <p:cNvPr id="5" name="Footer Placeholder 4">
            <a:extLst>
              <a:ext uri="{FF2B5EF4-FFF2-40B4-BE49-F238E27FC236}">
                <a16:creationId xmlns:a16="http://schemas.microsoft.com/office/drawing/2014/main" id="{99D57279-8A49-457E-832B-E679E02EB8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Prepared By Dr K Badari Nath,  RV College Of Engg.</a:t>
            </a:r>
            <a:endParaRPr lang="en-IN"/>
          </a:p>
        </p:txBody>
      </p:sp>
      <p:sp>
        <p:nvSpPr>
          <p:cNvPr id="6" name="Slide Number Placeholder 5">
            <a:extLst>
              <a:ext uri="{FF2B5EF4-FFF2-40B4-BE49-F238E27FC236}">
                <a16:creationId xmlns:a16="http://schemas.microsoft.com/office/drawing/2014/main" id="{16B47146-650E-4058-A039-730239EB61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1A1374-4C1F-4D42-8836-504BF6B6184D}" type="slidenum">
              <a:rPr lang="en-IN" smtClean="0"/>
              <a:t>‹#›</a:t>
            </a:fld>
            <a:endParaRPr lang="en-IN"/>
          </a:p>
        </p:txBody>
      </p:sp>
    </p:spTree>
    <p:extLst>
      <p:ext uri="{BB962C8B-B14F-4D97-AF65-F5344CB8AC3E}">
        <p14:creationId xmlns:p14="http://schemas.microsoft.com/office/powerpoint/2010/main" val="26074023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3" Type="http://schemas.openxmlformats.org/officeDocument/2006/relationships/customXml" Target="../ink/ink6.xml"/><Relationship Id="rId18" Type="http://schemas.openxmlformats.org/officeDocument/2006/relationships/image" Target="../media/image16.png"/><Relationship Id="rId26" Type="http://schemas.openxmlformats.org/officeDocument/2006/relationships/image" Target="../media/image20.png"/><Relationship Id="rId39" Type="http://schemas.openxmlformats.org/officeDocument/2006/relationships/customXml" Target="../ink/ink19.xml"/><Relationship Id="rId21" Type="http://schemas.openxmlformats.org/officeDocument/2006/relationships/customXml" Target="../ink/ink10.xml"/><Relationship Id="rId34" Type="http://schemas.openxmlformats.org/officeDocument/2006/relationships/image" Target="../media/image24.png"/><Relationship Id="rId7" Type="http://schemas.openxmlformats.org/officeDocument/2006/relationships/customXml" Target="../ink/ink3.xml"/><Relationship Id="rId12" Type="http://schemas.openxmlformats.org/officeDocument/2006/relationships/image" Target="../media/image13.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customXml" Target="../ink/ink16.xml"/><Relationship Id="rId38" Type="http://schemas.openxmlformats.org/officeDocument/2006/relationships/image" Target="../media/image26.png"/><Relationship Id="rId2" Type="http://schemas.openxmlformats.org/officeDocument/2006/relationships/image" Target="../media/image8.png"/><Relationship Id="rId16" Type="http://schemas.openxmlformats.org/officeDocument/2006/relationships/image" Target="../media/image15.png"/><Relationship Id="rId20" Type="http://schemas.openxmlformats.org/officeDocument/2006/relationships/image" Target="../media/image17.png"/><Relationship Id="rId29" Type="http://schemas.openxmlformats.org/officeDocument/2006/relationships/customXml" Target="../ink/ink14.xml"/><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customXml" Target="../ink/ink5.xml"/><Relationship Id="rId24" Type="http://schemas.openxmlformats.org/officeDocument/2006/relationships/image" Target="../media/image19.png"/><Relationship Id="rId32" Type="http://schemas.openxmlformats.org/officeDocument/2006/relationships/image" Target="../media/image23.png"/><Relationship Id="rId37" Type="http://schemas.openxmlformats.org/officeDocument/2006/relationships/customXml" Target="../ink/ink18.xml"/><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21.png"/><Relationship Id="rId36"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customXml" Target="../ink/ink9.xml"/><Relationship Id="rId31" Type="http://schemas.openxmlformats.org/officeDocument/2006/relationships/customXml" Target="../ink/ink15.xml"/><Relationship Id="rId4" Type="http://schemas.openxmlformats.org/officeDocument/2006/relationships/image" Target="../media/image9.png"/><Relationship Id="rId9" Type="http://schemas.openxmlformats.org/officeDocument/2006/relationships/customXml" Target="../ink/ink4.xml"/><Relationship Id="rId14" Type="http://schemas.openxmlformats.org/officeDocument/2006/relationships/image" Target="../media/image14.png"/><Relationship Id="rId22" Type="http://schemas.openxmlformats.org/officeDocument/2006/relationships/image" Target="../media/image18.png"/><Relationship Id="rId27" Type="http://schemas.openxmlformats.org/officeDocument/2006/relationships/customXml" Target="../ink/ink13.xml"/><Relationship Id="rId30" Type="http://schemas.openxmlformats.org/officeDocument/2006/relationships/image" Target="../media/image22.png"/><Relationship Id="rId35" Type="http://schemas.openxmlformats.org/officeDocument/2006/relationships/customXml" Target="../ink/ink17.xml"/><Relationship Id="rId8" Type="http://schemas.openxmlformats.org/officeDocument/2006/relationships/image" Target="../media/image11.png"/><Relationship Id="rId3" Type="http://schemas.openxmlformats.org/officeDocument/2006/relationships/customXml" Target="../ink/ink1.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607454" y="1273247"/>
            <a:ext cx="11112321" cy="5262979"/>
          </a:xfrm>
          <a:prstGeom prst="rect">
            <a:avLst/>
          </a:prstGeom>
          <a:noFill/>
        </p:spPr>
        <p:txBody>
          <a:bodyPr wrap="square" rtlCol="0">
            <a:spAutoFit/>
          </a:bodyPr>
          <a:lstStyle/>
          <a:p>
            <a:pPr algn="just"/>
            <a:r>
              <a:rPr lang="en-IN" sz="2400" b="1" i="0" dirty="0">
                <a:solidFill>
                  <a:srgbClr val="FF0000"/>
                </a:solidFill>
                <a:effectLst/>
                <a:latin typeface="Myriad Pro"/>
              </a:rPr>
              <a:t>Unit 5 : </a:t>
            </a:r>
            <a:r>
              <a:rPr lang="en-US" sz="2400" b="1" u="sng" dirty="0">
                <a:effectLst/>
                <a:latin typeface="Calibri" panose="020F0502020204030204" pitchFamily="34" charset="0"/>
                <a:ea typeface="Times New Roman" panose="02020603050405020304" pitchFamily="18" charset="0"/>
                <a:cs typeface="Calibri" panose="020F0502020204030204" pitchFamily="34" charset="0"/>
              </a:rPr>
              <a:t>Basic Processing Unit</a:t>
            </a:r>
            <a:endParaRPr lang="en-IN" sz="2400" u="sng" dirty="0">
              <a:solidFill>
                <a:srgbClr val="FF0000"/>
              </a:solidFill>
              <a:effectLst/>
              <a:latin typeface="Calibri" panose="020F0502020204030204" pitchFamily="34" charset="0"/>
              <a:ea typeface="Times New Roman" panose="02020603050405020304" pitchFamily="18" charset="0"/>
              <a:cs typeface="Calibri" panose="020F0502020204030204" pitchFamily="34" charset="0"/>
            </a:endParaRPr>
          </a:p>
          <a:p>
            <a:r>
              <a:rPr lang="en-US" sz="2400" b="1" dirty="0">
                <a:effectLst/>
                <a:latin typeface="Calibri" panose="020F0502020204030204" pitchFamily="34" charset="0"/>
                <a:ea typeface="Times New Roman" panose="02020603050405020304" pitchFamily="18" charset="0"/>
                <a:cs typeface="Calibri" panose="020F0502020204030204" pitchFamily="34" charset="0"/>
              </a:rPr>
              <a:t>Fundamental Concepts, Instruction Execution, Hardware Components, Instruction Fetch and Execution Steps, Multiple-Bus Organization, Control Signals, Hardwired Control, Basic organization of a Microprogrammed Control Unit.</a:t>
            </a:r>
            <a:endParaRPr lang="en-IN" sz="2400" dirty="0">
              <a:solidFill>
                <a:srgbClr val="FF0000"/>
              </a:solidFill>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en-IN" sz="2400" u="sng" dirty="0">
                <a:solidFill>
                  <a:srgbClr val="FF0000"/>
                </a:solidFill>
              </a:rPr>
              <a:t>CIE/SEE Question solutions are included</a:t>
            </a:r>
          </a:p>
          <a:p>
            <a:pPr algn="just"/>
            <a:endParaRPr lang="en-IN" sz="2400" dirty="0">
              <a:solidFill>
                <a:srgbClr val="FF0000"/>
              </a:solidFill>
            </a:endParaRPr>
          </a:p>
          <a:p>
            <a:pPr marL="342900" indent="-342900" algn="just">
              <a:buFont typeface="Arial" panose="020B0604020202020204" pitchFamily="34" charset="0"/>
              <a:buChar char="•"/>
            </a:pPr>
            <a:r>
              <a:rPr lang="en-IN" sz="2400" dirty="0">
                <a:solidFill>
                  <a:srgbClr val="FF0000"/>
                </a:solidFill>
              </a:rPr>
              <a:t>Reference: Chapter – </a:t>
            </a:r>
            <a:r>
              <a:rPr lang="en-US" sz="2400" b="1" u="sng" dirty="0">
                <a:effectLst/>
                <a:latin typeface="Calibri" panose="020F0502020204030204" pitchFamily="34" charset="0"/>
                <a:ea typeface="Times New Roman" panose="02020603050405020304" pitchFamily="18" charset="0"/>
                <a:cs typeface="Calibri" panose="020F0502020204030204" pitchFamily="34" charset="0"/>
              </a:rPr>
              <a:t>Basic Processing Unit</a:t>
            </a:r>
            <a:endParaRPr lang="en-IN" sz="2400" dirty="0">
              <a:solidFill>
                <a:srgbClr val="FF0000"/>
              </a:solidFill>
            </a:endParaRPr>
          </a:p>
          <a:p>
            <a:pPr algn="just"/>
            <a:r>
              <a:rPr lang="en-IN" sz="2400" dirty="0">
                <a:solidFill>
                  <a:srgbClr val="FF0000"/>
                </a:solidFill>
              </a:rPr>
              <a:t>          (</a:t>
            </a:r>
            <a:r>
              <a:rPr lang="en-IN" sz="2400" dirty="0" err="1">
                <a:solidFill>
                  <a:srgbClr val="FF0000"/>
                </a:solidFill>
              </a:rPr>
              <a:t>Book:”Computer</a:t>
            </a:r>
            <a:r>
              <a:rPr lang="en-IN" sz="2400" dirty="0">
                <a:solidFill>
                  <a:srgbClr val="FF0000"/>
                </a:solidFill>
              </a:rPr>
              <a:t> Organization and Embedded Systems” by  Carl </a:t>
            </a:r>
            <a:r>
              <a:rPr lang="en-IN" sz="2400" dirty="0" err="1">
                <a:solidFill>
                  <a:srgbClr val="FF0000"/>
                </a:solidFill>
              </a:rPr>
              <a:t>Hamacher</a:t>
            </a:r>
            <a:r>
              <a:rPr lang="en-IN" sz="2400" dirty="0">
                <a:solidFill>
                  <a:srgbClr val="FF0000"/>
                </a:solidFill>
              </a:rPr>
              <a:t> )</a:t>
            </a:r>
          </a:p>
          <a:p>
            <a:pPr algn="just"/>
            <a:endParaRPr lang="en-IN" sz="2400" dirty="0">
              <a:solidFill>
                <a:srgbClr val="FF0000"/>
              </a:solidFill>
            </a:endParaRPr>
          </a:p>
          <a:p>
            <a:pPr algn="just"/>
            <a:r>
              <a:rPr lang="en-IN" sz="2400" dirty="0">
                <a:solidFill>
                  <a:srgbClr val="FF0000"/>
                </a:solidFill>
              </a:rPr>
              <a:t>       *https://www.youtube.com/@drkbadarinath4636</a:t>
            </a:r>
          </a:p>
          <a:p>
            <a:pPr algn="just"/>
            <a:r>
              <a:rPr lang="en-IN" sz="2400" dirty="0">
                <a:solidFill>
                  <a:srgbClr val="FF0000"/>
                </a:solidFill>
              </a:rPr>
              <a:t>                                    (for lecture videos)</a:t>
            </a:r>
          </a:p>
          <a:p>
            <a:pPr algn="just"/>
            <a:endParaRPr lang="en-US" dirty="0"/>
          </a:p>
          <a:p>
            <a:pPr algn="ctr"/>
            <a:r>
              <a:rPr lang="en-US" dirty="0">
                <a:solidFill>
                  <a:srgbClr val="0070C0"/>
                </a:solidFill>
              </a:rPr>
              <a:t>In this presentation we focus on the processing unit, which executes machine-language instructions and coordinates the activities of other units in a computer. We examine its internal structure and show how it performs the tasks of fetching, decoding, and executing such instructions.</a:t>
            </a:r>
            <a:endParaRPr lang="en-IN" dirty="0">
              <a:solidFill>
                <a:srgbClr val="0070C0"/>
              </a:solidFill>
            </a:endParaRPr>
          </a:p>
        </p:txBody>
      </p:sp>
      <p:sp>
        <p:nvSpPr>
          <p:cNvPr id="2" name="Footer Placeholder 1">
            <a:extLst>
              <a:ext uri="{FF2B5EF4-FFF2-40B4-BE49-F238E27FC236}">
                <a16:creationId xmlns:a16="http://schemas.microsoft.com/office/drawing/2014/main" id="{583FB778-E064-C1D2-073B-43B2A1352C5B}"/>
              </a:ext>
            </a:extLst>
          </p:cNvPr>
          <p:cNvSpPr>
            <a:spLocks noGrp="1"/>
          </p:cNvSpPr>
          <p:nvPr>
            <p:ph type="ftr" sz="quarter" idx="11"/>
          </p:nvPr>
        </p:nvSpPr>
        <p:spPr/>
        <p:txBody>
          <a:bodyPr/>
          <a:lstStyle/>
          <a:p>
            <a:r>
              <a:rPr lang="en-US"/>
              <a:t>Prepared By Dr K Badari Nath,  RV College Of Engg.</a:t>
            </a:r>
            <a:endParaRPr lang="en-IN"/>
          </a:p>
        </p:txBody>
      </p:sp>
      <p:sp>
        <p:nvSpPr>
          <p:cNvPr id="3" name="Slide Number Placeholder 2">
            <a:extLst>
              <a:ext uri="{FF2B5EF4-FFF2-40B4-BE49-F238E27FC236}">
                <a16:creationId xmlns:a16="http://schemas.microsoft.com/office/drawing/2014/main" id="{6084989F-402C-7069-D035-48101F8BC372}"/>
              </a:ext>
            </a:extLst>
          </p:cNvPr>
          <p:cNvSpPr>
            <a:spLocks noGrp="1"/>
          </p:cNvSpPr>
          <p:nvPr>
            <p:ph type="sldNum" sz="quarter" idx="12"/>
          </p:nvPr>
        </p:nvSpPr>
        <p:spPr/>
        <p:txBody>
          <a:bodyPr/>
          <a:lstStyle/>
          <a:p>
            <a:fld id="{E01A1374-4C1F-4D42-8836-504BF6B6184D}" type="slidenum">
              <a:rPr lang="en-IN" smtClean="0"/>
              <a:t>1</a:t>
            </a:fld>
            <a:endParaRPr lang="en-IN"/>
          </a:p>
        </p:txBody>
      </p:sp>
      <p:sp>
        <p:nvSpPr>
          <p:cNvPr id="5" name="TextBox 4">
            <a:extLst>
              <a:ext uri="{FF2B5EF4-FFF2-40B4-BE49-F238E27FC236}">
                <a16:creationId xmlns:a16="http://schemas.microsoft.com/office/drawing/2014/main" id="{2398A3F2-2802-DC75-3B20-1B1B3747A731}"/>
              </a:ext>
            </a:extLst>
          </p:cNvPr>
          <p:cNvSpPr txBox="1"/>
          <p:nvPr/>
        </p:nvSpPr>
        <p:spPr>
          <a:xfrm>
            <a:off x="1730062" y="0"/>
            <a:ext cx="8731876" cy="646331"/>
          </a:xfrm>
          <a:prstGeom prst="rect">
            <a:avLst/>
          </a:prstGeom>
          <a:noFill/>
        </p:spPr>
        <p:txBody>
          <a:bodyPr wrap="square" rtlCol="0">
            <a:spAutoFit/>
          </a:bodyPr>
          <a:lstStyle/>
          <a:p>
            <a:pPr algn="ctr"/>
            <a:r>
              <a:rPr lang="en-IN" dirty="0">
                <a:solidFill>
                  <a:srgbClr val="0070C0"/>
                </a:solidFill>
              </a:rPr>
              <a:t>Prepared by Dr K </a:t>
            </a:r>
            <a:r>
              <a:rPr lang="en-IN" dirty="0" err="1">
                <a:solidFill>
                  <a:srgbClr val="0070C0"/>
                </a:solidFill>
              </a:rPr>
              <a:t>Badari</a:t>
            </a:r>
            <a:r>
              <a:rPr lang="en-IN" dirty="0">
                <a:solidFill>
                  <a:srgbClr val="0070C0"/>
                </a:solidFill>
              </a:rPr>
              <a:t> Nath, Associate Professor,</a:t>
            </a:r>
          </a:p>
          <a:p>
            <a:pPr algn="ctr"/>
            <a:r>
              <a:rPr lang="en-IN" dirty="0">
                <a:solidFill>
                  <a:srgbClr val="0070C0"/>
                </a:solidFill>
              </a:rPr>
              <a:t>Computer Science &amp; Engineering, RV College Of Engineering</a:t>
            </a:r>
          </a:p>
        </p:txBody>
      </p:sp>
      <p:sp>
        <p:nvSpPr>
          <p:cNvPr id="6" name="TextBox 5">
            <a:extLst>
              <a:ext uri="{FF2B5EF4-FFF2-40B4-BE49-F238E27FC236}">
                <a16:creationId xmlns:a16="http://schemas.microsoft.com/office/drawing/2014/main" id="{34CC07A0-B222-D269-ED68-E83819E9922E}"/>
              </a:ext>
            </a:extLst>
          </p:cNvPr>
          <p:cNvSpPr txBox="1"/>
          <p:nvPr/>
        </p:nvSpPr>
        <p:spPr>
          <a:xfrm>
            <a:off x="1513268" y="688472"/>
            <a:ext cx="10071278" cy="584775"/>
          </a:xfrm>
          <a:prstGeom prst="rect">
            <a:avLst/>
          </a:prstGeom>
          <a:noFill/>
        </p:spPr>
        <p:txBody>
          <a:bodyPr wrap="square" rtlCol="0">
            <a:spAutoFit/>
          </a:bodyPr>
          <a:lstStyle/>
          <a:p>
            <a:r>
              <a:rPr lang="en-IN" sz="3200" b="1" dirty="0">
                <a:solidFill>
                  <a:srgbClr val="FF0000"/>
                </a:solidFill>
              </a:rPr>
              <a:t>FCSD – Foundations Of Computer System Design</a:t>
            </a:r>
          </a:p>
        </p:txBody>
      </p:sp>
      <p:cxnSp>
        <p:nvCxnSpPr>
          <p:cNvPr id="8" name="Straight Connector 7">
            <a:extLst>
              <a:ext uri="{FF2B5EF4-FFF2-40B4-BE49-F238E27FC236}">
                <a16:creationId xmlns:a16="http://schemas.microsoft.com/office/drawing/2014/main" id="{B9C4876B-FDAA-9894-0DC8-F799E299BBD6}"/>
              </a:ext>
            </a:extLst>
          </p:cNvPr>
          <p:cNvCxnSpPr/>
          <p:nvPr/>
        </p:nvCxnSpPr>
        <p:spPr>
          <a:xfrm>
            <a:off x="721217" y="5550794"/>
            <a:ext cx="10863329" cy="0"/>
          </a:xfrm>
          <a:prstGeom prst="line">
            <a:avLst/>
          </a:prstGeom>
          <a:ln w="38100">
            <a:headEnd type="none" w="med" len="med"/>
            <a:tailEnd type="none" w="med" len="med"/>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204272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2</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 name="Picture 5">
            <a:extLst>
              <a:ext uri="{FF2B5EF4-FFF2-40B4-BE49-F238E27FC236}">
                <a16:creationId xmlns:a16="http://schemas.microsoft.com/office/drawing/2014/main" id="{70F6928E-DA26-1975-4D8D-C6A1F6F5037C}"/>
              </a:ext>
            </a:extLst>
          </p:cNvPr>
          <p:cNvPicPr>
            <a:picLocks noChangeAspect="1"/>
          </p:cNvPicPr>
          <p:nvPr/>
        </p:nvPicPr>
        <p:blipFill>
          <a:blip r:embed="rId2"/>
          <a:stretch>
            <a:fillRect/>
          </a:stretch>
        </p:blipFill>
        <p:spPr>
          <a:xfrm>
            <a:off x="6056577" y="165834"/>
            <a:ext cx="6089275" cy="3837512"/>
          </a:xfrm>
          <a:prstGeom prst="rect">
            <a:avLst/>
          </a:prstGeom>
        </p:spPr>
      </p:pic>
      <p:sp>
        <p:nvSpPr>
          <p:cNvPr id="8" name="TextBox 7">
            <a:extLst>
              <a:ext uri="{FF2B5EF4-FFF2-40B4-BE49-F238E27FC236}">
                <a16:creationId xmlns:a16="http://schemas.microsoft.com/office/drawing/2014/main" id="{1C44DE99-79C9-9171-6EE6-99748E2A5B95}"/>
              </a:ext>
            </a:extLst>
          </p:cNvPr>
          <p:cNvSpPr txBox="1"/>
          <p:nvPr/>
        </p:nvSpPr>
        <p:spPr>
          <a:xfrm>
            <a:off x="46148" y="310093"/>
            <a:ext cx="6264500" cy="6555641"/>
          </a:xfrm>
          <a:prstGeom prst="rect">
            <a:avLst/>
          </a:prstGeom>
          <a:noFill/>
        </p:spPr>
        <p:txBody>
          <a:bodyPr wrap="square">
            <a:spAutoFit/>
          </a:bodyPr>
          <a:lstStyle/>
          <a:p>
            <a:r>
              <a:rPr lang="en-US" sz="2000" dirty="0"/>
              <a:t>The maximum size of the memory that can be used in any computer is determined by the addressing scheme. For example, a computer that generates 16-bit addresses is capable of addressing up to 2power16 = 64K (kilo) memory locations. Machines whose instructions generate 32-bit addresses can utilize a memory that contains up to 2power32 = 4G (giga) locations, whereas machines with 64-bit addresses can access up to 2power64 = 16E (</a:t>
            </a:r>
            <a:r>
              <a:rPr lang="en-US" sz="2000" dirty="0" err="1"/>
              <a:t>exa</a:t>
            </a:r>
            <a:r>
              <a:rPr lang="en-US" sz="2000" dirty="0"/>
              <a:t>) ≈ 16 × 1018 locations. The number of locations represents the size of the address space of the computer.</a:t>
            </a:r>
          </a:p>
          <a:p>
            <a:endParaRPr lang="en-US" sz="2000" dirty="0"/>
          </a:p>
          <a:p>
            <a:r>
              <a:rPr lang="en-US" sz="2000" dirty="0"/>
              <a:t>The connection between the processor and its memory consists of address, data, and control lines. The processor uses the address lines to specify the memory location involved in a data transfer operation, and uses the data lines to transfer the data. At the same time, the control lines carry the command indicating a Read or a Write operation and whether a byte or a word is to be transferred. The control lines also provide the necessary timing information and are used by the memory to indicate when it has completed the requested operation. </a:t>
            </a:r>
            <a:endParaRPr lang="en-IN" sz="2000" dirty="0"/>
          </a:p>
        </p:txBody>
      </p:sp>
      <p:sp>
        <p:nvSpPr>
          <p:cNvPr id="12" name="TextBox 11">
            <a:extLst>
              <a:ext uri="{FF2B5EF4-FFF2-40B4-BE49-F238E27FC236}">
                <a16:creationId xmlns:a16="http://schemas.microsoft.com/office/drawing/2014/main" id="{7AC17989-7253-17AE-8EDC-22E4038A1C93}"/>
              </a:ext>
            </a:extLst>
          </p:cNvPr>
          <p:cNvSpPr txBox="1"/>
          <p:nvPr/>
        </p:nvSpPr>
        <p:spPr>
          <a:xfrm>
            <a:off x="46148" y="-155864"/>
            <a:ext cx="10071278" cy="584775"/>
          </a:xfrm>
          <a:prstGeom prst="rect">
            <a:avLst/>
          </a:prstGeom>
          <a:noFill/>
        </p:spPr>
        <p:txBody>
          <a:bodyPr wrap="square" rtlCol="0">
            <a:spAutoFit/>
          </a:bodyPr>
          <a:lstStyle/>
          <a:p>
            <a:r>
              <a:rPr lang="en-IN" sz="3200" b="1" dirty="0">
                <a:solidFill>
                  <a:srgbClr val="FF0000"/>
                </a:solidFill>
              </a:rPr>
              <a:t>Processor &amp; Memory  Interface</a:t>
            </a:r>
          </a:p>
        </p:txBody>
      </p:sp>
    </p:spTree>
    <p:extLst>
      <p:ext uri="{BB962C8B-B14F-4D97-AF65-F5344CB8AC3E}">
        <p14:creationId xmlns:p14="http://schemas.microsoft.com/office/powerpoint/2010/main" val="31334277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3</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TextBox 4">
            <a:extLst>
              <a:ext uri="{FF2B5EF4-FFF2-40B4-BE49-F238E27FC236}">
                <a16:creationId xmlns:a16="http://schemas.microsoft.com/office/drawing/2014/main" id="{74CFDB4E-0575-DA21-9388-084DD48AECBD}"/>
              </a:ext>
            </a:extLst>
          </p:cNvPr>
          <p:cNvSpPr txBox="1"/>
          <p:nvPr/>
        </p:nvSpPr>
        <p:spPr>
          <a:xfrm>
            <a:off x="128789" y="522891"/>
            <a:ext cx="12063211" cy="6647974"/>
          </a:xfrm>
          <a:prstGeom prst="rect">
            <a:avLst/>
          </a:prstGeom>
          <a:noFill/>
        </p:spPr>
        <p:txBody>
          <a:bodyPr wrap="square">
            <a:spAutoFit/>
          </a:bodyPr>
          <a:lstStyle/>
          <a:p>
            <a:r>
              <a:rPr lang="en-US" sz="2400" dirty="0"/>
              <a:t>The processor uses the program counter, PC, to keep track of the address of the next instruction to be fetched and executed. After fetching an instruction, the contents of the PC are updated to point to the next instruction in sequence. </a:t>
            </a:r>
          </a:p>
          <a:p>
            <a:r>
              <a:rPr lang="en-US" sz="2400" dirty="0"/>
              <a:t>When an instruction is fetched, it is placed in the instruction register, IR, from where it is interpreted, or decoded, by the processor’s control circuitry. </a:t>
            </a:r>
          </a:p>
          <a:p>
            <a:endParaRPr lang="en-US" sz="2400" dirty="0"/>
          </a:p>
          <a:p>
            <a:r>
              <a:rPr lang="en-US" sz="2400" dirty="0"/>
              <a:t>Consider a 32-bit computer in which each instruction is contained in one word in the memory, as in RISC-style instruction set architecture. To execute an instruction, the processor has to perform the following steps</a:t>
            </a:r>
          </a:p>
          <a:p>
            <a:pPr lvl="1"/>
            <a:r>
              <a:rPr lang="en-US" sz="2400" dirty="0">
                <a:solidFill>
                  <a:srgbClr val="0070C0"/>
                </a:solidFill>
              </a:rPr>
              <a:t>1. Fetch the contents of the memory location pointed to by the PC. The contents of this</a:t>
            </a:r>
          </a:p>
          <a:p>
            <a:pPr lvl="1"/>
            <a:r>
              <a:rPr lang="en-US" sz="2400" dirty="0">
                <a:solidFill>
                  <a:srgbClr val="0070C0"/>
                </a:solidFill>
              </a:rPr>
              <a:t>location are the instruction to be executed; hence they are loaded into the IR. In</a:t>
            </a:r>
          </a:p>
          <a:p>
            <a:pPr lvl="1"/>
            <a:r>
              <a:rPr lang="en-US" sz="2400" dirty="0">
                <a:solidFill>
                  <a:srgbClr val="0070C0"/>
                </a:solidFill>
              </a:rPr>
              <a:t>register transfer notation, the required action is</a:t>
            </a:r>
          </a:p>
          <a:p>
            <a:pPr lvl="1"/>
            <a:r>
              <a:rPr lang="en-US" sz="2400" dirty="0">
                <a:solidFill>
                  <a:srgbClr val="0070C0"/>
                </a:solidFill>
              </a:rPr>
              <a:t>IR ← [[PC]]</a:t>
            </a:r>
          </a:p>
          <a:p>
            <a:pPr lvl="1"/>
            <a:r>
              <a:rPr lang="en-US" sz="2400" dirty="0">
                <a:solidFill>
                  <a:srgbClr val="0070C0"/>
                </a:solidFill>
              </a:rPr>
              <a:t>2. Increment the PC to point to the next instruction. Assuming that the memory is byte</a:t>
            </a:r>
          </a:p>
          <a:p>
            <a:pPr lvl="1"/>
            <a:r>
              <a:rPr lang="en-US" sz="2400" dirty="0">
                <a:solidFill>
                  <a:srgbClr val="0070C0"/>
                </a:solidFill>
              </a:rPr>
              <a:t>addressable, the PC is incremented by 4; that is</a:t>
            </a:r>
          </a:p>
          <a:p>
            <a:pPr lvl="1"/>
            <a:r>
              <a:rPr lang="en-US" sz="2400" dirty="0">
                <a:solidFill>
                  <a:srgbClr val="0070C0"/>
                </a:solidFill>
              </a:rPr>
              <a:t>PC ← [PC] + 4</a:t>
            </a:r>
          </a:p>
          <a:p>
            <a:pPr lvl="1"/>
            <a:r>
              <a:rPr lang="en-US" sz="2400" dirty="0">
                <a:solidFill>
                  <a:srgbClr val="0070C0"/>
                </a:solidFill>
              </a:rPr>
              <a:t>3. Carry out the operation specified by the instruction in the IR.</a:t>
            </a:r>
          </a:p>
          <a:p>
            <a:endParaRPr lang="en-IN" dirty="0"/>
          </a:p>
        </p:txBody>
      </p:sp>
      <p:sp>
        <p:nvSpPr>
          <p:cNvPr id="9" name="TextBox 8">
            <a:extLst>
              <a:ext uri="{FF2B5EF4-FFF2-40B4-BE49-F238E27FC236}">
                <a16:creationId xmlns:a16="http://schemas.microsoft.com/office/drawing/2014/main" id="{5D2BA837-AD4D-C8B2-3180-1B0D9EB1B4C1}"/>
              </a:ext>
            </a:extLst>
          </p:cNvPr>
          <p:cNvSpPr txBox="1"/>
          <p:nvPr/>
        </p:nvSpPr>
        <p:spPr>
          <a:xfrm>
            <a:off x="3832538" y="20615"/>
            <a:ext cx="6149662" cy="584775"/>
          </a:xfrm>
          <a:prstGeom prst="rect">
            <a:avLst/>
          </a:prstGeom>
          <a:noFill/>
        </p:spPr>
        <p:txBody>
          <a:bodyPr wrap="square">
            <a:spAutoFit/>
          </a:bodyPr>
          <a:lstStyle/>
          <a:p>
            <a:r>
              <a:rPr lang="en-US" sz="3200" b="1" dirty="0">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Fundamental Concepts</a:t>
            </a:r>
            <a:endParaRPr lang="en-IN" sz="3200" dirty="0">
              <a:solidFill>
                <a:srgbClr val="FF0000"/>
              </a:solidFill>
            </a:endParaRPr>
          </a:p>
        </p:txBody>
      </p:sp>
    </p:spTree>
    <p:extLst>
      <p:ext uri="{BB962C8B-B14F-4D97-AF65-F5344CB8AC3E}">
        <p14:creationId xmlns:p14="http://schemas.microsoft.com/office/powerpoint/2010/main" val="3916286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4</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7" name="TextBox 6">
            <a:extLst>
              <a:ext uri="{FF2B5EF4-FFF2-40B4-BE49-F238E27FC236}">
                <a16:creationId xmlns:a16="http://schemas.microsoft.com/office/drawing/2014/main" id="{AEB203FB-6213-0F1A-9BB5-6E39B94E934D}"/>
              </a:ext>
            </a:extLst>
          </p:cNvPr>
          <p:cNvSpPr txBox="1"/>
          <p:nvPr/>
        </p:nvSpPr>
        <p:spPr>
          <a:xfrm>
            <a:off x="515155" y="674161"/>
            <a:ext cx="11629623" cy="1569660"/>
          </a:xfrm>
          <a:prstGeom prst="rect">
            <a:avLst/>
          </a:prstGeom>
          <a:noFill/>
        </p:spPr>
        <p:txBody>
          <a:bodyPr wrap="square">
            <a:spAutoFit/>
          </a:bodyPr>
          <a:lstStyle/>
          <a:p>
            <a:r>
              <a:rPr lang="en-US" sz="2400" dirty="0"/>
              <a:t>Fetching an instruction and loading it into the IR is usually referred to as the </a:t>
            </a:r>
            <a:r>
              <a:rPr lang="en-US" sz="2400" dirty="0">
                <a:solidFill>
                  <a:srgbClr val="FF0000"/>
                </a:solidFill>
              </a:rPr>
              <a:t>instruction</a:t>
            </a:r>
          </a:p>
          <a:p>
            <a:r>
              <a:rPr lang="en-US" sz="2400" dirty="0">
                <a:solidFill>
                  <a:srgbClr val="FF0000"/>
                </a:solidFill>
              </a:rPr>
              <a:t>fetch phase</a:t>
            </a:r>
            <a:r>
              <a:rPr lang="en-US" sz="2400" dirty="0"/>
              <a:t>. Performing the operation specified in the instruction constitutes the </a:t>
            </a:r>
            <a:r>
              <a:rPr lang="en-US" sz="2400" dirty="0">
                <a:solidFill>
                  <a:srgbClr val="FF0000"/>
                </a:solidFill>
              </a:rPr>
              <a:t>instruction execution phase.</a:t>
            </a:r>
          </a:p>
          <a:p>
            <a:endParaRPr lang="en-US" sz="2400" dirty="0"/>
          </a:p>
        </p:txBody>
      </p:sp>
      <p:pic>
        <p:nvPicPr>
          <p:cNvPr id="8" name="Picture 7">
            <a:extLst>
              <a:ext uri="{FF2B5EF4-FFF2-40B4-BE49-F238E27FC236}">
                <a16:creationId xmlns:a16="http://schemas.microsoft.com/office/drawing/2014/main" id="{2A26F963-0406-0576-573B-80B39EE4CA6C}"/>
              </a:ext>
            </a:extLst>
          </p:cNvPr>
          <p:cNvPicPr>
            <a:picLocks noChangeAspect="1"/>
          </p:cNvPicPr>
          <p:nvPr/>
        </p:nvPicPr>
        <p:blipFill>
          <a:blip r:embed="rId2"/>
          <a:stretch>
            <a:fillRect/>
          </a:stretch>
        </p:blipFill>
        <p:spPr>
          <a:xfrm>
            <a:off x="2753932" y="1946199"/>
            <a:ext cx="6684135" cy="4410151"/>
          </a:xfrm>
          <a:prstGeom prst="rect">
            <a:avLst/>
          </a:prstGeom>
        </p:spPr>
      </p:pic>
    </p:spTree>
    <p:extLst>
      <p:ext uri="{BB962C8B-B14F-4D97-AF65-F5344CB8AC3E}">
        <p14:creationId xmlns:p14="http://schemas.microsoft.com/office/powerpoint/2010/main" val="2272321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5</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TextBox 2">
            <a:extLst>
              <a:ext uri="{FF2B5EF4-FFF2-40B4-BE49-F238E27FC236}">
                <a16:creationId xmlns:a16="http://schemas.microsoft.com/office/drawing/2014/main" id="{07856038-5CD0-23F1-66D2-43869C31F5B9}"/>
              </a:ext>
            </a:extLst>
          </p:cNvPr>
          <p:cNvSpPr txBox="1"/>
          <p:nvPr/>
        </p:nvSpPr>
        <p:spPr>
          <a:xfrm>
            <a:off x="0" y="389549"/>
            <a:ext cx="6535693" cy="6463308"/>
          </a:xfrm>
          <a:prstGeom prst="rect">
            <a:avLst/>
          </a:prstGeom>
          <a:noFill/>
        </p:spPr>
        <p:txBody>
          <a:bodyPr wrap="square" rtlCol="0">
            <a:spAutoFit/>
          </a:bodyPr>
          <a:lstStyle/>
          <a:p>
            <a:pPr marL="285750" indent="-285750">
              <a:buFont typeface="Arial" panose="020B0604020202020204" pitchFamily="34" charset="0"/>
              <a:buChar char="•"/>
            </a:pPr>
            <a:r>
              <a:rPr lang="en-IN" dirty="0"/>
              <a:t>Figure shown an organization in which the arithmetic and logic unit (ALU) and all the registers are interconnected via a single common bus. This internal bus is different from the external bus which connects processor and memory. </a:t>
            </a:r>
          </a:p>
          <a:p>
            <a:pPr marL="285750" indent="-285750">
              <a:buFont typeface="Arial" panose="020B0604020202020204" pitchFamily="34" charset="0"/>
              <a:buChar char="•"/>
            </a:pPr>
            <a:r>
              <a:rPr lang="en-IN" dirty="0"/>
              <a:t>The data and address lines of the external memory bus are connected to the internal bus via MAR and MDR registers respectively. MDR – Memory data register, has two inputs and outputs, data may be loaded either from external bus or from internal bus, also the data stored in MDR may be placed on either bus. MAR – Memory address register, the input is connected to internal bus, o/p is connected to external bus.</a:t>
            </a:r>
          </a:p>
          <a:p>
            <a:pPr marL="285750" indent="-285750">
              <a:buFont typeface="Arial" panose="020B0604020202020204" pitchFamily="34" charset="0"/>
              <a:buChar char="•"/>
            </a:pPr>
            <a:r>
              <a:rPr lang="en-IN" dirty="0"/>
              <a:t>The control lines of the memory bus are connected to instruction decoder and control logic block</a:t>
            </a:r>
          </a:p>
          <a:p>
            <a:pPr marL="285750" indent="-285750">
              <a:buFont typeface="Arial" panose="020B0604020202020204" pitchFamily="34" charset="0"/>
              <a:buChar char="•"/>
            </a:pPr>
            <a:r>
              <a:rPr lang="en-IN" dirty="0"/>
              <a:t>Registers R0 –Rn are for the programmer, registers Y,Z and TEMP are for temporary storage during the execution, not for programmer usage.</a:t>
            </a:r>
          </a:p>
          <a:p>
            <a:pPr marL="285750" indent="-285750">
              <a:buFont typeface="Arial" panose="020B0604020202020204" pitchFamily="34" charset="0"/>
              <a:buChar char="•"/>
            </a:pPr>
            <a:r>
              <a:rPr lang="en-IN" dirty="0"/>
              <a:t>The MUX selects  Y output or constant 4, and feeds to A input of ALU. The constant 4 is used to increment the value of PC by 4. (Select4 or </a:t>
            </a:r>
            <a:r>
              <a:rPr lang="en-IN" dirty="0" err="1"/>
              <a:t>SelectY</a:t>
            </a:r>
            <a:r>
              <a:rPr lang="en-IN" dirty="0"/>
              <a:t> are used to select).</a:t>
            </a:r>
          </a:p>
          <a:p>
            <a:pPr marL="285750" indent="-285750">
              <a:buFont typeface="Arial" panose="020B0604020202020204" pitchFamily="34" charset="0"/>
              <a:buChar char="•"/>
            </a:pPr>
            <a:r>
              <a:rPr lang="en-IN" dirty="0"/>
              <a:t>The decoder generates the control signals needed to select the registers involved and direct the transfer of data.</a:t>
            </a:r>
          </a:p>
          <a:p>
            <a:pPr marL="285750" indent="-285750">
              <a:buFont typeface="Arial" panose="020B0604020202020204" pitchFamily="34" charset="0"/>
              <a:buChar char="•"/>
            </a:pPr>
            <a:r>
              <a:rPr lang="en-IN" dirty="0"/>
              <a:t>The registers, the ALU, and the interconnecting bus are collectively referred to as the </a:t>
            </a:r>
            <a:r>
              <a:rPr lang="en-IN" dirty="0" err="1"/>
              <a:t>datapath</a:t>
            </a:r>
            <a:r>
              <a:rPr lang="en-IN" dirty="0"/>
              <a:t>.</a:t>
            </a:r>
          </a:p>
        </p:txBody>
      </p:sp>
      <p:pic>
        <p:nvPicPr>
          <p:cNvPr id="6" name="Picture 5">
            <a:extLst>
              <a:ext uri="{FF2B5EF4-FFF2-40B4-BE49-F238E27FC236}">
                <a16:creationId xmlns:a16="http://schemas.microsoft.com/office/drawing/2014/main" id="{75EFAEAF-B019-0CEA-6FEE-334270FA7A8E}"/>
              </a:ext>
            </a:extLst>
          </p:cNvPr>
          <p:cNvPicPr>
            <a:picLocks noChangeAspect="1"/>
          </p:cNvPicPr>
          <p:nvPr/>
        </p:nvPicPr>
        <p:blipFill>
          <a:blip r:embed="rId2"/>
          <a:stretch>
            <a:fillRect/>
          </a:stretch>
        </p:blipFill>
        <p:spPr>
          <a:xfrm>
            <a:off x="6471969" y="196849"/>
            <a:ext cx="5907472" cy="6463305"/>
          </a:xfrm>
          <a:prstGeom prst="rect">
            <a:avLst/>
          </a:prstGeom>
        </p:spPr>
      </p:pic>
      <p:sp>
        <p:nvSpPr>
          <p:cNvPr id="7" name="TextBox 6">
            <a:extLst>
              <a:ext uri="{FF2B5EF4-FFF2-40B4-BE49-F238E27FC236}">
                <a16:creationId xmlns:a16="http://schemas.microsoft.com/office/drawing/2014/main" id="{55125651-EE68-6340-BE6E-15950104D787}"/>
              </a:ext>
            </a:extLst>
          </p:cNvPr>
          <p:cNvSpPr txBox="1"/>
          <p:nvPr/>
        </p:nvSpPr>
        <p:spPr>
          <a:xfrm>
            <a:off x="269786" y="-16589"/>
            <a:ext cx="6265907" cy="461665"/>
          </a:xfrm>
          <a:prstGeom prst="rect">
            <a:avLst/>
          </a:prstGeom>
          <a:noFill/>
        </p:spPr>
        <p:txBody>
          <a:bodyPr wrap="square" rtlCol="0">
            <a:spAutoFit/>
          </a:bodyPr>
          <a:lstStyle/>
          <a:p>
            <a:r>
              <a:rPr lang="en-IN" sz="2400" b="1" dirty="0">
                <a:solidFill>
                  <a:srgbClr val="FF0000"/>
                </a:solidFill>
              </a:rPr>
              <a:t>Single Bus Organization of Datapath in CPU</a:t>
            </a:r>
          </a:p>
        </p:txBody>
      </p:sp>
    </p:spTree>
    <p:extLst>
      <p:ext uri="{BB962C8B-B14F-4D97-AF65-F5344CB8AC3E}">
        <p14:creationId xmlns:p14="http://schemas.microsoft.com/office/powerpoint/2010/main" val="2283809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6</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TextBox 4">
            <a:extLst>
              <a:ext uri="{FF2B5EF4-FFF2-40B4-BE49-F238E27FC236}">
                <a16:creationId xmlns:a16="http://schemas.microsoft.com/office/drawing/2014/main" id="{C30585ED-1847-8EF1-C00E-9B3F4AB40AE6}"/>
              </a:ext>
            </a:extLst>
          </p:cNvPr>
          <p:cNvSpPr txBox="1"/>
          <p:nvPr/>
        </p:nvSpPr>
        <p:spPr>
          <a:xfrm>
            <a:off x="759854" y="985396"/>
            <a:ext cx="10916991" cy="4524315"/>
          </a:xfrm>
          <a:prstGeom prst="rect">
            <a:avLst/>
          </a:prstGeom>
          <a:noFill/>
        </p:spPr>
        <p:txBody>
          <a:bodyPr wrap="square">
            <a:spAutoFit/>
          </a:bodyPr>
          <a:lstStyle/>
          <a:p>
            <a:r>
              <a:rPr lang="en-US" sz="2400" dirty="0"/>
              <a:t>The operation specified by an instruction can be carried out by performing one or more of the following operations in some specified sequence.</a:t>
            </a:r>
          </a:p>
          <a:p>
            <a:endParaRPr lang="en-US" sz="2400" dirty="0"/>
          </a:p>
          <a:p>
            <a:pPr lvl="1"/>
            <a:r>
              <a:rPr lang="en-US" sz="2400" dirty="0">
                <a:solidFill>
                  <a:srgbClr val="0070C0"/>
                </a:solidFill>
              </a:rPr>
              <a:t>• Transfer a word of data from one processor register to another or to the ALU</a:t>
            </a:r>
          </a:p>
          <a:p>
            <a:pPr lvl="1"/>
            <a:r>
              <a:rPr lang="en-US" sz="2400" dirty="0">
                <a:solidFill>
                  <a:srgbClr val="0070C0"/>
                </a:solidFill>
              </a:rPr>
              <a:t>• Fetch the contents of a given memory location and load them into a processor register.</a:t>
            </a:r>
          </a:p>
          <a:p>
            <a:pPr lvl="1"/>
            <a:r>
              <a:rPr lang="en-US" sz="2400" dirty="0">
                <a:solidFill>
                  <a:srgbClr val="0070C0"/>
                </a:solidFill>
              </a:rPr>
              <a:t>• Perform an arithmetic or logic operation and place the result into a processor register.</a:t>
            </a:r>
          </a:p>
          <a:p>
            <a:pPr lvl="1"/>
            <a:r>
              <a:rPr lang="en-US" sz="2400" dirty="0">
                <a:solidFill>
                  <a:srgbClr val="0070C0"/>
                </a:solidFill>
              </a:rPr>
              <a:t>• Store data from a processor register into a given memory location.</a:t>
            </a:r>
          </a:p>
          <a:p>
            <a:pPr lvl="1"/>
            <a:endParaRPr lang="en-US" sz="2400" dirty="0">
              <a:solidFill>
                <a:srgbClr val="0070C0"/>
              </a:solidFill>
            </a:endParaRPr>
          </a:p>
          <a:p>
            <a:pPr lvl="1"/>
            <a:r>
              <a:rPr lang="en-US" sz="2400" dirty="0">
                <a:solidFill>
                  <a:srgbClr val="0070C0"/>
                </a:solidFill>
              </a:rPr>
              <a:t>Let us consider these operations and execution of instructions using single bus processor model. </a:t>
            </a:r>
            <a:endParaRPr lang="en-IN" sz="2400" dirty="0">
              <a:solidFill>
                <a:srgbClr val="0070C0"/>
              </a:solidFill>
            </a:endParaRPr>
          </a:p>
        </p:txBody>
      </p:sp>
    </p:spTree>
    <p:extLst>
      <p:ext uri="{BB962C8B-B14F-4D97-AF65-F5344CB8AC3E}">
        <p14:creationId xmlns:p14="http://schemas.microsoft.com/office/powerpoint/2010/main" val="829672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7</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8" name="Picture 7">
            <a:extLst>
              <a:ext uri="{FF2B5EF4-FFF2-40B4-BE49-F238E27FC236}">
                <a16:creationId xmlns:a16="http://schemas.microsoft.com/office/drawing/2014/main" id="{AC2397C0-423A-9CBC-4343-E2F65C128776}"/>
              </a:ext>
            </a:extLst>
          </p:cNvPr>
          <p:cNvPicPr>
            <a:picLocks noChangeAspect="1"/>
          </p:cNvPicPr>
          <p:nvPr/>
        </p:nvPicPr>
        <p:blipFill>
          <a:blip r:embed="rId2"/>
          <a:stretch>
            <a:fillRect/>
          </a:stretch>
        </p:blipFill>
        <p:spPr>
          <a:xfrm>
            <a:off x="7083380" y="-253465"/>
            <a:ext cx="4847152" cy="6958356"/>
          </a:xfrm>
          <a:prstGeom prst="rect">
            <a:avLst/>
          </a:prstGeom>
        </p:spPr>
      </p:pic>
      <p:sp>
        <p:nvSpPr>
          <p:cNvPr id="9" name="TextBox 8">
            <a:extLst>
              <a:ext uri="{FF2B5EF4-FFF2-40B4-BE49-F238E27FC236}">
                <a16:creationId xmlns:a16="http://schemas.microsoft.com/office/drawing/2014/main" id="{1E1B5237-DE06-E53A-C5C9-CEEEC3343D64}"/>
              </a:ext>
            </a:extLst>
          </p:cNvPr>
          <p:cNvSpPr txBox="1"/>
          <p:nvPr/>
        </p:nvSpPr>
        <p:spPr>
          <a:xfrm>
            <a:off x="141936" y="0"/>
            <a:ext cx="7891932" cy="7509748"/>
          </a:xfrm>
          <a:prstGeom prst="rect">
            <a:avLst/>
          </a:prstGeom>
          <a:noFill/>
        </p:spPr>
        <p:txBody>
          <a:bodyPr wrap="square" rtlCol="0">
            <a:spAutoFit/>
          </a:bodyPr>
          <a:lstStyle/>
          <a:p>
            <a:r>
              <a:rPr lang="en-IN" sz="3200" dirty="0">
                <a:solidFill>
                  <a:srgbClr val="FF0000"/>
                </a:solidFill>
              </a:rPr>
              <a:t>Input and Output Gating control for Registers</a:t>
            </a:r>
          </a:p>
          <a:p>
            <a:r>
              <a:rPr lang="en-IN" sz="2400" dirty="0"/>
              <a:t>For each register, two control signals are provided, one for loading the data from bus to register, and one for register to the bus. The input and output of Register Ri are connected to the bus via switches controlled by the signals </a:t>
            </a:r>
            <a:r>
              <a:rPr lang="en-IN" sz="2400" dirty="0" err="1"/>
              <a:t>Ri_in</a:t>
            </a:r>
            <a:r>
              <a:rPr lang="en-IN" sz="2400" dirty="0"/>
              <a:t> and </a:t>
            </a:r>
            <a:r>
              <a:rPr lang="en-IN" sz="2400" dirty="0" err="1"/>
              <a:t>Ri_out</a:t>
            </a:r>
            <a:r>
              <a:rPr lang="en-IN" sz="2400" dirty="0"/>
              <a:t>. When </a:t>
            </a:r>
            <a:r>
              <a:rPr lang="en-IN" sz="2400" dirty="0" err="1"/>
              <a:t>Ri_in</a:t>
            </a:r>
            <a:r>
              <a:rPr lang="en-IN" sz="2400" dirty="0"/>
              <a:t> is set to ‘1’, the data moves from bus to Ri, similarly when </a:t>
            </a:r>
            <a:r>
              <a:rPr lang="en-IN" sz="2400" dirty="0" err="1"/>
              <a:t>Ri_out</a:t>
            </a:r>
            <a:r>
              <a:rPr lang="en-IN" sz="2400" dirty="0"/>
              <a:t> is set to ‘1’, the data moves from Ri to bus.</a:t>
            </a:r>
          </a:p>
          <a:p>
            <a:r>
              <a:rPr lang="en-IN" sz="2400" dirty="0"/>
              <a:t>Example: suppose we wish to transfer the data from R1 to R4, then</a:t>
            </a:r>
          </a:p>
          <a:p>
            <a:pPr marL="285750" indent="-285750">
              <a:buFontTx/>
              <a:buChar char="-"/>
            </a:pPr>
            <a:r>
              <a:rPr lang="en-IN" sz="2400" dirty="0"/>
              <a:t>Send ‘1’ to R1_out, so data moves from R1 to bus</a:t>
            </a:r>
          </a:p>
          <a:p>
            <a:pPr marL="285750" indent="-285750">
              <a:buFontTx/>
              <a:buChar char="-"/>
            </a:pPr>
            <a:r>
              <a:rPr lang="en-IN" sz="2400" dirty="0"/>
              <a:t>Send ‘1’ to R4_in, so data moves from bus to R4</a:t>
            </a:r>
          </a:p>
          <a:p>
            <a:pPr marL="285750" indent="-285750">
              <a:buFontTx/>
              <a:buChar char="-"/>
            </a:pPr>
            <a:endParaRPr lang="en-IN" sz="2400" dirty="0"/>
          </a:p>
          <a:p>
            <a:r>
              <a:rPr lang="en-IN" sz="2400" dirty="0"/>
              <a:t>ALU performs operations on operands placed on A and B inputs. Input on A  comes from Mux and input B comes from the bus. The result produced by ALU is temporarily stored in Z register. The function performed by ALU depends on the control signals given, like Add/Sub…</a:t>
            </a:r>
          </a:p>
          <a:p>
            <a:pPr marL="285750" indent="-285750">
              <a:buFontTx/>
              <a:buChar char="-"/>
            </a:pPr>
            <a:endParaRPr lang="en-IN" sz="2400" dirty="0"/>
          </a:p>
          <a:p>
            <a:endParaRPr lang="en-IN" dirty="0"/>
          </a:p>
        </p:txBody>
      </p:sp>
    </p:spTree>
    <p:extLst>
      <p:ext uri="{BB962C8B-B14F-4D97-AF65-F5344CB8AC3E}">
        <p14:creationId xmlns:p14="http://schemas.microsoft.com/office/powerpoint/2010/main" val="1526606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8</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5" name="Picture 4">
            <a:extLst>
              <a:ext uri="{FF2B5EF4-FFF2-40B4-BE49-F238E27FC236}">
                <a16:creationId xmlns:a16="http://schemas.microsoft.com/office/drawing/2014/main" id="{AD29948F-B37E-0307-2790-CAF79F4D5775}"/>
              </a:ext>
            </a:extLst>
          </p:cNvPr>
          <p:cNvPicPr>
            <a:picLocks noChangeAspect="1"/>
          </p:cNvPicPr>
          <p:nvPr/>
        </p:nvPicPr>
        <p:blipFill>
          <a:blip r:embed="rId2"/>
          <a:stretch>
            <a:fillRect/>
          </a:stretch>
        </p:blipFill>
        <p:spPr>
          <a:xfrm>
            <a:off x="2552700" y="2166938"/>
            <a:ext cx="7429500" cy="4248150"/>
          </a:xfrm>
          <a:prstGeom prst="rect">
            <a:avLst/>
          </a:prstGeom>
        </p:spPr>
      </p:pic>
      <p:sp>
        <p:nvSpPr>
          <p:cNvPr id="6" name="TextBox 5">
            <a:extLst>
              <a:ext uri="{FF2B5EF4-FFF2-40B4-BE49-F238E27FC236}">
                <a16:creationId xmlns:a16="http://schemas.microsoft.com/office/drawing/2014/main" id="{A340719B-23BA-23A7-2133-A2CAC05525B6}"/>
              </a:ext>
            </a:extLst>
          </p:cNvPr>
          <p:cNvSpPr txBox="1"/>
          <p:nvPr/>
        </p:nvSpPr>
        <p:spPr>
          <a:xfrm>
            <a:off x="914400" y="547003"/>
            <a:ext cx="10045521" cy="1200329"/>
          </a:xfrm>
          <a:prstGeom prst="rect">
            <a:avLst/>
          </a:prstGeom>
          <a:noFill/>
        </p:spPr>
        <p:txBody>
          <a:bodyPr wrap="square" rtlCol="0">
            <a:spAutoFit/>
          </a:bodyPr>
          <a:lstStyle/>
          <a:p>
            <a:pPr algn="just"/>
            <a:r>
              <a:rPr lang="en-IN" sz="2400" dirty="0"/>
              <a:t>The connections for register MDR  are shown in the figure. It has four control </a:t>
            </a:r>
            <a:r>
              <a:rPr lang="en-IN" sz="2400" dirty="0" err="1"/>
              <a:t>signals,MDRin</a:t>
            </a:r>
            <a:r>
              <a:rPr lang="en-IN" sz="2400" dirty="0"/>
              <a:t> and </a:t>
            </a:r>
            <a:r>
              <a:rPr lang="en-IN" sz="2400" dirty="0" err="1"/>
              <a:t>MDRout</a:t>
            </a:r>
            <a:r>
              <a:rPr lang="en-IN" sz="2400" dirty="0"/>
              <a:t> control the connection to the internal bus, and </a:t>
            </a:r>
            <a:r>
              <a:rPr lang="en-IN" sz="2400" dirty="0" err="1"/>
              <a:t>MDRin_E</a:t>
            </a:r>
            <a:r>
              <a:rPr lang="en-IN" sz="2400" dirty="0"/>
              <a:t> and </a:t>
            </a:r>
            <a:r>
              <a:rPr lang="en-IN" sz="2400" dirty="0" err="1"/>
              <a:t>MDRout_E</a:t>
            </a:r>
            <a:r>
              <a:rPr lang="en-IN" sz="2400" dirty="0"/>
              <a:t> control the connection to the external bus.</a:t>
            </a:r>
          </a:p>
        </p:txBody>
      </p:sp>
    </p:spTree>
    <p:extLst>
      <p:ext uri="{BB962C8B-B14F-4D97-AF65-F5344CB8AC3E}">
        <p14:creationId xmlns:p14="http://schemas.microsoft.com/office/powerpoint/2010/main" val="2027942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9</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TextBox 2">
            <a:extLst>
              <a:ext uri="{FF2B5EF4-FFF2-40B4-BE49-F238E27FC236}">
                <a16:creationId xmlns:a16="http://schemas.microsoft.com/office/drawing/2014/main" id="{09035AF2-49FA-102D-557A-5B753358889B}"/>
              </a:ext>
            </a:extLst>
          </p:cNvPr>
          <p:cNvSpPr txBox="1"/>
          <p:nvPr/>
        </p:nvSpPr>
        <p:spPr>
          <a:xfrm>
            <a:off x="0" y="136525"/>
            <a:ext cx="11990231" cy="6832640"/>
          </a:xfrm>
          <a:prstGeom prst="rect">
            <a:avLst/>
          </a:prstGeom>
          <a:noFill/>
        </p:spPr>
        <p:txBody>
          <a:bodyPr wrap="square" rtlCol="0">
            <a:spAutoFit/>
          </a:bodyPr>
          <a:lstStyle/>
          <a:p>
            <a:r>
              <a:rPr lang="en-IN" sz="2400" b="1" u="sng" dirty="0">
                <a:solidFill>
                  <a:srgbClr val="FF0000"/>
                </a:solidFill>
              </a:rPr>
              <a:t>Performing an ALU operation, with registers</a:t>
            </a:r>
          </a:p>
          <a:p>
            <a:r>
              <a:rPr lang="en-IN" sz="2400" dirty="0">
                <a:solidFill>
                  <a:srgbClr val="FF0000"/>
                </a:solidFill>
              </a:rPr>
              <a:t>Write a Control Sequence for the instruction,  ADD R1,R2,R3</a:t>
            </a:r>
          </a:p>
          <a:p>
            <a:endParaRPr lang="en-IN" dirty="0"/>
          </a:p>
          <a:p>
            <a:r>
              <a:rPr lang="en-IN" sz="2400" dirty="0"/>
              <a:t>1.R1out,Yin                              (contents of R1 moved to Y)</a:t>
            </a:r>
          </a:p>
          <a:p>
            <a:r>
              <a:rPr lang="en-IN" sz="2400" dirty="0"/>
              <a:t>2.R2out,SelectY,Add,Zin        (R2 is added with Y, answer is moved to Z</a:t>
            </a:r>
          </a:p>
          <a:p>
            <a:r>
              <a:rPr lang="en-IN" sz="2400" dirty="0"/>
              <a:t>3.Zout,R3in                             (contents of Z moved to R3)</a:t>
            </a:r>
          </a:p>
          <a:p>
            <a:endParaRPr lang="en-IN" dirty="0"/>
          </a:p>
          <a:p>
            <a:r>
              <a:rPr lang="en-IN" dirty="0"/>
              <a:t>The signals whose names are given in any step are activated for the duration of the clock cycle corresponding to that step, all other signals are inactive. </a:t>
            </a:r>
            <a:r>
              <a:rPr lang="en-US" sz="1800" dirty="0">
                <a:solidFill>
                  <a:srgbClr val="0070C0"/>
                </a:solidFill>
              </a:rPr>
              <a:t>Important to note, only one data transfer can happen at a time on the bus. Hence last data transfer (step3) can’t be carried out during step2.</a:t>
            </a:r>
          </a:p>
          <a:p>
            <a:endParaRPr lang="en-US" dirty="0">
              <a:solidFill>
                <a:srgbClr val="0070C0"/>
              </a:solidFill>
            </a:endParaRPr>
          </a:p>
          <a:p>
            <a:r>
              <a:rPr lang="en-US" sz="2400" b="1" u="sng" dirty="0">
                <a:solidFill>
                  <a:srgbClr val="FF0000"/>
                </a:solidFill>
              </a:rPr>
              <a:t>Fetching a word from Memory</a:t>
            </a:r>
          </a:p>
          <a:p>
            <a:r>
              <a:rPr lang="en-IN" sz="2400" dirty="0">
                <a:solidFill>
                  <a:srgbClr val="FF0000"/>
                </a:solidFill>
              </a:rPr>
              <a:t>Write the Control Sequence for the instruction, involving memory read operation, assume instruction is already fetched from memory and stored in IR.</a:t>
            </a:r>
          </a:p>
          <a:p>
            <a:r>
              <a:rPr lang="en-IN" sz="2400" b="1" dirty="0">
                <a:solidFill>
                  <a:srgbClr val="FF0000"/>
                </a:solidFill>
              </a:rPr>
              <a:t>                                                    Move  (R1),R2 ; </a:t>
            </a:r>
          </a:p>
          <a:p>
            <a:r>
              <a:rPr lang="en-IN" sz="2400" b="1" dirty="0">
                <a:solidFill>
                  <a:srgbClr val="FF0000"/>
                </a:solidFill>
              </a:rPr>
              <a:t>(</a:t>
            </a:r>
            <a:r>
              <a:rPr lang="en-IN" sz="2400" dirty="0">
                <a:solidFill>
                  <a:srgbClr val="FF0000"/>
                </a:solidFill>
              </a:rPr>
              <a:t>this </a:t>
            </a:r>
            <a:r>
              <a:rPr lang="en-IN" sz="2400" dirty="0" err="1">
                <a:solidFill>
                  <a:srgbClr val="FF0000"/>
                </a:solidFill>
              </a:rPr>
              <a:t>instn</a:t>
            </a:r>
            <a:r>
              <a:rPr lang="en-IN" sz="2400" dirty="0">
                <a:solidFill>
                  <a:srgbClr val="FF0000"/>
                </a:solidFill>
              </a:rPr>
              <a:t>. moves the data from memory location, whose address is indicated by R1, to R2)</a:t>
            </a:r>
          </a:p>
          <a:p>
            <a:endParaRPr lang="en-IN" dirty="0"/>
          </a:p>
          <a:p>
            <a:r>
              <a:rPr lang="en-IN" sz="2400" dirty="0"/>
              <a:t>1.R1out,MARin,Read   (</a:t>
            </a:r>
            <a:r>
              <a:rPr lang="en-IN" dirty="0"/>
              <a:t>place the memory address from R1 to MAR reg, and initiate memory read operation)</a:t>
            </a:r>
          </a:p>
          <a:p>
            <a:r>
              <a:rPr lang="en-IN" sz="2400" dirty="0"/>
              <a:t>2.MDRin_E,WMFC       (</a:t>
            </a:r>
            <a:r>
              <a:rPr lang="en-IN" dirty="0"/>
              <a:t>wait for MFC signal from memory, indicating memory read is done, data is copied to MDR</a:t>
            </a:r>
            <a:r>
              <a:rPr lang="en-IN" sz="2400" dirty="0"/>
              <a:t>)</a:t>
            </a:r>
          </a:p>
          <a:p>
            <a:r>
              <a:rPr lang="en-IN" sz="2400" dirty="0"/>
              <a:t>3.MDRout,R2in             (</a:t>
            </a:r>
            <a:r>
              <a:rPr lang="en-IN" dirty="0"/>
              <a:t>move the data from MDR to R2</a:t>
            </a:r>
            <a:r>
              <a:rPr lang="en-IN" sz="2400" dirty="0"/>
              <a:t>)</a:t>
            </a:r>
          </a:p>
        </p:txBody>
      </p:sp>
    </p:spTree>
    <p:extLst>
      <p:ext uri="{BB962C8B-B14F-4D97-AF65-F5344CB8AC3E}">
        <p14:creationId xmlns:p14="http://schemas.microsoft.com/office/powerpoint/2010/main" val="3808591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10</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7" name="Picture 6">
            <a:extLst>
              <a:ext uri="{FF2B5EF4-FFF2-40B4-BE49-F238E27FC236}">
                <a16:creationId xmlns:a16="http://schemas.microsoft.com/office/drawing/2014/main" id="{3ED7E22F-D57B-2C23-C58F-22ACB3403870}"/>
              </a:ext>
            </a:extLst>
          </p:cNvPr>
          <p:cNvPicPr>
            <a:picLocks noChangeAspect="1"/>
          </p:cNvPicPr>
          <p:nvPr/>
        </p:nvPicPr>
        <p:blipFill>
          <a:blip r:embed="rId2"/>
          <a:stretch>
            <a:fillRect/>
          </a:stretch>
        </p:blipFill>
        <p:spPr>
          <a:xfrm>
            <a:off x="296213" y="40244"/>
            <a:ext cx="11165983" cy="6735513"/>
          </a:xfrm>
          <a:prstGeom prst="rect">
            <a:avLst/>
          </a:prstGeom>
        </p:spPr>
      </p:pic>
      <p:sp>
        <p:nvSpPr>
          <p:cNvPr id="8" name="TextBox 7">
            <a:extLst>
              <a:ext uri="{FF2B5EF4-FFF2-40B4-BE49-F238E27FC236}">
                <a16:creationId xmlns:a16="http://schemas.microsoft.com/office/drawing/2014/main" id="{BF5C1AE3-3601-286D-8425-980C74C76D4B}"/>
              </a:ext>
            </a:extLst>
          </p:cNvPr>
          <p:cNvSpPr txBox="1"/>
          <p:nvPr/>
        </p:nvSpPr>
        <p:spPr>
          <a:xfrm>
            <a:off x="296213" y="399245"/>
            <a:ext cx="3902300" cy="830997"/>
          </a:xfrm>
          <a:prstGeom prst="rect">
            <a:avLst/>
          </a:prstGeom>
          <a:noFill/>
        </p:spPr>
        <p:txBody>
          <a:bodyPr wrap="square" rtlCol="0">
            <a:spAutoFit/>
          </a:bodyPr>
          <a:lstStyle/>
          <a:p>
            <a:r>
              <a:rPr lang="en-IN" sz="2400" dirty="0">
                <a:solidFill>
                  <a:srgbClr val="FF0000"/>
                </a:solidFill>
              </a:rPr>
              <a:t>Timing of a </a:t>
            </a:r>
          </a:p>
          <a:p>
            <a:r>
              <a:rPr lang="en-IN" sz="2400" dirty="0">
                <a:solidFill>
                  <a:srgbClr val="FF0000"/>
                </a:solidFill>
              </a:rPr>
              <a:t>Memory Read Operation</a:t>
            </a:r>
          </a:p>
        </p:txBody>
      </p:sp>
    </p:spTree>
    <p:extLst>
      <p:ext uri="{BB962C8B-B14F-4D97-AF65-F5344CB8AC3E}">
        <p14:creationId xmlns:p14="http://schemas.microsoft.com/office/powerpoint/2010/main" val="3152585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11</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TextBox 2">
            <a:extLst>
              <a:ext uri="{FF2B5EF4-FFF2-40B4-BE49-F238E27FC236}">
                <a16:creationId xmlns:a16="http://schemas.microsoft.com/office/drawing/2014/main" id="{6BF0A6D0-42B1-FBE3-2645-7BED6DCE40A6}"/>
              </a:ext>
            </a:extLst>
          </p:cNvPr>
          <p:cNvSpPr txBox="1"/>
          <p:nvPr/>
        </p:nvSpPr>
        <p:spPr>
          <a:xfrm>
            <a:off x="111617" y="489398"/>
            <a:ext cx="11565228" cy="4154984"/>
          </a:xfrm>
          <a:prstGeom prst="rect">
            <a:avLst/>
          </a:prstGeom>
          <a:noFill/>
        </p:spPr>
        <p:txBody>
          <a:bodyPr wrap="square" rtlCol="0">
            <a:spAutoFit/>
          </a:bodyPr>
          <a:lstStyle/>
          <a:p>
            <a:r>
              <a:rPr lang="en-IN" sz="2400" b="1" dirty="0">
                <a:solidFill>
                  <a:srgbClr val="FF0000"/>
                </a:solidFill>
              </a:rPr>
              <a:t>Storing a Word In Memory.</a:t>
            </a:r>
          </a:p>
          <a:p>
            <a:r>
              <a:rPr lang="en-IN" sz="2400" dirty="0"/>
              <a:t>Write the control sequence for memory write operation of the instruction </a:t>
            </a:r>
            <a:r>
              <a:rPr lang="en-IN" sz="2400" dirty="0">
                <a:solidFill>
                  <a:srgbClr val="FF0000"/>
                </a:solidFill>
              </a:rPr>
              <a:t>MOV R2,(R1). </a:t>
            </a:r>
            <a:r>
              <a:rPr lang="en-IN" sz="2400" dirty="0"/>
              <a:t>(assuming the instruction is already fetched and stored in IR)</a:t>
            </a:r>
          </a:p>
          <a:p>
            <a:endParaRPr lang="en-IN" sz="2400" dirty="0"/>
          </a:p>
          <a:p>
            <a:r>
              <a:rPr lang="en-IN" sz="2400" dirty="0"/>
              <a:t>This instruction writes the data in R2 to memory location, whose address is there in R1. </a:t>
            </a:r>
          </a:p>
          <a:p>
            <a:endParaRPr lang="en-IN" sz="2400" dirty="0"/>
          </a:p>
          <a:p>
            <a:r>
              <a:rPr lang="en-IN" sz="2400" b="1" dirty="0">
                <a:solidFill>
                  <a:srgbClr val="002060"/>
                </a:solidFill>
              </a:rPr>
              <a:t>1.R1out, </a:t>
            </a:r>
            <a:r>
              <a:rPr lang="en-IN" sz="2400" b="1" dirty="0" err="1">
                <a:solidFill>
                  <a:srgbClr val="002060"/>
                </a:solidFill>
              </a:rPr>
              <a:t>MARin</a:t>
            </a:r>
            <a:r>
              <a:rPr lang="en-IN" sz="2400" b="1" dirty="0">
                <a:solidFill>
                  <a:srgbClr val="002060"/>
                </a:solidFill>
              </a:rPr>
              <a:t>   </a:t>
            </a:r>
            <a:r>
              <a:rPr lang="en-IN" sz="2400" dirty="0"/>
              <a:t>(move the memory address in R1 to MAR, since MAR is connected to memory address bus, this address is sent to Memory)</a:t>
            </a:r>
          </a:p>
          <a:p>
            <a:r>
              <a:rPr lang="en-IN" sz="2400" b="1" dirty="0">
                <a:solidFill>
                  <a:srgbClr val="002060"/>
                </a:solidFill>
              </a:rPr>
              <a:t>2.R2out,MDRin,Write  </a:t>
            </a:r>
            <a:r>
              <a:rPr lang="en-IN" sz="2400" dirty="0"/>
              <a:t>(move the data in R2, to MDR register, initiate Write command)</a:t>
            </a:r>
          </a:p>
          <a:p>
            <a:r>
              <a:rPr lang="en-IN" sz="2400" b="1" dirty="0">
                <a:solidFill>
                  <a:srgbClr val="002060"/>
                </a:solidFill>
              </a:rPr>
              <a:t>3.MDRout_E,WMFC  </a:t>
            </a:r>
            <a:r>
              <a:rPr lang="en-IN" sz="2400" dirty="0"/>
              <a:t>(place the data in MDR register to memory data bus, wait form memory write operation to complete, by checking the signal MFC)</a:t>
            </a:r>
          </a:p>
        </p:txBody>
      </p:sp>
    </p:spTree>
    <p:extLst>
      <p:ext uri="{BB962C8B-B14F-4D97-AF65-F5344CB8AC3E}">
        <p14:creationId xmlns:p14="http://schemas.microsoft.com/office/powerpoint/2010/main" val="23794395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12</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TextBox 2">
            <a:extLst>
              <a:ext uri="{FF2B5EF4-FFF2-40B4-BE49-F238E27FC236}">
                <a16:creationId xmlns:a16="http://schemas.microsoft.com/office/drawing/2014/main" id="{0C8A0B50-AFB6-1484-C5A4-E218A0ACEE2F}"/>
              </a:ext>
            </a:extLst>
          </p:cNvPr>
          <p:cNvSpPr txBox="1"/>
          <p:nvPr/>
        </p:nvSpPr>
        <p:spPr>
          <a:xfrm>
            <a:off x="0" y="123648"/>
            <a:ext cx="12028868" cy="7725192"/>
          </a:xfrm>
          <a:prstGeom prst="rect">
            <a:avLst/>
          </a:prstGeom>
          <a:noFill/>
        </p:spPr>
        <p:txBody>
          <a:bodyPr wrap="square" rtlCol="0">
            <a:spAutoFit/>
          </a:bodyPr>
          <a:lstStyle/>
          <a:p>
            <a:r>
              <a:rPr lang="en-IN" sz="2800" dirty="0">
                <a:solidFill>
                  <a:srgbClr val="FF0000"/>
                </a:solidFill>
              </a:rPr>
              <a:t>Write the control sequence for the execution of complete instruction ADD (R3),R1 </a:t>
            </a:r>
          </a:p>
          <a:p>
            <a:endParaRPr lang="en-IN" sz="2400" dirty="0"/>
          </a:p>
          <a:p>
            <a:r>
              <a:rPr lang="en-IN" sz="2400" dirty="0"/>
              <a:t>This instruction adds the contents of memory location pointed by R3 to R1, and store the answer in R1, Executing this instruction requires the following actions, </a:t>
            </a:r>
          </a:p>
          <a:p>
            <a:pPr marL="342900" indent="-342900">
              <a:buAutoNum type="arabicPeriod"/>
            </a:pPr>
            <a:r>
              <a:rPr lang="en-IN" sz="2400" dirty="0"/>
              <a:t>Fetch the instruction, </a:t>
            </a:r>
          </a:p>
          <a:p>
            <a:pPr marL="342900" indent="-342900">
              <a:buAutoNum type="arabicPeriod"/>
            </a:pPr>
            <a:r>
              <a:rPr lang="en-IN" sz="2400" dirty="0"/>
              <a:t>Fetch the first operand (the contents of the memory location pointed to by R3), </a:t>
            </a:r>
          </a:p>
          <a:p>
            <a:pPr marL="342900" indent="-342900">
              <a:buAutoNum type="arabicPeriod"/>
            </a:pPr>
            <a:r>
              <a:rPr lang="en-IN" sz="2400" dirty="0"/>
              <a:t>Perform the addition, </a:t>
            </a:r>
          </a:p>
          <a:p>
            <a:pPr marL="342900" indent="-342900">
              <a:buAutoNum type="arabicPeriod"/>
            </a:pPr>
            <a:r>
              <a:rPr lang="en-IN" sz="2400" dirty="0"/>
              <a:t>Load the result into R1. Control sequence is indicated below</a:t>
            </a:r>
          </a:p>
          <a:p>
            <a:endParaRPr lang="en-IN" sz="2400" dirty="0"/>
          </a:p>
          <a:p>
            <a:endParaRPr lang="en-IN" dirty="0"/>
          </a:p>
          <a:p>
            <a:r>
              <a:rPr lang="en-IN" sz="2400" dirty="0"/>
              <a:t>1. PCout,MARin,Read,Select4,Add,Zin   ( </a:t>
            </a:r>
            <a:r>
              <a:rPr lang="en-IN" sz="1600" dirty="0"/>
              <a:t>place PC contents on MAR, start Read operation, use ALU to ADD 4 to PC contents</a:t>
            </a:r>
            <a:r>
              <a:rPr lang="en-IN" sz="1000" dirty="0"/>
              <a:t>)</a:t>
            </a:r>
          </a:p>
          <a:p>
            <a:r>
              <a:rPr lang="en-IN" sz="2400" dirty="0"/>
              <a:t>2. </a:t>
            </a:r>
            <a:r>
              <a:rPr lang="en-IN" sz="2400" dirty="0" err="1"/>
              <a:t>Zout,PCin,Yin,WMFC</a:t>
            </a:r>
            <a:r>
              <a:rPr lang="en-IN" sz="2400" dirty="0"/>
              <a:t>   (</a:t>
            </a:r>
            <a:r>
              <a:rPr lang="en-IN" sz="1600" dirty="0"/>
              <a:t>store the new value to PC, </a:t>
            </a:r>
            <a:r>
              <a:rPr lang="en-IN" sz="1600" dirty="0" err="1"/>
              <a:t>i.e</a:t>
            </a:r>
            <a:r>
              <a:rPr lang="en-IN" sz="1600" dirty="0"/>
              <a:t>  old +4, wait for Instruction arrival from memory</a:t>
            </a:r>
            <a:r>
              <a:rPr lang="en-IN" sz="2400" dirty="0"/>
              <a:t>)</a:t>
            </a:r>
          </a:p>
          <a:p>
            <a:r>
              <a:rPr lang="en-IN" sz="2400" dirty="0"/>
              <a:t>3. </a:t>
            </a:r>
            <a:r>
              <a:rPr lang="en-IN" sz="2400" dirty="0" err="1"/>
              <a:t>MDRout,IRin</a:t>
            </a:r>
            <a:r>
              <a:rPr lang="en-IN" sz="2400" dirty="0"/>
              <a:t>    (instruction read from memory is moved to IR)</a:t>
            </a:r>
          </a:p>
          <a:p>
            <a:r>
              <a:rPr lang="en-IN" sz="2400" dirty="0"/>
              <a:t>4. R3out,MARin,Read   (</a:t>
            </a:r>
            <a:r>
              <a:rPr lang="en-IN" sz="1600" dirty="0"/>
              <a:t>move R3, which contains adds, to MAR, initiate memory Read operation</a:t>
            </a:r>
            <a:r>
              <a:rPr lang="en-IN" sz="2400" dirty="0"/>
              <a:t>)</a:t>
            </a:r>
          </a:p>
          <a:p>
            <a:r>
              <a:rPr lang="en-IN" sz="2400" dirty="0"/>
              <a:t>5. R1out,Yin,WMFC    (</a:t>
            </a:r>
            <a:r>
              <a:rPr lang="en-IN" sz="1600" dirty="0"/>
              <a:t>wait for the data to come from memory, at the same time, move other operand in R1 to Y, as bus free</a:t>
            </a:r>
            <a:r>
              <a:rPr lang="en-IN" sz="2400" dirty="0"/>
              <a:t>)</a:t>
            </a:r>
          </a:p>
          <a:p>
            <a:r>
              <a:rPr lang="en-IN" sz="2400" dirty="0"/>
              <a:t>6. </a:t>
            </a:r>
            <a:r>
              <a:rPr lang="en-IN" sz="2400" dirty="0" err="1"/>
              <a:t>MDRout,SelectY,Add,Zin</a:t>
            </a:r>
            <a:r>
              <a:rPr lang="en-IN" sz="2400" dirty="0"/>
              <a:t>   (move memory data from MDR and add to Y, and store in Z)</a:t>
            </a:r>
          </a:p>
          <a:p>
            <a:r>
              <a:rPr lang="en-IN" sz="2400" dirty="0"/>
              <a:t>7. Zout,R1in,End     (move the answer from Z to R1)</a:t>
            </a:r>
          </a:p>
          <a:p>
            <a:pPr marL="342900" indent="-342900">
              <a:buAutoNum type="arabicPeriod"/>
            </a:pPr>
            <a:endParaRPr lang="en-IN" sz="2400" dirty="0"/>
          </a:p>
          <a:p>
            <a:pPr marL="342900" indent="-342900">
              <a:buAutoNum type="arabicPeriod"/>
            </a:pPr>
            <a:endParaRPr lang="en-IN" sz="2400" dirty="0"/>
          </a:p>
          <a:p>
            <a:pPr marL="342900" indent="-342900">
              <a:buAutoNum type="arabicPeriod"/>
            </a:pPr>
            <a:endParaRPr lang="en-IN" sz="2400" dirty="0"/>
          </a:p>
          <a:p>
            <a:endParaRPr lang="en-IN" dirty="0"/>
          </a:p>
        </p:txBody>
      </p:sp>
    </p:spTree>
    <p:extLst>
      <p:ext uri="{BB962C8B-B14F-4D97-AF65-F5344CB8AC3E}">
        <p14:creationId xmlns:p14="http://schemas.microsoft.com/office/powerpoint/2010/main" val="13641087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13</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TextBox 2">
            <a:extLst>
              <a:ext uri="{FF2B5EF4-FFF2-40B4-BE49-F238E27FC236}">
                <a16:creationId xmlns:a16="http://schemas.microsoft.com/office/drawing/2014/main" id="{0C8A0B50-AFB6-1484-C5A4-E218A0ACEE2F}"/>
              </a:ext>
            </a:extLst>
          </p:cNvPr>
          <p:cNvSpPr txBox="1"/>
          <p:nvPr/>
        </p:nvSpPr>
        <p:spPr>
          <a:xfrm>
            <a:off x="0" y="123648"/>
            <a:ext cx="12028868" cy="7355860"/>
          </a:xfrm>
          <a:prstGeom prst="rect">
            <a:avLst/>
          </a:prstGeom>
          <a:noFill/>
        </p:spPr>
        <p:txBody>
          <a:bodyPr wrap="square" rtlCol="0">
            <a:spAutoFit/>
          </a:bodyPr>
          <a:lstStyle/>
          <a:p>
            <a:r>
              <a:rPr lang="en-IN" sz="2800" dirty="0">
                <a:solidFill>
                  <a:srgbClr val="FF0000"/>
                </a:solidFill>
              </a:rPr>
              <a:t>Write the control sequence for the execution of complete instruction ADD R2,R1 </a:t>
            </a:r>
          </a:p>
          <a:p>
            <a:endParaRPr lang="en-IN" sz="2400" dirty="0"/>
          </a:p>
          <a:p>
            <a:r>
              <a:rPr lang="en-IN" sz="2400" dirty="0"/>
              <a:t>This instruction adds the contents of R2 with R1, store the answer in R1</a:t>
            </a:r>
          </a:p>
          <a:p>
            <a:pPr marL="342900" indent="-342900">
              <a:buAutoNum type="arabicPeriod"/>
            </a:pPr>
            <a:r>
              <a:rPr lang="en-IN" sz="2400" dirty="0"/>
              <a:t>Fetch the instruction, </a:t>
            </a:r>
          </a:p>
          <a:p>
            <a:pPr marL="342900" indent="-342900">
              <a:buAutoNum type="arabicPeriod"/>
            </a:pPr>
            <a:r>
              <a:rPr lang="en-IN" sz="2400" dirty="0"/>
              <a:t>Perform the addition, </a:t>
            </a:r>
          </a:p>
          <a:p>
            <a:pPr marL="342900" indent="-342900">
              <a:buAutoNum type="arabicPeriod"/>
            </a:pPr>
            <a:r>
              <a:rPr lang="en-IN" sz="2400" dirty="0"/>
              <a:t>Load the result into R1. </a:t>
            </a:r>
          </a:p>
          <a:p>
            <a:pPr marL="342900" indent="-342900">
              <a:buAutoNum type="arabicPeriod"/>
            </a:pPr>
            <a:endParaRPr lang="en-IN" sz="2400" dirty="0"/>
          </a:p>
          <a:p>
            <a:r>
              <a:rPr lang="en-IN" sz="2400" dirty="0"/>
              <a:t>Control sequence is indicated below</a:t>
            </a:r>
          </a:p>
          <a:p>
            <a:endParaRPr lang="en-IN" sz="2400" dirty="0"/>
          </a:p>
          <a:p>
            <a:endParaRPr lang="en-IN" dirty="0"/>
          </a:p>
          <a:p>
            <a:r>
              <a:rPr lang="en-IN" sz="2400" dirty="0"/>
              <a:t>1. PCout,MARin,Read,Select4,Add,Zin   ( </a:t>
            </a:r>
            <a:r>
              <a:rPr lang="en-IN" sz="1600" dirty="0"/>
              <a:t>place PC contents on MAR, start Read operation, use ALU to ADD 4 to PC contents</a:t>
            </a:r>
            <a:r>
              <a:rPr lang="en-IN" sz="1000" dirty="0"/>
              <a:t>)</a:t>
            </a:r>
          </a:p>
          <a:p>
            <a:r>
              <a:rPr lang="en-IN" sz="2400" dirty="0"/>
              <a:t>2. </a:t>
            </a:r>
            <a:r>
              <a:rPr lang="en-IN" sz="2400" dirty="0" err="1"/>
              <a:t>Zout,PCin,Yin,WMFC</a:t>
            </a:r>
            <a:r>
              <a:rPr lang="en-IN" sz="2400" dirty="0"/>
              <a:t>   (</a:t>
            </a:r>
            <a:r>
              <a:rPr lang="en-IN" sz="1600" dirty="0"/>
              <a:t>store the new value to PC, </a:t>
            </a:r>
            <a:r>
              <a:rPr lang="en-IN" sz="1600" dirty="0" err="1"/>
              <a:t>i.e</a:t>
            </a:r>
            <a:r>
              <a:rPr lang="en-IN" sz="1600" dirty="0"/>
              <a:t>  old +4, wait for Instruction arrival from memory</a:t>
            </a:r>
            <a:r>
              <a:rPr lang="en-IN" sz="2400" dirty="0"/>
              <a:t>)</a:t>
            </a:r>
          </a:p>
          <a:p>
            <a:r>
              <a:rPr lang="en-IN" sz="2400" dirty="0"/>
              <a:t>3. </a:t>
            </a:r>
            <a:r>
              <a:rPr lang="en-IN" sz="2400" dirty="0" err="1"/>
              <a:t>MDRout,IRin</a:t>
            </a:r>
            <a:r>
              <a:rPr lang="en-IN" sz="2400" dirty="0"/>
              <a:t>    (instruction read from memory is moved to IR)</a:t>
            </a:r>
          </a:p>
          <a:p>
            <a:r>
              <a:rPr lang="en-IN" sz="2400" dirty="0"/>
              <a:t>4. R1out,Yin   (move R1 to Y)</a:t>
            </a:r>
          </a:p>
          <a:p>
            <a:r>
              <a:rPr lang="en-IN" sz="2400" dirty="0"/>
              <a:t>5. R2out,SelectY,Add,Zin   (move R2 to B input of ALU and add to Y, and store in Z)</a:t>
            </a:r>
          </a:p>
          <a:p>
            <a:r>
              <a:rPr lang="en-IN" sz="2400" dirty="0"/>
              <a:t>6. Zout,R1in,End     (move the answer from Z to R1)</a:t>
            </a:r>
          </a:p>
          <a:p>
            <a:pPr marL="342900" indent="-342900">
              <a:buAutoNum type="arabicPeriod"/>
            </a:pPr>
            <a:endParaRPr lang="en-IN" sz="2400" dirty="0"/>
          </a:p>
          <a:p>
            <a:pPr marL="342900" indent="-342900">
              <a:buAutoNum type="arabicPeriod"/>
            </a:pPr>
            <a:endParaRPr lang="en-IN" sz="2400" dirty="0"/>
          </a:p>
          <a:p>
            <a:pPr marL="342900" indent="-342900">
              <a:buAutoNum type="arabicPeriod"/>
            </a:pPr>
            <a:endParaRPr lang="en-IN" sz="2400" dirty="0"/>
          </a:p>
          <a:p>
            <a:endParaRPr lang="en-IN" dirty="0"/>
          </a:p>
        </p:txBody>
      </p:sp>
    </p:spTree>
    <p:extLst>
      <p:ext uri="{BB962C8B-B14F-4D97-AF65-F5344CB8AC3E}">
        <p14:creationId xmlns:p14="http://schemas.microsoft.com/office/powerpoint/2010/main" val="1937082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14</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8" name="Picture 7">
            <a:extLst>
              <a:ext uri="{FF2B5EF4-FFF2-40B4-BE49-F238E27FC236}">
                <a16:creationId xmlns:a16="http://schemas.microsoft.com/office/drawing/2014/main" id="{83F63033-11FF-AA42-5613-C18C79EF8D3D}"/>
              </a:ext>
            </a:extLst>
          </p:cNvPr>
          <p:cNvPicPr>
            <a:picLocks noChangeAspect="1"/>
          </p:cNvPicPr>
          <p:nvPr/>
        </p:nvPicPr>
        <p:blipFill>
          <a:blip r:embed="rId2"/>
          <a:stretch>
            <a:fillRect/>
          </a:stretch>
        </p:blipFill>
        <p:spPr>
          <a:xfrm>
            <a:off x="450678" y="579549"/>
            <a:ext cx="11165059" cy="5635513"/>
          </a:xfrm>
          <a:prstGeom prst="rect">
            <a:avLst/>
          </a:prstGeom>
        </p:spPr>
      </p:pic>
    </p:spTree>
    <p:extLst>
      <p:ext uri="{BB962C8B-B14F-4D97-AF65-F5344CB8AC3E}">
        <p14:creationId xmlns:p14="http://schemas.microsoft.com/office/powerpoint/2010/main" val="21743974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15</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TextBox 4">
            <a:extLst>
              <a:ext uri="{FF2B5EF4-FFF2-40B4-BE49-F238E27FC236}">
                <a16:creationId xmlns:a16="http://schemas.microsoft.com/office/drawing/2014/main" id="{3B307C4E-00EF-1F3C-0305-6CA9E7D5B25D}"/>
              </a:ext>
            </a:extLst>
          </p:cNvPr>
          <p:cNvSpPr txBox="1"/>
          <p:nvPr/>
        </p:nvSpPr>
        <p:spPr>
          <a:xfrm>
            <a:off x="369194" y="260270"/>
            <a:ext cx="11307651" cy="5786199"/>
          </a:xfrm>
          <a:prstGeom prst="rect">
            <a:avLst/>
          </a:prstGeom>
          <a:noFill/>
        </p:spPr>
        <p:txBody>
          <a:bodyPr wrap="square" rtlCol="0">
            <a:spAutoFit/>
          </a:bodyPr>
          <a:lstStyle/>
          <a:p>
            <a:r>
              <a:rPr lang="en-IN" sz="3200" dirty="0">
                <a:solidFill>
                  <a:srgbClr val="FF0000"/>
                </a:solidFill>
              </a:rPr>
              <a:t>Control Sequence for unconditional branch instruction</a:t>
            </a:r>
          </a:p>
          <a:p>
            <a:r>
              <a:rPr lang="en-IN" sz="2400" dirty="0"/>
              <a:t>1.PCout,MARin,Read,Select4,Add,Zin</a:t>
            </a:r>
          </a:p>
          <a:p>
            <a:r>
              <a:rPr lang="en-IN" sz="2400" dirty="0"/>
              <a:t>2.Zout,PCin,Yin,WMFC</a:t>
            </a:r>
          </a:p>
          <a:p>
            <a:r>
              <a:rPr lang="en-IN" sz="2400" dirty="0"/>
              <a:t>3.MDRout,IRin     (get the branch instruction to IR)</a:t>
            </a:r>
          </a:p>
          <a:p>
            <a:r>
              <a:rPr lang="en-IN" sz="2400" dirty="0"/>
              <a:t>4.Offset-field-of-IRout,Add,Zin    (</a:t>
            </a:r>
            <a:r>
              <a:rPr lang="en-IN" dirty="0"/>
              <a:t>extract the offset from IR and add to PC, to get new PC adds for branch)</a:t>
            </a:r>
          </a:p>
          <a:p>
            <a:r>
              <a:rPr lang="en-IN" sz="2400" dirty="0"/>
              <a:t>5.Zout,Pcin,End  (move the new adds to PC, and branch happens)</a:t>
            </a:r>
          </a:p>
          <a:p>
            <a:endParaRPr lang="en-IN" sz="2400" dirty="0"/>
          </a:p>
          <a:p>
            <a:r>
              <a:rPr lang="en-IN" sz="3200" dirty="0">
                <a:solidFill>
                  <a:srgbClr val="FF0000"/>
                </a:solidFill>
              </a:rPr>
              <a:t>Control sequence for condition branch instruction,  Branch &lt; 0</a:t>
            </a:r>
          </a:p>
          <a:p>
            <a:endParaRPr lang="en-IN" sz="2400" dirty="0"/>
          </a:p>
          <a:p>
            <a:r>
              <a:rPr lang="en-IN" sz="2400" dirty="0"/>
              <a:t>1.PCout,MARin,Read,Select4,Add,Zin</a:t>
            </a:r>
          </a:p>
          <a:p>
            <a:r>
              <a:rPr lang="en-IN" sz="2400" dirty="0"/>
              <a:t>2.Zout,PCin,Yin,WMFC</a:t>
            </a:r>
          </a:p>
          <a:p>
            <a:r>
              <a:rPr lang="en-IN" sz="2400" dirty="0"/>
              <a:t>3.MDRout,IRin     (get the branch instruction to IR)</a:t>
            </a:r>
          </a:p>
          <a:p>
            <a:r>
              <a:rPr lang="en-IN" sz="2400" dirty="0"/>
              <a:t>4.Offset-field-of-IRout,Add,Zin, if N=0 then End       (</a:t>
            </a:r>
            <a:r>
              <a:rPr lang="en-IN" sz="1600" dirty="0"/>
              <a:t>it will not execute step5, if condition is not satisfied)</a:t>
            </a:r>
          </a:p>
          <a:p>
            <a:r>
              <a:rPr lang="en-IN" sz="2400" dirty="0"/>
              <a:t>5.Zout,PCin,End  (move the new adds to PC)</a:t>
            </a:r>
          </a:p>
          <a:p>
            <a:endParaRPr lang="en-IN" dirty="0"/>
          </a:p>
        </p:txBody>
      </p:sp>
    </p:spTree>
    <p:extLst>
      <p:ext uri="{BB962C8B-B14F-4D97-AF65-F5344CB8AC3E}">
        <p14:creationId xmlns:p14="http://schemas.microsoft.com/office/powerpoint/2010/main" val="10040285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16</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 name="Picture 5">
            <a:extLst>
              <a:ext uri="{FF2B5EF4-FFF2-40B4-BE49-F238E27FC236}">
                <a16:creationId xmlns:a16="http://schemas.microsoft.com/office/drawing/2014/main" id="{50BC63B0-7178-06AD-4D0B-1A0435F82DC9}"/>
              </a:ext>
            </a:extLst>
          </p:cNvPr>
          <p:cNvPicPr>
            <a:picLocks noChangeAspect="1"/>
          </p:cNvPicPr>
          <p:nvPr/>
        </p:nvPicPr>
        <p:blipFill>
          <a:blip r:embed="rId2"/>
          <a:stretch>
            <a:fillRect/>
          </a:stretch>
        </p:blipFill>
        <p:spPr>
          <a:xfrm>
            <a:off x="1146220" y="64729"/>
            <a:ext cx="9434512" cy="6793271"/>
          </a:xfrm>
          <a:prstGeom prst="rect">
            <a:avLst/>
          </a:prstGeom>
        </p:spPr>
      </p:pic>
      <p:grpSp>
        <p:nvGrpSpPr>
          <p:cNvPr id="21" name="Group 20">
            <a:extLst>
              <a:ext uri="{FF2B5EF4-FFF2-40B4-BE49-F238E27FC236}">
                <a16:creationId xmlns:a16="http://schemas.microsoft.com/office/drawing/2014/main" id="{D42F26CB-308B-6426-6C7B-6F3D3A28114D}"/>
              </a:ext>
            </a:extLst>
          </p:cNvPr>
          <p:cNvGrpSpPr/>
          <p:nvPr/>
        </p:nvGrpSpPr>
        <p:grpSpPr>
          <a:xfrm>
            <a:off x="5692610" y="1178868"/>
            <a:ext cx="3216600" cy="680760"/>
            <a:chOff x="5692610" y="1178868"/>
            <a:chExt cx="3216600" cy="680760"/>
          </a:xfrm>
        </p:grpSpPr>
        <mc:AlternateContent xmlns:mc="http://schemas.openxmlformats.org/markup-compatibility/2006">
          <mc:Choice xmlns:p14="http://schemas.microsoft.com/office/powerpoint/2010/main" Requires="p14">
            <p:contentPart p14:bwMode="auto" r:id="rId3">
              <p14:nvContentPartPr>
                <p14:cNvPr id="7" name="Ink 6">
                  <a:extLst>
                    <a:ext uri="{FF2B5EF4-FFF2-40B4-BE49-F238E27FC236}">
                      <a16:creationId xmlns:a16="http://schemas.microsoft.com/office/drawing/2014/main" id="{3CEA81C7-A502-2A19-D5C2-494302A72681}"/>
                    </a:ext>
                  </a:extLst>
                </p14:cNvPr>
                <p14:cNvContentPartPr/>
                <p14:nvPr/>
              </p14:nvContentPartPr>
              <p14:xfrm>
                <a:off x="5800970" y="1327188"/>
                <a:ext cx="40320" cy="432360"/>
              </p14:xfrm>
            </p:contentPart>
          </mc:Choice>
          <mc:Fallback>
            <p:pic>
              <p:nvPicPr>
                <p:cNvPr id="7" name="Ink 6">
                  <a:extLst>
                    <a:ext uri="{FF2B5EF4-FFF2-40B4-BE49-F238E27FC236}">
                      <a16:creationId xmlns:a16="http://schemas.microsoft.com/office/drawing/2014/main" id="{3CEA81C7-A502-2A19-D5C2-494302A72681}"/>
                    </a:ext>
                  </a:extLst>
                </p:cNvPr>
                <p:cNvPicPr/>
                <p:nvPr/>
              </p:nvPicPr>
              <p:blipFill>
                <a:blip r:embed="rId4"/>
                <a:stretch>
                  <a:fillRect/>
                </a:stretch>
              </p:blipFill>
              <p:spPr>
                <a:xfrm>
                  <a:off x="5783330" y="1309548"/>
                  <a:ext cx="75960" cy="468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8" name="Ink 7">
                  <a:extLst>
                    <a:ext uri="{FF2B5EF4-FFF2-40B4-BE49-F238E27FC236}">
                      <a16:creationId xmlns:a16="http://schemas.microsoft.com/office/drawing/2014/main" id="{878CC9D4-3E13-0563-2B0C-AE23E695F845}"/>
                    </a:ext>
                  </a:extLst>
                </p14:cNvPr>
                <p14:cNvContentPartPr/>
                <p14:nvPr/>
              </p14:nvContentPartPr>
              <p14:xfrm>
                <a:off x="5692610" y="1179228"/>
                <a:ext cx="488160" cy="457200"/>
              </p14:xfrm>
            </p:contentPart>
          </mc:Choice>
          <mc:Fallback>
            <p:pic>
              <p:nvPicPr>
                <p:cNvPr id="8" name="Ink 7">
                  <a:extLst>
                    <a:ext uri="{FF2B5EF4-FFF2-40B4-BE49-F238E27FC236}">
                      <a16:creationId xmlns:a16="http://schemas.microsoft.com/office/drawing/2014/main" id="{878CC9D4-3E13-0563-2B0C-AE23E695F845}"/>
                    </a:ext>
                  </a:extLst>
                </p:cNvPr>
                <p:cNvPicPr/>
                <p:nvPr/>
              </p:nvPicPr>
              <p:blipFill>
                <a:blip r:embed="rId6"/>
                <a:stretch>
                  <a:fillRect/>
                </a:stretch>
              </p:blipFill>
              <p:spPr>
                <a:xfrm>
                  <a:off x="5674970" y="1161228"/>
                  <a:ext cx="523800" cy="4928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9" name="Ink 8">
                  <a:extLst>
                    <a:ext uri="{FF2B5EF4-FFF2-40B4-BE49-F238E27FC236}">
                      <a16:creationId xmlns:a16="http://schemas.microsoft.com/office/drawing/2014/main" id="{ADB44E01-A959-844D-1DA5-A7D1E7865247}"/>
                    </a:ext>
                  </a:extLst>
                </p14:cNvPr>
                <p14:cNvContentPartPr/>
                <p14:nvPr/>
              </p14:nvContentPartPr>
              <p14:xfrm>
                <a:off x="6400730" y="1336908"/>
                <a:ext cx="59760" cy="419400"/>
              </p14:xfrm>
            </p:contentPart>
          </mc:Choice>
          <mc:Fallback>
            <p:pic>
              <p:nvPicPr>
                <p:cNvPr id="9" name="Ink 8">
                  <a:extLst>
                    <a:ext uri="{FF2B5EF4-FFF2-40B4-BE49-F238E27FC236}">
                      <a16:creationId xmlns:a16="http://schemas.microsoft.com/office/drawing/2014/main" id="{ADB44E01-A959-844D-1DA5-A7D1E7865247}"/>
                    </a:ext>
                  </a:extLst>
                </p:cNvPr>
                <p:cNvPicPr/>
                <p:nvPr/>
              </p:nvPicPr>
              <p:blipFill>
                <a:blip r:embed="rId8"/>
                <a:stretch>
                  <a:fillRect/>
                </a:stretch>
              </p:blipFill>
              <p:spPr>
                <a:xfrm>
                  <a:off x="6382730" y="1319268"/>
                  <a:ext cx="95400" cy="4550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1" name="Ink 10">
                  <a:extLst>
                    <a:ext uri="{FF2B5EF4-FFF2-40B4-BE49-F238E27FC236}">
                      <a16:creationId xmlns:a16="http://schemas.microsoft.com/office/drawing/2014/main" id="{C5387508-09E8-4478-2CB1-F5F5839FA171}"/>
                    </a:ext>
                  </a:extLst>
                </p14:cNvPr>
                <p14:cNvContentPartPr/>
                <p14:nvPr/>
              </p14:nvContentPartPr>
              <p14:xfrm>
                <a:off x="6380210" y="1199028"/>
                <a:ext cx="394560" cy="490680"/>
              </p14:xfrm>
            </p:contentPart>
          </mc:Choice>
          <mc:Fallback>
            <p:pic>
              <p:nvPicPr>
                <p:cNvPr id="11" name="Ink 10">
                  <a:extLst>
                    <a:ext uri="{FF2B5EF4-FFF2-40B4-BE49-F238E27FC236}">
                      <a16:creationId xmlns:a16="http://schemas.microsoft.com/office/drawing/2014/main" id="{C5387508-09E8-4478-2CB1-F5F5839FA171}"/>
                    </a:ext>
                  </a:extLst>
                </p:cNvPr>
                <p:cNvPicPr/>
                <p:nvPr/>
              </p:nvPicPr>
              <p:blipFill>
                <a:blip r:embed="rId10"/>
                <a:stretch>
                  <a:fillRect/>
                </a:stretch>
              </p:blipFill>
              <p:spPr>
                <a:xfrm>
                  <a:off x="6362570" y="1181028"/>
                  <a:ext cx="430200" cy="5263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2" name="Ink 11">
                  <a:extLst>
                    <a:ext uri="{FF2B5EF4-FFF2-40B4-BE49-F238E27FC236}">
                      <a16:creationId xmlns:a16="http://schemas.microsoft.com/office/drawing/2014/main" id="{8BDFBAFB-0124-350F-87BF-1B173BF5FCE4}"/>
                    </a:ext>
                  </a:extLst>
                </p14:cNvPr>
                <p14:cNvContentPartPr/>
                <p14:nvPr/>
              </p14:nvContentPartPr>
              <p14:xfrm>
                <a:off x="6450050" y="1453548"/>
                <a:ext cx="254880" cy="11520"/>
              </p14:xfrm>
            </p:contentPart>
          </mc:Choice>
          <mc:Fallback>
            <p:pic>
              <p:nvPicPr>
                <p:cNvPr id="12" name="Ink 11">
                  <a:extLst>
                    <a:ext uri="{FF2B5EF4-FFF2-40B4-BE49-F238E27FC236}">
                      <a16:creationId xmlns:a16="http://schemas.microsoft.com/office/drawing/2014/main" id="{8BDFBAFB-0124-350F-87BF-1B173BF5FCE4}"/>
                    </a:ext>
                  </a:extLst>
                </p:cNvPr>
                <p:cNvPicPr/>
                <p:nvPr/>
              </p:nvPicPr>
              <p:blipFill>
                <a:blip r:embed="rId12"/>
                <a:stretch>
                  <a:fillRect/>
                </a:stretch>
              </p:blipFill>
              <p:spPr>
                <a:xfrm>
                  <a:off x="6432050" y="1435908"/>
                  <a:ext cx="290520" cy="471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3" name="Ink 12">
                  <a:extLst>
                    <a:ext uri="{FF2B5EF4-FFF2-40B4-BE49-F238E27FC236}">
                      <a16:creationId xmlns:a16="http://schemas.microsoft.com/office/drawing/2014/main" id="{5DDA6787-6D4C-7377-EAA5-D479383072F7}"/>
                    </a:ext>
                  </a:extLst>
                </p14:cNvPr>
                <p14:cNvContentPartPr/>
                <p14:nvPr/>
              </p14:nvContentPartPr>
              <p14:xfrm>
                <a:off x="6990770" y="1317468"/>
                <a:ext cx="86760" cy="384480"/>
              </p14:xfrm>
            </p:contentPart>
          </mc:Choice>
          <mc:Fallback>
            <p:pic>
              <p:nvPicPr>
                <p:cNvPr id="13" name="Ink 12">
                  <a:extLst>
                    <a:ext uri="{FF2B5EF4-FFF2-40B4-BE49-F238E27FC236}">
                      <a16:creationId xmlns:a16="http://schemas.microsoft.com/office/drawing/2014/main" id="{5DDA6787-6D4C-7377-EAA5-D479383072F7}"/>
                    </a:ext>
                  </a:extLst>
                </p:cNvPr>
                <p:cNvPicPr/>
                <p:nvPr/>
              </p:nvPicPr>
              <p:blipFill>
                <a:blip r:embed="rId14"/>
                <a:stretch>
                  <a:fillRect/>
                </a:stretch>
              </p:blipFill>
              <p:spPr>
                <a:xfrm>
                  <a:off x="6972770" y="1299828"/>
                  <a:ext cx="122400" cy="4201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4" name="Ink 13">
                  <a:extLst>
                    <a:ext uri="{FF2B5EF4-FFF2-40B4-BE49-F238E27FC236}">
                      <a16:creationId xmlns:a16="http://schemas.microsoft.com/office/drawing/2014/main" id="{F0175B66-944D-264A-66C3-EA2C4DA8D7DC}"/>
                    </a:ext>
                  </a:extLst>
                </p14:cNvPr>
                <p14:cNvContentPartPr/>
                <p14:nvPr/>
              </p14:nvContentPartPr>
              <p14:xfrm>
                <a:off x="6914090" y="1178868"/>
                <a:ext cx="432000" cy="268200"/>
              </p14:xfrm>
            </p:contentPart>
          </mc:Choice>
          <mc:Fallback>
            <p:pic>
              <p:nvPicPr>
                <p:cNvPr id="14" name="Ink 13">
                  <a:extLst>
                    <a:ext uri="{FF2B5EF4-FFF2-40B4-BE49-F238E27FC236}">
                      <a16:creationId xmlns:a16="http://schemas.microsoft.com/office/drawing/2014/main" id="{F0175B66-944D-264A-66C3-EA2C4DA8D7DC}"/>
                    </a:ext>
                  </a:extLst>
                </p:cNvPr>
                <p:cNvPicPr/>
                <p:nvPr/>
              </p:nvPicPr>
              <p:blipFill>
                <a:blip r:embed="rId16"/>
                <a:stretch>
                  <a:fillRect/>
                </a:stretch>
              </p:blipFill>
              <p:spPr>
                <a:xfrm>
                  <a:off x="6896090" y="1161228"/>
                  <a:ext cx="467640" cy="30384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5" name="Ink 14">
                  <a:extLst>
                    <a:ext uri="{FF2B5EF4-FFF2-40B4-BE49-F238E27FC236}">
                      <a16:creationId xmlns:a16="http://schemas.microsoft.com/office/drawing/2014/main" id="{A3B577B6-6CC2-C7DC-19C5-E85968974A36}"/>
                    </a:ext>
                  </a:extLst>
                </p14:cNvPr>
                <p14:cNvContentPartPr/>
                <p14:nvPr/>
              </p14:nvContentPartPr>
              <p14:xfrm>
                <a:off x="7599530" y="1258428"/>
                <a:ext cx="108720" cy="550080"/>
              </p14:xfrm>
            </p:contentPart>
          </mc:Choice>
          <mc:Fallback>
            <p:pic>
              <p:nvPicPr>
                <p:cNvPr id="15" name="Ink 14">
                  <a:extLst>
                    <a:ext uri="{FF2B5EF4-FFF2-40B4-BE49-F238E27FC236}">
                      <a16:creationId xmlns:a16="http://schemas.microsoft.com/office/drawing/2014/main" id="{A3B577B6-6CC2-C7DC-19C5-E85968974A36}"/>
                    </a:ext>
                  </a:extLst>
                </p:cNvPr>
                <p:cNvPicPr/>
                <p:nvPr/>
              </p:nvPicPr>
              <p:blipFill>
                <a:blip r:embed="rId18"/>
                <a:stretch>
                  <a:fillRect/>
                </a:stretch>
              </p:blipFill>
              <p:spPr>
                <a:xfrm>
                  <a:off x="7581890" y="1240788"/>
                  <a:ext cx="144360" cy="58572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6" name="Ink 15">
                  <a:extLst>
                    <a:ext uri="{FF2B5EF4-FFF2-40B4-BE49-F238E27FC236}">
                      <a16:creationId xmlns:a16="http://schemas.microsoft.com/office/drawing/2014/main" id="{9A2CAC11-D449-E33A-C8AD-83518E2F7286}"/>
                    </a:ext>
                  </a:extLst>
                </p14:cNvPr>
                <p14:cNvContentPartPr/>
                <p14:nvPr/>
              </p14:nvContentPartPr>
              <p14:xfrm>
                <a:off x="8080850" y="1258428"/>
                <a:ext cx="109800" cy="537840"/>
              </p14:xfrm>
            </p:contentPart>
          </mc:Choice>
          <mc:Fallback>
            <p:pic>
              <p:nvPicPr>
                <p:cNvPr id="16" name="Ink 15">
                  <a:extLst>
                    <a:ext uri="{FF2B5EF4-FFF2-40B4-BE49-F238E27FC236}">
                      <a16:creationId xmlns:a16="http://schemas.microsoft.com/office/drawing/2014/main" id="{9A2CAC11-D449-E33A-C8AD-83518E2F7286}"/>
                    </a:ext>
                  </a:extLst>
                </p:cNvPr>
                <p:cNvPicPr/>
                <p:nvPr/>
              </p:nvPicPr>
              <p:blipFill>
                <a:blip r:embed="rId20"/>
                <a:stretch>
                  <a:fillRect/>
                </a:stretch>
              </p:blipFill>
              <p:spPr>
                <a:xfrm>
                  <a:off x="8063210" y="1240788"/>
                  <a:ext cx="145440" cy="5734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7" name="Ink 16">
                  <a:extLst>
                    <a:ext uri="{FF2B5EF4-FFF2-40B4-BE49-F238E27FC236}">
                      <a16:creationId xmlns:a16="http://schemas.microsoft.com/office/drawing/2014/main" id="{31CB89B6-2F26-C02B-A552-316DCFA4B178}"/>
                    </a:ext>
                  </a:extLst>
                </p14:cNvPr>
                <p14:cNvContentPartPr/>
                <p14:nvPr/>
              </p14:nvContentPartPr>
              <p14:xfrm>
                <a:off x="7924610" y="1198668"/>
                <a:ext cx="443160" cy="462960"/>
              </p14:xfrm>
            </p:contentPart>
          </mc:Choice>
          <mc:Fallback>
            <p:pic>
              <p:nvPicPr>
                <p:cNvPr id="17" name="Ink 16">
                  <a:extLst>
                    <a:ext uri="{FF2B5EF4-FFF2-40B4-BE49-F238E27FC236}">
                      <a16:creationId xmlns:a16="http://schemas.microsoft.com/office/drawing/2014/main" id="{31CB89B6-2F26-C02B-A552-316DCFA4B178}"/>
                    </a:ext>
                  </a:extLst>
                </p:cNvPr>
                <p:cNvPicPr/>
                <p:nvPr/>
              </p:nvPicPr>
              <p:blipFill>
                <a:blip r:embed="rId22"/>
                <a:stretch>
                  <a:fillRect/>
                </a:stretch>
              </p:blipFill>
              <p:spPr>
                <a:xfrm>
                  <a:off x="7906970" y="1181028"/>
                  <a:ext cx="478800" cy="4986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8" name="Ink 17">
                  <a:extLst>
                    <a:ext uri="{FF2B5EF4-FFF2-40B4-BE49-F238E27FC236}">
                      <a16:creationId xmlns:a16="http://schemas.microsoft.com/office/drawing/2014/main" id="{F14BD320-1115-70CD-E5D0-6EE1A63506AB}"/>
                    </a:ext>
                  </a:extLst>
                </p14:cNvPr>
                <p14:cNvContentPartPr/>
                <p14:nvPr/>
              </p14:nvContentPartPr>
              <p14:xfrm>
                <a:off x="8534090" y="1631388"/>
                <a:ext cx="375120" cy="179280"/>
              </p14:xfrm>
            </p:contentPart>
          </mc:Choice>
          <mc:Fallback>
            <p:pic>
              <p:nvPicPr>
                <p:cNvPr id="18" name="Ink 17">
                  <a:extLst>
                    <a:ext uri="{FF2B5EF4-FFF2-40B4-BE49-F238E27FC236}">
                      <a16:creationId xmlns:a16="http://schemas.microsoft.com/office/drawing/2014/main" id="{F14BD320-1115-70CD-E5D0-6EE1A63506AB}"/>
                    </a:ext>
                  </a:extLst>
                </p:cNvPr>
                <p:cNvPicPr/>
                <p:nvPr/>
              </p:nvPicPr>
              <p:blipFill>
                <a:blip r:embed="rId24"/>
                <a:stretch>
                  <a:fillRect/>
                </a:stretch>
              </p:blipFill>
              <p:spPr>
                <a:xfrm>
                  <a:off x="8516450" y="1613388"/>
                  <a:ext cx="410760" cy="21492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20" name="Ink 19">
                  <a:extLst>
                    <a:ext uri="{FF2B5EF4-FFF2-40B4-BE49-F238E27FC236}">
                      <a16:creationId xmlns:a16="http://schemas.microsoft.com/office/drawing/2014/main" id="{FCF8BEA3-B702-14AD-ED6A-BB8FBC1FFB03}"/>
                    </a:ext>
                  </a:extLst>
                </p14:cNvPr>
                <p14:cNvContentPartPr/>
                <p14:nvPr/>
              </p14:nvContentPartPr>
              <p14:xfrm>
                <a:off x="6805730" y="1759908"/>
                <a:ext cx="262800" cy="99720"/>
              </p14:xfrm>
            </p:contentPart>
          </mc:Choice>
          <mc:Fallback>
            <p:pic>
              <p:nvPicPr>
                <p:cNvPr id="20" name="Ink 19">
                  <a:extLst>
                    <a:ext uri="{FF2B5EF4-FFF2-40B4-BE49-F238E27FC236}">
                      <a16:creationId xmlns:a16="http://schemas.microsoft.com/office/drawing/2014/main" id="{FCF8BEA3-B702-14AD-ED6A-BB8FBC1FFB03}"/>
                    </a:ext>
                  </a:extLst>
                </p:cNvPr>
                <p:cNvPicPr/>
                <p:nvPr/>
              </p:nvPicPr>
              <p:blipFill>
                <a:blip r:embed="rId26"/>
                <a:stretch>
                  <a:fillRect/>
                </a:stretch>
              </p:blipFill>
              <p:spPr>
                <a:xfrm>
                  <a:off x="6787730" y="1741908"/>
                  <a:ext cx="298440" cy="1353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7">
            <p14:nvContentPartPr>
              <p14:cNvPr id="22" name="Ink 21">
                <a:extLst>
                  <a:ext uri="{FF2B5EF4-FFF2-40B4-BE49-F238E27FC236}">
                    <a16:creationId xmlns:a16="http://schemas.microsoft.com/office/drawing/2014/main" id="{84C9C2DD-D314-F4BF-E98C-A2F53C5F0C82}"/>
                  </a:ext>
                </a:extLst>
              </p14:cNvPr>
              <p14:cNvContentPartPr/>
              <p14:nvPr/>
            </p14:nvContentPartPr>
            <p14:xfrm>
              <a:off x="3716210" y="2025588"/>
              <a:ext cx="46800" cy="360"/>
            </p14:xfrm>
          </p:contentPart>
        </mc:Choice>
        <mc:Fallback>
          <p:pic>
            <p:nvPicPr>
              <p:cNvPr id="22" name="Ink 21">
                <a:extLst>
                  <a:ext uri="{FF2B5EF4-FFF2-40B4-BE49-F238E27FC236}">
                    <a16:creationId xmlns:a16="http://schemas.microsoft.com/office/drawing/2014/main" id="{84C9C2DD-D314-F4BF-E98C-A2F53C5F0C82}"/>
                  </a:ext>
                </a:extLst>
              </p:cNvPr>
              <p:cNvPicPr/>
              <p:nvPr/>
            </p:nvPicPr>
            <p:blipFill>
              <a:blip r:embed="rId28"/>
              <a:stretch>
                <a:fillRect/>
              </a:stretch>
            </p:blipFill>
            <p:spPr>
              <a:xfrm>
                <a:off x="3698570" y="2007588"/>
                <a:ext cx="8244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3" name="Ink 22">
                <a:extLst>
                  <a:ext uri="{FF2B5EF4-FFF2-40B4-BE49-F238E27FC236}">
                    <a16:creationId xmlns:a16="http://schemas.microsoft.com/office/drawing/2014/main" id="{2DC66000-FFF4-824B-58F6-0A798CD1DB99}"/>
                  </a:ext>
                </a:extLst>
              </p14:cNvPr>
              <p14:cNvContentPartPr/>
              <p14:nvPr/>
            </p14:nvContentPartPr>
            <p14:xfrm>
              <a:off x="3559250" y="2576028"/>
              <a:ext cx="87480" cy="360"/>
            </p14:xfrm>
          </p:contentPart>
        </mc:Choice>
        <mc:Fallback>
          <p:pic>
            <p:nvPicPr>
              <p:cNvPr id="23" name="Ink 22">
                <a:extLst>
                  <a:ext uri="{FF2B5EF4-FFF2-40B4-BE49-F238E27FC236}">
                    <a16:creationId xmlns:a16="http://schemas.microsoft.com/office/drawing/2014/main" id="{2DC66000-FFF4-824B-58F6-0A798CD1DB99}"/>
                  </a:ext>
                </a:extLst>
              </p:cNvPr>
              <p:cNvPicPr/>
              <p:nvPr/>
            </p:nvPicPr>
            <p:blipFill>
              <a:blip r:embed="rId30"/>
              <a:stretch>
                <a:fillRect/>
              </a:stretch>
            </p:blipFill>
            <p:spPr>
              <a:xfrm>
                <a:off x="3541610" y="2558028"/>
                <a:ext cx="12312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4" name="Ink 23">
                <a:extLst>
                  <a:ext uri="{FF2B5EF4-FFF2-40B4-BE49-F238E27FC236}">
                    <a16:creationId xmlns:a16="http://schemas.microsoft.com/office/drawing/2014/main" id="{F6075777-85DE-B7AD-5268-4B034C6B949D}"/>
                  </a:ext>
                </a:extLst>
              </p14:cNvPr>
              <p14:cNvContentPartPr/>
              <p14:nvPr/>
            </p14:nvContentPartPr>
            <p14:xfrm>
              <a:off x="3667610" y="3814788"/>
              <a:ext cx="77400" cy="360"/>
            </p14:xfrm>
          </p:contentPart>
        </mc:Choice>
        <mc:Fallback>
          <p:pic>
            <p:nvPicPr>
              <p:cNvPr id="24" name="Ink 23">
                <a:extLst>
                  <a:ext uri="{FF2B5EF4-FFF2-40B4-BE49-F238E27FC236}">
                    <a16:creationId xmlns:a16="http://schemas.microsoft.com/office/drawing/2014/main" id="{F6075777-85DE-B7AD-5268-4B034C6B949D}"/>
                  </a:ext>
                </a:extLst>
              </p:cNvPr>
              <p:cNvPicPr/>
              <p:nvPr/>
            </p:nvPicPr>
            <p:blipFill>
              <a:blip r:embed="rId32"/>
              <a:stretch>
                <a:fillRect/>
              </a:stretch>
            </p:blipFill>
            <p:spPr>
              <a:xfrm>
                <a:off x="3649610" y="3797148"/>
                <a:ext cx="11304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5" name="Ink 24">
                <a:extLst>
                  <a:ext uri="{FF2B5EF4-FFF2-40B4-BE49-F238E27FC236}">
                    <a16:creationId xmlns:a16="http://schemas.microsoft.com/office/drawing/2014/main" id="{249981C9-6973-0DCA-B97A-06B2AA8D46B3}"/>
                  </a:ext>
                </a:extLst>
              </p14:cNvPr>
              <p14:cNvContentPartPr/>
              <p14:nvPr/>
            </p14:nvContentPartPr>
            <p14:xfrm>
              <a:off x="3608570" y="4640628"/>
              <a:ext cx="46440" cy="360"/>
            </p14:xfrm>
          </p:contentPart>
        </mc:Choice>
        <mc:Fallback>
          <p:pic>
            <p:nvPicPr>
              <p:cNvPr id="25" name="Ink 24">
                <a:extLst>
                  <a:ext uri="{FF2B5EF4-FFF2-40B4-BE49-F238E27FC236}">
                    <a16:creationId xmlns:a16="http://schemas.microsoft.com/office/drawing/2014/main" id="{249981C9-6973-0DCA-B97A-06B2AA8D46B3}"/>
                  </a:ext>
                </a:extLst>
              </p:cNvPr>
              <p:cNvPicPr/>
              <p:nvPr/>
            </p:nvPicPr>
            <p:blipFill>
              <a:blip r:embed="rId34"/>
              <a:stretch>
                <a:fillRect/>
              </a:stretch>
            </p:blipFill>
            <p:spPr>
              <a:xfrm>
                <a:off x="3590570" y="4622988"/>
                <a:ext cx="8208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6" name="Ink 25">
                <a:extLst>
                  <a:ext uri="{FF2B5EF4-FFF2-40B4-BE49-F238E27FC236}">
                    <a16:creationId xmlns:a16="http://schemas.microsoft.com/office/drawing/2014/main" id="{DD68A7D0-D03A-4204-3098-E4BE8D11A511}"/>
                  </a:ext>
                </a:extLst>
              </p14:cNvPr>
              <p14:cNvContentPartPr/>
              <p14:nvPr/>
            </p14:nvContentPartPr>
            <p14:xfrm>
              <a:off x="3726650" y="5053548"/>
              <a:ext cx="56880" cy="360"/>
            </p14:xfrm>
          </p:contentPart>
        </mc:Choice>
        <mc:Fallback>
          <p:pic>
            <p:nvPicPr>
              <p:cNvPr id="26" name="Ink 25">
                <a:extLst>
                  <a:ext uri="{FF2B5EF4-FFF2-40B4-BE49-F238E27FC236}">
                    <a16:creationId xmlns:a16="http://schemas.microsoft.com/office/drawing/2014/main" id="{DD68A7D0-D03A-4204-3098-E4BE8D11A511}"/>
                  </a:ext>
                </a:extLst>
              </p:cNvPr>
              <p:cNvPicPr/>
              <p:nvPr/>
            </p:nvPicPr>
            <p:blipFill>
              <a:blip r:embed="rId36"/>
              <a:stretch>
                <a:fillRect/>
              </a:stretch>
            </p:blipFill>
            <p:spPr>
              <a:xfrm>
                <a:off x="3708650" y="5035908"/>
                <a:ext cx="9252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7" name="Ink 26">
                <a:extLst>
                  <a:ext uri="{FF2B5EF4-FFF2-40B4-BE49-F238E27FC236}">
                    <a16:creationId xmlns:a16="http://schemas.microsoft.com/office/drawing/2014/main" id="{39F6770B-46A5-CE87-72CD-6ECD257B9BE3}"/>
                  </a:ext>
                </a:extLst>
              </p14:cNvPr>
              <p14:cNvContentPartPr/>
              <p14:nvPr/>
            </p14:nvContentPartPr>
            <p14:xfrm>
              <a:off x="3746090" y="5486268"/>
              <a:ext cx="67320" cy="360"/>
            </p14:xfrm>
          </p:contentPart>
        </mc:Choice>
        <mc:Fallback>
          <p:pic>
            <p:nvPicPr>
              <p:cNvPr id="27" name="Ink 26">
                <a:extLst>
                  <a:ext uri="{FF2B5EF4-FFF2-40B4-BE49-F238E27FC236}">
                    <a16:creationId xmlns:a16="http://schemas.microsoft.com/office/drawing/2014/main" id="{39F6770B-46A5-CE87-72CD-6ECD257B9BE3}"/>
                  </a:ext>
                </a:extLst>
              </p:cNvPr>
              <p:cNvPicPr/>
              <p:nvPr/>
            </p:nvPicPr>
            <p:blipFill>
              <a:blip r:embed="rId38"/>
              <a:stretch>
                <a:fillRect/>
              </a:stretch>
            </p:blipFill>
            <p:spPr>
              <a:xfrm>
                <a:off x="3728090" y="5468268"/>
                <a:ext cx="10296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8" name="Ink 27">
                <a:extLst>
                  <a:ext uri="{FF2B5EF4-FFF2-40B4-BE49-F238E27FC236}">
                    <a16:creationId xmlns:a16="http://schemas.microsoft.com/office/drawing/2014/main" id="{86C26036-5951-4C0B-76C3-7A16E0B4B4EE}"/>
                  </a:ext>
                </a:extLst>
              </p14:cNvPr>
              <p14:cNvContentPartPr/>
              <p14:nvPr/>
            </p14:nvContentPartPr>
            <p14:xfrm>
              <a:off x="3785330" y="5987748"/>
              <a:ext cx="46440" cy="360"/>
            </p14:xfrm>
          </p:contentPart>
        </mc:Choice>
        <mc:Fallback>
          <p:pic>
            <p:nvPicPr>
              <p:cNvPr id="28" name="Ink 27">
                <a:extLst>
                  <a:ext uri="{FF2B5EF4-FFF2-40B4-BE49-F238E27FC236}">
                    <a16:creationId xmlns:a16="http://schemas.microsoft.com/office/drawing/2014/main" id="{86C26036-5951-4C0B-76C3-7A16E0B4B4EE}"/>
                  </a:ext>
                </a:extLst>
              </p:cNvPr>
              <p:cNvPicPr/>
              <p:nvPr/>
            </p:nvPicPr>
            <p:blipFill>
              <a:blip r:embed="rId28"/>
              <a:stretch>
                <a:fillRect/>
              </a:stretch>
            </p:blipFill>
            <p:spPr>
              <a:xfrm>
                <a:off x="3767690" y="5970108"/>
                <a:ext cx="82080" cy="36000"/>
              </a:xfrm>
              <a:prstGeom prst="rect">
                <a:avLst/>
              </a:prstGeom>
            </p:spPr>
          </p:pic>
        </mc:Fallback>
      </mc:AlternateContent>
    </p:spTree>
    <p:extLst>
      <p:ext uri="{BB962C8B-B14F-4D97-AF65-F5344CB8AC3E}">
        <p14:creationId xmlns:p14="http://schemas.microsoft.com/office/powerpoint/2010/main" val="673997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17</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5" name="Picture 4">
            <a:extLst>
              <a:ext uri="{FF2B5EF4-FFF2-40B4-BE49-F238E27FC236}">
                <a16:creationId xmlns:a16="http://schemas.microsoft.com/office/drawing/2014/main" id="{B4B9E52C-64B5-2150-18F0-0F44C8016AA0}"/>
              </a:ext>
            </a:extLst>
          </p:cNvPr>
          <p:cNvPicPr>
            <a:picLocks noChangeAspect="1"/>
          </p:cNvPicPr>
          <p:nvPr/>
        </p:nvPicPr>
        <p:blipFill>
          <a:blip r:embed="rId2"/>
          <a:stretch>
            <a:fillRect/>
          </a:stretch>
        </p:blipFill>
        <p:spPr>
          <a:xfrm>
            <a:off x="734096" y="230800"/>
            <a:ext cx="10238703" cy="5631838"/>
          </a:xfrm>
          <a:prstGeom prst="rect">
            <a:avLst/>
          </a:prstGeom>
        </p:spPr>
      </p:pic>
    </p:spTree>
    <p:extLst>
      <p:ext uri="{BB962C8B-B14F-4D97-AF65-F5344CB8AC3E}">
        <p14:creationId xmlns:p14="http://schemas.microsoft.com/office/powerpoint/2010/main" val="11393642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18</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5" name="Picture 4">
            <a:extLst>
              <a:ext uri="{FF2B5EF4-FFF2-40B4-BE49-F238E27FC236}">
                <a16:creationId xmlns:a16="http://schemas.microsoft.com/office/drawing/2014/main" id="{50949ED2-23EF-9800-F115-A2AE4E74CB0A}"/>
              </a:ext>
            </a:extLst>
          </p:cNvPr>
          <p:cNvPicPr>
            <a:picLocks noChangeAspect="1"/>
          </p:cNvPicPr>
          <p:nvPr/>
        </p:nvPicPr>
        <p:blipFill>
          <a:blip r:embed="rId2"/>
          <a:stretch>
            <a:fillRect/>
          </a:stretch>
        </p:blipFill>
        <p:spPr>
          <a:xfrm>
            <a:off x="785611" y="136525"/>
            <a:ext cx="9926861" cy="5725015"/>
          </a:xfrm>
          <a:prstGeom prst="rect">
            <a:avLst/>
          </a:prstGeom>
        </p:spPr>
      </p:pic>
    </p:spTree>
    <p:extLst>
      <p:ext uri="{BB962C8B-B14F-4D97-AF65-F5344CB8AC3E}">
        <p14:creationId xmlns:p14="http://schemas.microsoft.com/office/powerpoint/2010/main" val="41613517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19</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6" name="TextBox 5">
            <a:extLst>
              <a:ext uri="{FF2B5EF4-FFF2-40B4-BE49-F238E27FC236}">
                <a16:creationId xmlns:a16="http://schemas.microsoft.com/office/drawing/2014/main" id="{40AE26EF-1009-B860-C0A0-6DBEEEB26F52}"/>
              </a:ext>
            </a:extLst>
          </p:cNvPr>
          <p:cNvSpPr txBox="1"/>
          <p:nvPr/>
        </p:nvSpPr>
        <p:spPr>
          <a:xfrm>
            <a:off x="159458" y="136525"/>
            <a:ext cx="5595607" cy="6678751"/>
          </a:xfrm>
          <a:prstGeom prst="rect">
            <a:avLst/>
          </a:prstGeom>
          <a:noFill/>
        </p:spPr>
        <p:txBody>
          <a:bodyPr wrap="square" rtlCol="0">
            <a:spAutoFit/>
          </a:bodyPr>
          <a:lstStyle/>
          <a:p>
            <a:r>
              <a:rPr lang="en-IN" sz="3200" b="1" dirty="0">
                <a:solidFill>
                  <a:srgbClr val="FF0000"/>
                </a:solidFill>
              </a:rPr>
              <a:t>Hardwired Control</a:t>
            </a:r>
          </a:p>
          <a:p>
            <a:r>
              <a:rPr lang="en-IN" dirty="0"/>
              <a:t>Every instruction, is sequence of control signals, generated in steps.</a:t>
            </a:r>
          </a:p>
          <a:p>
            <a:endParaRPr lang="en-IN" dirty="0"/>
          </a:p>
          <a:p>
            <a:r>
              <a:rPr lang="en-IN" dirty="0"/>
              <a:t>Each step is completed in one clock cycle. A counter is required to keep track of these steps, </a:t>
            </a:r>
            <a:r>
              <a:rPr lang="en-IN" dirty="0" err="1"/>
              <a:t>i.e</a:t>
            </a:r>
            <a:r>
              <a:rPr lang="en-IN" dirty="0"/>
              <a:t> control step counter is used, each state or count of this counter corresponds to one control step, the step decoder provides separate signal line for each step.</a:t>
            </a:r>
          </a:p>
          <a:p>
            <a:r>
              <a:rPr lang="en-IN" dirty="0"/>
              <a:t>The output of a instruction decoder consists of separate line for each instruction.</a:t>
            </a:r>
          </a:p>
          <a:p>
            <a:endParaRPr lang="en-IN" dirty="0"/>
          </a:p>
          <a:p>
            <a:r>
              <a:rPr lang="en-IN" dirty="0"/>
              <a:t>Encoder receives the signals from External inputs like </a:t>
            </a:r>
            <a:r>
              <a:rPr lang="en-IN" dirty="0" err="1"/>
              <a:t>MFC,interrupts</a:t>
            </a:r>
            <a:r>
              <a:rPr lang="en-IN" dirty="0"/>
              <a:t> etc. Encoder also receives the data from conditional codes like Zero </a:t>
            </a:r>
            <a:r>
              <a:rPr lang="en-IN" dirty="0" err="1"/>
              <a:t>flag,Negative</a:t>
            </a:r>
            <a:r>
              <a:rPr lang="en-IN" dirty="0"/>
              <a:t> flag. Etc.</a:t>
            </a:r>
          </a:p>
          <a:p>
            <a:r>
              <a:rPr lang="en-IN" dirty="0"/>
              <a:t>The input signals to the encoder block are combined to generate the individual control signals </a:t>
            </a:r>
            <a:r>
              <a:rPr lang="en-IN" dirty="0" err="1"/>
              <a:t>Zin,Yin,PCout</a:t>
            </a:r>
            <a:r>
              <a:rPr lang="en-IN" dirty="0"/>
              <a:t> etc., For example,</a:t>
            </a:r>
          </a:p>
          <a:p>
            <a:r>
              <a:rPr lang="en-IN" dirty="0"/>
              <a:t>                           Zin = T1 + T6.ADD + T4.BR + ….</a:t>
            </a:r>
          </a:p>
          <a:p>
            <a:r>
              <a:rPr lang="en-IN" dirty="0"/>
              <a:t>This signal is asserted during the time slot T1(first step) for all instructions, during T6 for an ADD instruction, during T4 for unconditional branch instruction, and so on…</a:t>
            </a:r>
          </a:p>
        </p:txBody>
      </p:sp>
      <p:pic>
        <p:nvPicPr>
          <p:cNvPr id="8" name="Picture 7">
            <a:extLst>
              <a:ext uri="{FF2B5EF4-FFF2-40B4-BE49-F238E27FC236}">
                <a16:creationId xmlns:a16="http://schemas.microsoft.com/office/drawing/2014/main" id="{9FF342F3-22E8-5C7C-D521-BEF0CC37E85A}"/>
              </a:ext>
            </a:extLst>
          </p:cNvPr>
          <p:cNvPicPr>
            <a:picLocks noChangeAspect="1"/>
          </p:cNvPicPr>
          <p:nvPr/>
        </p:nvPicPr>
        <p:blipFill>
          <a:blip r:embed="rId2"/>
          <a:stretch>
            <a:fillRect/>
          </a:stretch>
        </p:blipFill>
        <p:spPr>
          <a:xfrm>
            <a:off x="5399368" y="785610"/>
            <a:ext cx="6792632" cy="4535845"/>
          </a:xfrm>
          <a:prstGeom prst="rect">
            <a:avLst/>
          </a:prstGeom>
        </p:spPr>
      </p:pic>
    </p:spTree>
    <p:extLst>
      <p:ext uri="{BB962C8B-B14F-4D97-AF65-F5344CB8AC3E}">
        <p14:creationId xmlns:p14="http://schemas.microsoft.com/office/powerpoint/2010/main" val="7786308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B30CC70-EAD4-ADFB-4714-7C2A0498E1C6}"/>
              </a:ext>
            </a:extLst>
          </p:cNvPr>
          <p:cNvSpPr>
            <a:spLocks noGrp="1"/>
          </p:cNvSpPr>
          <p:nvPr>
            <p:ph type="ftr" sz="quarter" idx="11"/>
          </p:nvPr>
        </p:nvSpPr>
        <p:spPr/>
        <p:txBody>
          <a:bodyPr/>
          <a:lstStyle/>
          <a:p>
            <a:r>
              <a:rPr lang="en-US"/>
              <a:t>Prepared By Dr K Badari Nath,  RV College Of Engg.</a:t>
            </a:r>
            <a:endParaRPr lang="en-IN"/>
          </a:p>
        </p:txBody>
      </p:sp>
      <p:sp>
        <p:nvSpPr>
          <p:cNvPr id="4" name="Slide Number Placeholder 3">
            <a:extLst>
              <a:ext uri="{FF2B5EF4-FFF2-40B4-BE49-F238E27FC236}">
                <a16:creationId xmlns:a16="http://schemas.microsoft.com/office/drawing/2014/main" id="{9314229E-9C77-03ED-3B57-132B160FA742}"/>
              </a:ext>
            </a:extLst>
          </p:cNvPr>
          <p:cNvSpPr>
            <a:spLocks noGrp="1"/>
          </p:cNvSpPr>
          <p:nvPr>
            <p:ph type="sldNum" sz="quarter" idx="12"/>
          </p:nvPr>
        </p:nvSpPr>
        <p:spPr/>
        <p:txBody>
          <a:bodyPr/>
          <a:lstStyle/>
          <a:p>
            <a:fld id="{E01A1374-4C1F-4D42-8836-504BF6B6184D}" type="slidenum">
              <a:rPr lang="en-IN" smtClean="0"/>
              <a:t>20</a:t>
            </a:fld>
            <a:endParaRPr lang="en-IN"/>
          </a:p>
        </p:txBody>
      </p:sp>
      <p:sp>
        <p:nvSpPr>
          <p:cNvPr id="10" name="Rectangle 4">
            <a:extLst>
              <a:ext uri="{FF2B5EF4-FFF2-40B4-BE49-F238E27FC236}">
                <a16:creationId xmlns:a16="http://schemas.microsoft.com/office/drawing/2014/main" id="{90F1B97A-5A10-4FD9-917A-60B4D26CE6D7}"/>
              </a:ext>
            </a:extLst>
          </p:cNvPr>
          <p:cNvSpPr>
            <a:spLocks noChangeArrowheads="1"/>
          </p:cNvSpPr>
          <p:nvPr/>
        </p:nvSpPr>
        <p:spPr bwMode="auto">
          <a:xfrm>
            <a:off x="515155" y="25669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5" name="Picture 4">
            <a:extLst>
              <a:ext uri="{FF2B5EF4-FFF2-40B4-BE49-F238E27FC236}">
                <a16:creationId xmlns:a16="http://schemas.microsoft.com/office/drawing/2014/main" id="{BED00532-E931-0999-3FF1-5FD49217C2E5}"/>
              </a:ext>
            </a:extLst>
          </p:cNvPr>
          <p:cNvPicPr>
            <a:picLocks noChangeAspect="1"/>
          </p:cNvPicPr>
          <p:nvPr/>
        </p:nvPicPr>
        <p:blipFill>
          <a:blip r:embed="rId2"/>
          <a:stretch>
            <a:fillRect/>
          </a:stretch>
        </p:blipFill>
        <p:spPr>
          <a:xfrm>
            <a:off x="6611155" y="880113"/>
            <a:ext cx="5461336" cy="5097774"/>
          </a:xfrm>
          <a:prstGeom prst="rect">
            <a:avLst/>
          </a:prstGeom>
        </p:spPr>
      </p:pic>
      <p:sp>
        <p:nvSpPr>
          <p:cNvPr id="6" name="TextBox 5">
            <a:extLst>
              <a:ext uri="{FF2B5EF4-FFF2-40B4-BE49-F238E27FC236}">
                <a16:creationId xmlns:a16="http://schemas.microsoft.com/office/drawing/2014/main" id="{7BD8C8A3-A042-0DD8-F497-7C3886C0B052}"/>
              </a:ext>
            </a:extLst>
          </p:cNvPr>
          <p:cNvSpPr txBox="1"/>
          <p:nvPr/>
        </p:nvSpPr>
        <p:spPr>
          <a:xfrm>
            <a:off x="0" y="136525"/>
            <a:ext cx="6860817" cy="7017306"/>
          </a:xfrm>
          <a:prstGeom prst="rect">
            <a:avLst/>
          </a:prstGeom>
          <a:noFill/>
        </p:spPr>
        <p:txBody>
          <a:bodyPr wrap="square" rtlCol="0">
            <a:spAutoFit/>
          </a:bodyPr>
          <a:lstStyle/>
          <a:p>
            <a:r>
              <a:rPr lang="en-IN" sz="2400" b="1" dirty="0" err="1">
                <a:solidFill>
                  <a:srgbClr val="FF0000"/>
                </a:solidFill>
              </a:rPr>
              <a:t>MicroProgrammed</a:t>
            </a:r>
            <a:r>
              <a:rPr lang="en-IN" sz="2400" b="1" dirty="0">
                <a:solidFill>
                  <a:srgbClr val="FF0000"/>
                </a:solidFill>
              </a:rPr>
              <a:t> Control – very flexible</a:t>
            </a:r>
          </a:p>
          <a:p>
            <a:r>
              <a:rPr lang="en-IN" sz="2400" dirty="0"/>
              <a:t>In this method control signals are generated by a program similar to machine language programs.</a:t>
            </a:r>
          </a:p>
          <a:p>
            <a:endParaRPr lang="en-IN" sz="2400" dirty="0"/>
          </a:p>
          <a:p>
            <a:r>
              <a:rPr lang="en-IN" sz="2400" dirty="0"/>
              <a:t>A control word is a word, whose individual bits represent the various control signals. Each of the control steps in the control sequence of an instruction defines a unique combination of 1s and 0s in the CW. A sequence of CWs corresponding  to the control sequence of a machine instruction constitutes the </a:t>
            </a:r>
            <a:r>
              <a:rPr lang="en-IN" sz="2400" dirty="0" err="1"/>
              <a:t>microroutine</a:t>
            </a:r>
            <a:r>
              <a:rPr lang="en-IN" sz="2400" dirty="0"/>
              <a:t> for that instruction, and the individual control words in this  </a:t>
            </a:r>
            <a:r>
              <a:rPr lang="en-IN" sz="2400" dirty="0" err="1"/>
              <a:t>microroutine</a:t>
            </a:r>
            <a:r>
              <a:rPr lang="en-IN" sz="2400" dirty="0"/>
              <a:t> are referred to as micro instructions.</a:t>
            </a:r>
          </a:p>
          <a:p>
            <a:endParaRPr lang="en-IN" sz="2400" dirty="0"/>
          </a:p>
          <a:p>
            <a:r>
              <a:rPr lang="en-IN" sz="2400" dirty="0"/>
              <a:t>The </a:t>
            </a:r>
            <a:r>
              <a:rPr lang="en-IN" sz="2400" dirty="0" err="1"/>
              <a:t>microroutines</a:t>
            </a:r>
            <a:r>
              <a:rPr lang="en-IN" sz="2400" dirty="0"/>
              <a:t> for all instructions in the instruction set of a computer are stored in a special memory called the control store. To read the control words sequentially, a micro program counter is used</a:t>
            </a:r>
          </a:p>
          <a:p>
            <a:endParaRPr lang="en-IN" dirty="0"/>
          </a:p>
        </p:txBody>
      </p:sp>
    </p:spTree>
    <p:extLst>
      <p:ext uri="{BB962C8B-B14F-4D97-AF65-F5344CB8AC3E}">
        <p14:creationId xmlns:p14="http://schemas.microsoft.com/office/powerpoint/2010/main" val="23950723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16130</TotalTime>
  <Words>2791</Words>
  <Application>Microsoft Office PowerPoint</Application>
  <PresentationFormat>Widescreen</PresentationFormat>
  <Paragraphs>190</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Myriad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badarinath k</dc:creator>
  <cp:lastModifiedBy>Lalit Mehra</cp:lastModifiedBy>
  <cp:revision>27</cp:revision>
  <dcterms:created xsi:type="dcterms:W3CDTF">2022-01-11T11:32:00Z</dcterms:created>
  <dcterms:modified xsi:type="dcterms:W3CDTF">2025-01-19T09:43:50Z</dcterms:modified>
</cp:coreProperties>
</file>